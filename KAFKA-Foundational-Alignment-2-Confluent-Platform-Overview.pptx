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3.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4.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96" r:id="rId2"/>
    <p:sldMasterId id="2147483757" r:id="rId3"/>
    <p:sldMasterId id="2147483770" r:id="rId4"/>
    <p:sldMasterId id="2147483818" r:id="rId5"/>
  </p:sldMasterIdLst>
  <p:notesMasterIdLst>
    <p:notesMasterId r:id="rId43"/>
  </p:notesMasterIdLst>
  <p:sldIdLst>
    <p:sldId id="256" r:id="rId6"/>
    <p:sldId id="257" r:id="rId7"/>
    <p:sldId id="258" r:id="rId8"/>
    <p:sldId id="259" r:id="rId9"/>
    <p:sldId id="260" r:id="rId10"/>
    <p:sldId id="287" r:id="rId11"/>
    <p:sldId id="288" r:id="rId12"/>
    <p:sldId id="261" r:id="rId13"/>
    <p:sldId id="262" r:id="rId14"/>
    <p:sldId id="289" r:id="rId15"/>
    <p:sldId id="263" r:id="rId16"/>
    <p:sldId id="265" r:id="rId17"/>
    <p:sldId id="266" r:id="rId18"/>
    <p:sldId id="291" r:id="rId19"/>
    <p:sldId id="290" r:id="rId20"/>
    <p:sldId id="292" r:id="rId21"/>
    <p:sldId id="269" r:id="rId22"/>
    <p:sldId id="270" r:id="rId23"/>
    <p:sldId id="293" r:id="rId24"/>
    <p:sldId id="294" r:id="rId25"/>
    <p:sldId id="272" r:id="rId26"/>
    <p:sldId id="271" r:id="rId27"/>
    <p:sldId id="274" r:id="rId28"/>
    <p:sldId id="275" r:id="rId29"/>
    <p:sldId id="276" r:id="rId30"/>
    <p:sldId id="295" r:id="rId31"/>
    <p:sldId id="296" r:id="rId32"/>
    <p:sldId id="278" r:id="rId33"/>
    <p:sldId id="279" r:id="rId34"/>
    <p:sldId id="280" r:id="rId35"/>
    <p:sldId id="297" r:id="rId36"/>
    <p:sldId id="281" r:id="rId37"/>
    <p:sldId id="283" r:id="rId38"/>
    <p:sldId id="284" r:id="rId39"/>
    <p:sldId id="298" r:id="rId40"/>
    <p:sldId id="286" r:id="rId41"/>
    <p:sldId id="299" r:id="rId42"/>
  </p:sldIdLst>
  <p:sldSz cx="9144000" cy="5143500" type="screen16x9"/>
  <p:notesSz cx="6858000" cy="9144000"/>
  <p:embeddedFontLst>
    <p:embeddedFont>
      <p:font typeface="Montserrat" pitchFamily="2" charset="77"/>
      <p:regular r:id="rId44"/>
      <p:bold r:id="rId45"/>
      <p:italic r:id="rId46"/>
      <p:boldItalic r:id="rId47"/>
    </p:embeddedFont>
    <p:embeddedFont>
      <p:font typeface="Montserrat Light" panose="00000400000000000000" pitchFamily="2" charset="77"/>
      <p:regular r:id="rId48"/>
      <p:italic r:id="rId49"/>
    </p:embeddedFont>
    <p:embeddedFont>
      <p:font typeface="Montserrat SemiBold" panose="00000700000000000000" pitchFamily="2" charset="77"/>
      <p:regular r:id="rId50"/>
      <p:bold r:id="rId51"/>
      <p:italic r:id="rId52"/>
      <p:boldItalic r:id="rId53"/>
    </p:embeddedFont>
    <p:embeddedFont>
      <p:font typeface="Roboto" panose="02000000000000000000" pitchFamily="2" charset="0"/>
      <p:regular r:id="rId54"/>
      <p:bold r:id="rId55"/>
      <p:italic r:id="rId56"/>
      <p:boldItalic r:id="rId57"/>
    </p:embeddedFont>
    <p:embeddedFont>
      <p:font typeface="Roboto Light" panose="02000000000000000000" pitchFamily="2" charset="0"/>
      <p:regular r:id="rId58"/>
      <p: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62"/>
    <p:restoredTop sz="75646"/>
  </p:normalViewPr>
  <p:slideViewPr>
    <p:cSldViewPr snapToGrid="0">
      <p:cViewPr varScale="1">
        <p:scale>
          <a:sx n="215" d="100"/>
          <a:sy n="215" d="100"/>
        </p:scale>
        <p:origin x="17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8" Type="http://schemas.openxmlformats.org/officeDocument/2006/relationships/slide" Target="slides/slide3.xml"/><Relationship Id="rId51" Type="http://schemas.openxmlformats.org/officeDocument/2006/relationships/font" Target="fonts/font8.fntdata"/><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3.fntdata"/><Relationship Id="rId59" Type="http://schemas.openxmlformats.org/officeDocument/2006/relationships/font" Target="fonts/font16.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11.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Good morning, everyone. Today we will build a shared understanding of the main services that make up Confluent Platform. This is an introductory session, so the goal is not to turn everyone into a Kafka administrator or application developer in two hours. Instead, I want each of us to leave with the same mental model: what each service does, why it exists, how it interacts with Kafka, and where its operational responsibilities begin and end. We will use our QA environment for a few short demonstrations. Please ask questions as we go, especially when a concept connects to something you already operate or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By the end of the session, you should be able to explain the platform as a connected set of capabilities rather than a list of products. The broker is the durable event foundation. Schema Registry governs data contracts. Connect moves data between Kafka and external systems. REST Proxy provides HTTP access for selected clients. </a:t>
            </a:r>
            <a:r>
              <a:rPr dirty="0" err="1"/>
              <a:t>ksqlDB</a:t>
            </a:r>
            <a:r>
              <a:rPr dirty="0"/>
              <a:t> and Flink process streams. Control Center gives operators a Kafka-focused view of the platform. We will also identify where responsibilities sit across application, platform, security, and operations teams. The demos are intended to make the concepts concrete; they are not performance tests or configuration 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Think about a business event, such as a payment status change. A source connector might capture it from a database, or an application might submit it through a Kafka client or REST Proxy. The Kafka brokers store the event in a topic and make it available to multiple consumers. Schema Registry can enforce the structure that producers and consumers expect. </a:t>
            </a:r>
            <a:r>
              <a:rPr dirty="0" err="1"/>
              <a:t>ksqlDB</a:t>
            </a:r>
            <a:r>
              <a:rPr dirty="0"/>
              <a:t> or Flink can filter, enrich, join, or aggregate the stream. Control Center helps operators see the Kafka-side health and activity. The important point is that these services are complementary. They solve different parts of the event-streaming lifecycle and should not be treated as interchangeable</a:t>
            </a:r>
            <a:r>
              <a:rPr lang="en-US" dirty="0"/>
              <a:t>.</a:t>
            </a:r>
            <a:br>
              <a:rPr lang="en-US" dirty="0"/>
            </a:br>
            <a:br>
              <a:rPr lang="en-US" dirty="0"/>
            </a:br>
            <a:r>
              <a:rPr lang="en-US" dirty="0"/>
              <a:t>Connect or REST Proxy brings an event in</a:t>
            </a:r>
          </a:p>
          <a:p>
            <a:pPr marL="0" lvl="0" indent="0" algn="l">
              <a:spcBef>
                <a:spcPts val="0"/>
              </a:spcBef>
              <a:spcAft>
                <a:spcPts val="0"/>
              </a:spcAft>
              <a:buNone/>
            </a:pPr>
            <a:r>
              <a:rPr lang="en-US" dirty="0"/>
              <a:t>Kafka stores and distributes it</a:t>
            </a:r>
          </a:p>
          <a:p>
            <a:pPr marL="0" lvl="0" indent="0" algn="l">
              <a:spcBef>
                <a:spcPts val="0"/>
              </a:spcBef>
              <a:spcAft>
                <a:spcPts val="0"/>
              </a:spcAft>
              <a:buNone/>
            </a:pPr>
            <a:r>
              <a:rPr lang="en-US" dirty="0"/>
              <a:t>Schema Registry governs its structure</a:t>
            </a:r>
          </a:p>
          <a:p>
            <a:pPr marL="0" lvl="0" indent="0" algn="l">
              <a:spcBef>
                <a:spcPts val="0"/>
              </a:spcBef>
              <a:spcAft>
                <a:spcPts val="0"/>
              </a:spcAft>
              <a:buNone/>
            </a:pPr>
            <a:r>
              <a:rPr lang="en-US" dirty="0" err="1"/>
              <a:t>ksqlDB</a:t>
            </a:r>
            <a:r>
              <a:rPr lang="en-US" dirty="0"/>
              <a:t> or Flink transforms it; Control Center observes it</a:t>
            </a:r>
          </a:p>
          <a:p>
            <a:pPr marL="0" lvl="0" indent="0" algn="l">
              <a:spcBef>
                <a:spcPts val="0"/>
              </a:spcBef>
              <a:spcAft>
                <a:spcPts val="0"/>
              </a:spcAft>
              <a:buNone/>
            </a:pPr>
            <a:br>
              <a:rPr lang="en-US" dirty="0"/>
            </a:br>
            <a:br>
              <a:rPr lang="en-US" dirty="0"/>
            </a:b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We will begin with the broker because every other service depends on Kafka in some way. Once the broker model is clear, the purpose of the remaining services becomes much easier to understand.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https://docs.confluent.io/platform/current/kafka/introduction.html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 Kafka broker is not simply a message relay. Kafka persists events in an ordered, append-only log. Producers write events to topics, and consumers read those events independently. A consumer does not remove a record when it reads it. Retention determines how long the record remains available, which makes replay possible. This is one of the major differences between Kafka and a traditional queue. Multiple applications can use the same event stream for different purposes without tightly coupling themselves to the producing application.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https://docs.confluent.io/platform/current/kafka/introduction.html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0A97F-9863-86F5-3AAB-9E51EC956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367E9-6B75-3504-A0CF-7FE6B5789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3F28D-5FC3-AD98-EAE4-8E2436E03A4F}"/>
              </a:ext>
            </a:extLst>
          </p:cNvPr>
          <p:cNvSpPr>
            <a:spLocks noGrp="1"/>
          </p:cNvSpPr>
          <p:nvPr>
            <p:ph type="body" idx="1"/>
          </p:nvPr>
        </p:nvSpPr>
        <p:spPr/>
        <p:txBody>
          <a:bodyPr/>
          <a:lstStyle/>
          <a:p>
            <a:pPr marL="0" lvl="0" indent="0" algn="l">
              <a:spcBef>
                <a:spcPts val="0"/>
              </a:spcBef>
              <a:spcAft>
                <a:spcPts val="0"/>
              </a:spcAft>
              <a:buNone/>
            </a:pPr>
            <a:r>
              <a:rPr lang="en-US" dirty="0"/>
              <a:t>Clients connect through dedicated Kafka listeners using TLS with OAuth or </a:t>
            </a:r>
            <a:r>
              <a:rPr lang="en-US" dirty="0" err="1"/>
              <a:t>mTLS</a:t>
            </a:r>
            <a:r>
              <a:rPr lang="en-US" dirty="0"/>
              <a:t>. After authentication, Kafka enforces ACLs or RBAC before granting resource access. MDS manages RBAC and identity metadata as the security control plane—not the Kafka message path—while audit logs capture security events and administrative changes.</a:t>
            </a:r>
            <a:br>
              <a:rPr lang="en-US" dirty="0"/>
            </a:br>
            <a:br>
              <a:rPr lang="en-US" dirty="0"/>
            </a:br>
            <a:r>
              <a:rPr lang="en-US" dirty="0"/>
              <a:t>The main takeaway is that these controls are layered: </a:t>
            </a:r>
            <a:br>
              <a:rPr lang="en-US" dirty="0"/>
            </a:br>
            <a:r>
              <a:rPr lang="en-US" dirty="0"/>
              <a:t>listeners separate traffic, </a:t>
            </a:r>
            <a:br>
              <a:rPr lang="en-US" dirty="0"/>
            </a:br>
            <a:r>
              <a:rPr lang="en-US" dirty="0"/>
              <a:t>TLS protects communications, </a:t>
            </a:r>
            <a:br>
              <a:rPr lang="en-US" dirty="0"/>
            </a:br>
            <a:r>
              <a:rPr lang="en-US" dirty="0"/>
              <a:t>OAuth or </a:t>
            </a:r>
            <a:r>
              <a:rPr lang="en-US" dirty="0" err="1"/>
              <a:t>mTLS</a:t>
            </a:r>
            <a:r>
              <a:rPr lang="en-US" dirty="0"/>
              <a:t> establishes identity, </a:t>
            </a:r>
            <a:br>
              <a:rPr lang="en-US" dirty="0"/>
            </a:br>
            <a:r>
              <a:rPr lang="en-US" dirty="0"/>
              <a:t>ACLs or RBAC control access, and </a:t>
            </a:r>
            <a:br>
              <a:rPr lang="en-US" dirty="0"/>
            </a:br>
            <a:r>
              <a:rPr lang="en-US" dirty="0"/>
              <a:t>audit logging records security-relevant activity.</a:t>
            </a:r>
            <a:endParaRPr dirty="0"/>
          </a:p>
        </p:txBody>
      </p:sp>
      <p:sp>
        <p:nvSpPr>
          <p:cNvPr id="4" name="Slide Number Placeholder 3">
            <a:extLst>
              <a:ext uri="{FF2B5EF4-FFF2-40B4-BE49-F238E27FC236}">
                <a16:creationId xmlns:a16="http://schemas.microsoft.com/office/drawing/2014/main" id="{325B3DEF-0EFC-8CA4-5ECB-9CAD7039E52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74141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929F3-713F-04CF-F184-9D40B6694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C35D4-371F-B2F3-E0C9-CEFDCC5CD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66EC9-1808-E014-0FED-2694CDF71AD5}"/>
              </a:ext>
            </a:extLst>
          </p:cNvPr>
          <p:cNvSpPr>
            <a:spLocks noGrp="1"/>
          </p:cNvSpPr>
          <p:nvPr>
            <p:ph type="body" idx="1"/>
          </p:nvPr>
        </p:nvSpPr>
        <p:spPr/>
        <p:txBody>
          <a:bodyPr/>
          <a:lstStyle/>
          <a:p>
            <a:pPr marL="0" lvl="0" indent="0" algn="l">
              <a:spcBef>
                <a:spcPts val="0"/>
              </a:spcBef>
              <a:spcAft>
                <a:spcPts val="0"/>
              </a:spcAft>
              <a:buNone/>
            </a:pPr>
            <a:r>
              <a:rPr lang="en-US" dirty="0"/>
              <a:t>This diagram separates the platform into four communication layers. </a:t>
            </a:r>
            <a:r>
              <a:rPr lang="en-US" dirty="0" err="1"/>
              <a:t>KRaft</a:t>
            </a:r>
            <a:r>
              <a:rPr lang="en-US" dirty="0"/>
              <a:t> controllers manage cluster metadata and leader elections, while brokers store and replicate application records. Schema Registry, Connect, </a:t>
            </a:r>
            <a:r>
              <a:rPr lang="en-US" dirty="0" err="1"/>
              <a:t>ksqlDB</a:t>
            </a:r>
            <a:r>
              <a:rPr lang="en-US" dirty="0"/>
              <a:t>, and Flink communicate with brokers through Kafka protocols and their respective internal topics. Control Center uses Kafka, REST APIs, and telemetry to provide operational visibility without participating in the application data path.</a:t>
            </a:r>
            <a:endParaRPr dirty="0"/>
          </a:p>
        </p:txBody>
      </p:sp>
      <p:sp>
        <p:nvSpPr>
          <p:cNvPr id="4" name="Slide Number Placeholder 3">
            <a:extLst>
              <a:ext uri="{FF2B5EF4-FFF2-40B4-BE49-F238E27FC236}">
                <a16:creationId xmlns:a16="http://schemas.microsoft.com/office/drawing/2014/main" id="{7949B0BF-36DF-1D06-50FF-B7221ADF25B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26417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Partitions are the unit of storage and parallelism in Kafka. A topic can be spread across several brokers because its partitions are distributed across the cluster. Within one partition, records have an ordered sequence. Across separate partitions, Kafka does not promise a single global ordering. Every partition has a leader that handles reads and writes, plus replicas on other brokers. If the leader becomes unavailable, an eligible replica can take over. Partition count influences throughput and consumer parallelism, while replication factor influences resilience and storage cost.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https://docs.confluent.io/platform/current/kafka/introduction.html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puts the core broker concepts together. The producer sends a keyed record to the leader of a partition. Copies of that partition are maintained on other brokers. The consumer group reads the topic, with partitions assigned across its members. Notice that the leader for every partition does not sit on the same broker; leaders should be distributed to spread work. Also notice that replication is not the same as consumer duplication. Replicas protect Kafka data, while consumer groups distribute application processing. This distinction matters when we discuss availability and scaling.</a:t>
            </a:r>
          </a:p>
          <a:p>
            <a:endParaRPr/>
          </a:p>
          <a:p>
            <a:r>
              <a:t>[Sources]</a:t>
            </a:r>
          </a:p>
          <a:p>
            <a:r>
              <a:t>https://docs.confluent.io/platform/current/kafka/introduction.html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3F8C-8E50-CA90-511B-E97E0E633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54D24-83BD-7AD9-E248-B47795B0C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815A9-2450-7DCD-F754-E8657DBAE6A4}"/>
              </a:ext>
            </a:extLst>
          </p:cNvPr>
          <p:cNvSpPr>
            <a:spLocks noGrp="1"/>
          </p:cNvSpPr>
          <p:nvPr>
            <p:ph type="body" idx="1"/>
          </p:nvPr>
        </p:nvSpPr>
        <p:spPr/>
        <p:txBody>
          <a:bodyPr/>
          <a:lstStyle/>
          <a:p>
            <a:pPr lvl="0"/>
            <a:r>
              <a:rPr lang="en-US" dirty="0"/>
              <a:t>Kafka writes records sequentially to the active segment of each partition on local broker storage. </a:t>
            </a:r>
          </a:p>
          <a:p>
            <a:pPr lvl="0"/>
            <a:r>
              <a:rPr lang="en-US" dirty="0"/>
              <a:t>Each partition has its own directory containing log segments, offset indexes, and timestamp indexes. </a:t>
            </a:r>
          </a:p>
          <a:p>
            <a:pPr lvl="0"/>
            <a:r>
              <a:rPr lang="en-US" sz="1200" kern="1200" dirty="0" err="1"/>
              <a:t>log.dirs</a:t>
            </a:r>
            <a:r>
              <a:rPr lang="en-US" dirty="0"/>
              <a:t> can reference multiple volumes; Kafka distributes different partitions across them but does not stripe one partition across volumes. </a:t>
            </a:r>
          </a:p>
          <a:p>
            <a:pPr lvl="0"/>
            <a:r>
              <a:rPr lang="en-US" dirty="0"/>
              <a:t>Tiered Storage offloads eligible closed segments to object storage while active segments remain local. </a:t>
            </a:r>
          </a:p>
          <a:p>
            <a:pPr lvl="0"/>
            <a:r>
              <a:rPr lang="en-US" dirty="0"/>
              <a:t>Consumers access recent records locally and older records through transparent remote fetches. </a:t>
            </a:r>
          </a:p>
          <a:p>
            <a:pPr lvl="0"/>
            <a:r>
              <a:rPr lang="en-US" dirty="0"/>
              <a:t>Tiered Storage extends retention and reduces local capacity requirements; it does not replace replication or backup.</a:t>
            </a:r>
          </a:p>
          <a:p>
            <a:endParaRPr dirty="0"/>
          </a:p>
        </p:txBody>
      </p:sp>
      <p:sp>
        <p:nvSpPr>
          <p:cNvPr id="4" name="Slide Number Placeholder 3">
            <a:extLst>
              <a:ext uri="{FF2B5EF4-FFF2-40B4-BE49-F238E27FC236}">
                <a16:creationId xmlns:a16="http://schemas.microsoft.com/office/drawing/2014/main" id="{CC0A9D35-4931-BAA5-5D5C-D4C44F9DB0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11469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broker provides the platform, but client choices influence behavior. Producers decide how records are keyed, batched, retried, and acknowledged. Keys are important because records with the same key normally go to the same partition, preserving order for that key. Consumers normally operate in groups. Within one group, a partition is assigned to only one active consumer at a time. Different groups can independently read the same topic. Offsets record how far each group has progressed and allow a consumer to resume or replay from a chosen position.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https://docs.confluent.io/platform/current/kafka/introduction.html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Kafka can store any bytes, but enterprise applications need agreement about what those bytes mean. Schema Registry provides that contract layer.</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https://docs.confluent.io/platform/current/schema-registry/index.html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Schema Registry provides a centralized repository for schemas used during serialization and deserialization. The event payload still resides in Kafka; Schema Registry stores the schema definitions and their versions. Producers register or look up a schema, serialize the record, and include a schema identifier in the encoded message. Consumers use that identifier to retrieve the correct schema and interpret the record. Subjects are the versioned containers used to organize schemas. This model creates an explicit data contract between producers and consumers rather than relying on informal documentation or assumptions.</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docs.confluent.io</a:t>
            </a:r>
            <a:r>
              <a:rPr dirty="0"/>
              <a:t>/platform/current/schema-registry/</a:t>
            </a:r>
            <a:r>
              <a:rPr dirty="0" err="1"/>
              <a:t>index.html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6791A-822D-7524-1943-1CD078F7E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F2B36-4AC7-E38B-454C-68D3A1193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0F387-2257-6905-0E59-462B6DDB4B30}"/>
              </a:ext>
            </a:extLst>
          </p:cNvPr>
          <p:cNvSpPr>
            <a:spLocks noGrp="1"/>
          </p:cNvSpPr>
          <p:nvPr>
            <p:ph type="body" idx="1"/>
          </p:nvPr>
        </p:nvSpPr>
        <p:spPr/>
        <p:txBody>
          <a:bodyPr/>
          <a:lstStyle/>
          <a:p>
            <a:pPr lvl="0"/>
            <a:r>
              <a:rPr lang="en-US" dirty="0"/>
              <a:t>1. The producer registers or looks up the event schema in Schema Registry. </a:t>
            </a:r>
          </a:p>
          <a:p>
            <a:pPr lvl="0"/>
            <a:r>
              <a:rPr lang="en-US" dirty="0"/>
              <a:t>2. Schema Registry returns the unique schema ID—in this example, ID 42. </a:t>
            </a:r>
          </a:p>
          <a:p>
            <a:pPr lvl="0"/>
            <a:r>
              <a:rPr lang="en-US" dirty="0"/>
              <a:t>3. The producer uses the schema to serialize the event and embeds the schema ID. </a:t>
            </a:r>
          </a:p>
          <a:p>
            <a:pPr lvl="0"/>
            <a:r>
              <a:rPr lang="en-US" dirty="0"/>
              <a:t>4. The encoded record is written to the Kafka topic. </a:t>
            </a:r>
          </a:p>
          <a:p>
            <a:pPr lvl="0"/>
            <a:r>
              <a:rPr lang="en-US" dirty="0"/>
              <a:t>5. The consumer reads the encoded record from Kafka. </a:t>
            </a:r>
          </a:p>
          <a:p>
            <a:pPr lvl="0"/>
            <a:r>
              <a:rPr lang="en-US" dirty="0"/>
              <a:t>6. The consumer extracts schema ID 42 from the record. </a:t>
            </a:r>
          </a:p>
          <a:p>
            <a:pPr lvl="0"/>
            <a:r>
              <a:rPr lang="en-US" dirty="0"/>
              <a:t>7. The consumer retrieves the corresponding schema from Schema Registry—or its local cache. </a:t>
            </a:r>
          </a:p>
          <a:p>
            <a:pPr lvl="0"/>
            <a:r>
              <a:rPr lang="en-US" dirty="0"/>
              <a:t>8. The consumer uses the schema to deserialize and interpret the event</a:t>
            </a:r>
          </a:p>
        </p:txBody>
      </p:sp>
      <p:sp>
        <p:nvSpPr>
          <p:cNvPr id="4" name="Slide Number Placeholder 3">
            <a:extLst>
              <a:ext uri="{FF2B5EF4-FFF2-40B4-BE49-F238E27FC236}">
                <a16:creationId xmlns:a16="http://schemas.microsoft.com/office/drawing/2014/main" id="{891B68A2-9D1F-5B3B-1537-7CD5AB5329E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1352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2CF4-4690-699F-54DD-72EC0F41B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A925F-F944-87AF-EA30-F15C51DBD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014E7-1275-66C7-D8A5-4A0D5894E1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Schemas must evolve because business data changes. Compatibility rules determine which changes are accepted. Backward compatibility protects a new consumer reading records written with an older schema. Forward compatibility protects an older consumer when a producer writes a newer schema. Full compatibility requires both directions. Transitive modes compare against the full relevant history instead of only the latest version. The correct mode is a governance decision based on deployment practices and risk tolerance. Compatibility checks reduce accidental breakage, but they do not replace ownership, semantic review, or coordinated lifecycle management.</a:t>
            </a:r>
          </a:p>
          <a:p>
            <a:pPr lvl="0"/>
            <a:br>
              <a:rPr lang="en-US" dirty="0"/>
            </a:br>
            <a:br>
              <a:rPr lang="en-US" dirty="0"/>
            </a:br>
            <a:r>
              <a:rPr lang="en-US" dirty="0"/>
              <a:t>Backward: new consumers read older data. </a:t>
            </a:r>
          </a:p>
          <a:p>
            <a:pPr lvl="0"/>
            <a:r>
              <a:rPr lang="en-US" dirty="0"/>
              <a:t>Forward: older consumers read newer data. </a:t>
            </a:r>
          </a:p>
          <a:p>
            <a:pPr lvl="0"/>
            <a:r>
              <a:rPr lang="en-US" dirty="0"/>
              <a:t>Full: both directions remain compatible. </a:t>
            </a:r>
          </a:p>
          <a:p>
            <a:pPr lvl="0"/>
            <a:r>
              <a:rPr lang="en-US" dirty="0"/>
              <a:t>Safe schema-evolution examples and upgrade order.</a:t>
            </a:r>
          </a:p>
          <a:p>
            <a:pPr marL="0" lvl="0" indent="0" algn="l">
              <a:spcBef>
                <a:spcPts val="0"/>
              </a:spcBef>
              <a:spcAft>
                <a:spcPts val="0"/>
              </a:spcAft>
              <a:buNone/>
            </a:pPr>
            <a:endParaRPr lang="en-US" dirty="0"/>
          </a:p>
        </p:txBody>
      </p:sp>
      <p:sp>
        <p:nvSpPr>
          <p:cNvPr id="4" name="Slide Number Placeholder 3">
            <a:extLst>
              <a:ext uri="{FF2B5EF4-FFF2-40B4-BE49-F238E27FC236}">
                <a16:creationId xmlns:a16="http://schemas.microsoft.com/office/drawing/2014/main" id="{BF85FD38-C61C-ABF3-E6EA-1AB78731A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61558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393C-AED1-4773-AEF3-E7D232347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C9930-1A32-732F-9D99-213D8241D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B83B0-2438-0E0D-84BD-0572BBDDC667}"/>
              </a:ext>
            </a:extLst>
          </p:cNvPr>
          <p:cNvSpPr>
            <a:spLocks noGrp="1"/>
          </p:cNvSpPr>
          <p:nvPr>
            <p:ph type="body" idx="1"/>
          </p:nvPr>
        </p:nvSpPr>
        <p:spPr/>
        <p:txBody>
          <a:bodyPr/>
          <a:lstStyle/>
          <a:p>
            <a:pPr lvl="0"/>
            <a:r>
              <a:rPr lang="en-US" dirty="0"/>
              <a:t>We reviewed the purpose and role of each major Confluent Platform service. </a:t>
            </a:r>
          </a:p>
          <a:p>
            <a:pPr lvl="0"/>
            <a:r>
              <a:rPr lang="en-US" dirty="0"/>
              <a:t>Kafka provides the core event-streaming foundation, while the surrounding services add governance, integration, processing, access, and operational visibility. </a:t>
            </a:r>
          </a:p>
          <a:p>
            <a:pPr lvl="0"/>
            <a:r>
              <a:rPr lang="en-US" dirty="0"/>
              <a:t>These services are designed to work together, but each should be selected based on the specific use case. </a:t>
            </a:r>
          </a:p>
          <a:p>
            <a:pPr lvl="0"/>
            <a:r>
              <a:rPr lang="en-US" dirty="0"/>
              <a:t>The key takeaway is that an enterprise streaming platform is not just Kafka brokers—it is the combined architecture, security, governance, and operating model around them.</a:t>
            </a:r>
          </a:p>
        </p:txBody>
      </p:sp>
      <p:sp>
        <p:nvSpPr>
          <p:cNvPr id="4" name="Slide Number Placeholder 3">
            <a:extLst>
              <a:ext uri="{FF2B5EF4-FFF2-40B4-BE49-F238E27FC236}">
                <a16:creationId xmlns:a16="http://schemas.microsoft.com/office/drawing/2014/main" id="{5784CAD3-8E27-E9BF-F1F0-F8E91FAFE50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96866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next question is how data enters and leaves Kafka without every team writing and maintaining custom integration code. Kafka Connect addresses that problem.</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https://docs.confluent.io/platform/current/connect/index.html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Standalone mode</a:t>
            </a:r>
            <a:r>
              <a:rPr lang="en-US" dirty="0"/>
              <a:t> runs all connectors and tasks on one worker using local configuration and offset files—best for development or simple workloads. </a:t>
            </a:r>
          </a:p>
          <a:p>
            <a:pPr lvl="0"/>
            <a:r>
              <a:rPr lang="en-US" b="1" dirty="0"/>
              <a:t>Distributed mode</a:t>
            </a:r>
            <a:r>
              <a:rPr lang="en-US" dirty="0"/>
              <a:t> runs workers as a coordinated group, storing configuration, offsets, and status in Kafka internal topics. </a:t>
            </a:r>
          </a:p>
          <a:p>
            <a:pPr lvl="0"/>
            <a:r>
              <a:rPr lang="en-US" dirty="0"/>
              <a:t>Distributed mode provides </a:t>
            </a:r>
            <a:r>
              <a:rPr lang="en-US" b="1" dirty="0"/>
              <a:t>horizontal scaling, automatic task rebalancing, and worker failover</a:t>
            </a:r>
            <a:r>
              <a:rPr lang="en-US" dirty="0"/>
              <a:t>, making it the preferred production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CB06-459F-1120-6102-E3454C499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18D5C-901F-45F3-8AA0-942EF1A22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E6370-116D-FAFF-1514-E069BC96B26A}"/>
              </a:ext>
            </a:extLst>
          </p:cNvPr>
          <p:cNvSpPr>
            <a:spLocks noGrp="1"/>
          </p:cNvSpPr>
          <p:nvPr>
            <p:ph type="body" idx="1"/>
          </p:nvPr>
        </p:nvSpPr>
        <p:spPr/>
        <p:txBody>
          <a:bodyPr/>
          <a:lstStyle/>
          <a:p>
            <a:pPr marL="0" lvl="0" indent="0" algn="l">
              <a:spcBef>
                <a:spcPts val="0"/>
              </a:spcBef>
              <a:spcAft>
                <a:spcPts val="0"/>
              </a:spcAft>
              <a:buNone/>
            </a:pPr>
            <a:r>
              <a:t>Kafka Connect is a runtime and framework for integrating Kafka with external systems. A source connector reads from an external system and writes to Kafka. A sink connector reads Kafka topics and writes to an external system. The connector plugin contains the system-specific implementation, while teams provide configuration such as connection details, topic mappings, and conversion settings. Connect is valuable because it standardizes lifecycle management, scaling, offsets, and operational behavior. It does not eliminate design responsibility: teams must still understand source semantics, delivery guarantees, security, and failure handling.</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https://docs.confluent.io/platform/current/connect/index.html</a:t>
            </a:r>
          </a:p>
        </p:txBody>
      </p:sp>
      <p:sp>
        <p:nvSpPr>
          <p:cNvPr id="4" name="Slide Number Placeholder 3">
            <a:extLst>
              <a:ext uri="{FF2B5EF4-FFF2-40B4-BE49-F238E27FC236}">
                <a16:creationId xmlns:a16="http://schemas.microsoft.com/office/drawing/2014/main" id="{E0CFF3CC-F236-A9BE-397C-5315430F4EA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27974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7B65E-9A70-7FF0-E4CF-35E83A2BB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98657-7161-2B63-B67E-49FA9731F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70B35-C742-4C01-F975-BC389341A757}"/>
              </a:ext>
            </a:extLst>
          </p:cNvPr>
          <p:cNvSpPr>
            <a:spLocks noGrp="1"/>
          </p:cNvSpPr>
          <p:nvPr>
            <p:ph type="body" idx="1"/>
          </p:nvPr>
        </p:nvSpPr>
        <p:spPr/>
        <p:txBody>
          <a:bodyPr/>
          <a:lstStyle/>
          <a:p>
            <a:pPr lvl="0"/>
            <a:r>
              <a:rPr lang="en-US" dirty="0"/>
              <a:t>The connector task reads each record from the source system. </a:t>
            </a:r>
          </a:p>
          <a:p>
            <a:pPr lvl="0"/>
            <a:r>
              <a:rPr lang="en-US" dirty="0"/>
              <a:t>The converter serializes the record and uses Schema Registry to retrieve or register its schema. </a:t>
            </a:r>
          </a:p>
          <a:p>
            <a:pPr lvl="0"/>
            <a:r>
              <a:rPr lang="en-US" dirty="0"/>
              <a:t>Single Message Transforms apply lightweight changes such as filtering, renaming, masking, or routing. </a:t>
            </a:r>
          </a:p>
          <a:p>
            <a:pPr lvl="0"/>
            <a:r>
              <a:rPr lang="en-US" dirty="0"/>
              <a:t>Failed records are retried using the configured backoff and retry limits. </a:t>
            </a:r>
          </a:p>
          <a:p>
            <a:pPr lvl="0"/>
            <a:r>
              <a:rPr lang="en-US" dirty="0"/>
              <a:t>Unrecoverable records are sent to a Kafka dead-letter topic with error context for monitoring and investigation.</a:t>
            </a:r>
          </a:p>
        </p:txBody>
      </p:sp>
      <p:sp>
        <p:nvSpPr>
          <p:cNvPr id="4" name="Slide Number Placeholder 3">
            <a:extLst>
              <a:ext uri="{FF2B5EF4-FFF2-40B4-BE49-F238E27FC236}">
                <a16:creationId xmlns:a16="http://schemas.microsoft.com/office/drawing/2014/main" id="{232AB479-E37E-B987-27AF-F6C448F5BDF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20318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Connector reliability is more than checking whether the process is running. Temporary failures may be retried with backoff. Records that cannot be processed can be routed to a dead-letter queue when that is appropriate and configured. Source and sink offsets allow work to resume, but the actual end-to-end guarantee also depends on the external system and connector implementation. We should monitor failed tasks, repeated restarts, error rates, source lag, sink latency, and rejected records. Secrets should be externalized rather than embedded directly in connector configurations.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https://docs.confluent.io/platform/current/connect/index.html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 worker is a running Connect process. In distributed mode, multiple workers form a worker group. A connector is the logical integration definition, and tasks are the units of work distributed across the workers. Increasing the task count can increase parallelism only when the connector and source or destination support it. Connect stores configuration, status, and offset information in internal Kafka topics so the worker group can coordinate and recover. This distinction is useful operationally: a healthy worker does not automatically mean every connector or every task is healthy.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https://docs.confluent.io/platform/current/connect/index.html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Not every application can use a native Kafka client. REST Proxy provides an HTTP-based option, but it introduces important tradeoffs.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https://docs.confluent.io/platform/current/kafka-rest/index.html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Kafka REST Proxy exposes selected Kafka operations through an HTTP interface. It is useful for applications, scripts, or platforms that cannot easily embed a native Kafka client. A client can produce records through an HTTP request, and supported consumer APIs can read records. Schema-aware requests can integrate with Schema Registry. REST Proxy does not bypass Kafka security. The service must authenticate and authorize requests appropriately and connect securely to Kafka. It becomes another component that must be capacity-planned, monitored, patched, and protected.</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docs.confluent.io</a:t>
            </a:r>
            <a:r>
              <a:rPr dirty="0"/>
              <a:t>/platform/current/</a:t>
            </a:r>
            <a:r>
              <a:rPr dirty="0" err="1"/>
              <a:t>kafka</a:t>
            </a:r>
            <a:r>
              <a:rPr dirty="0"/>
              <a:t>-rest/</a:t>
            </a:r>
            <a:r>
              <a:rPr dirty="0" err="1"/>
              <a:t>index.html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REST Proxy is an integration option, not the default answer for every application. It can be a practical fit for low-to-moderate volume HTTP-centric workloads, legacy systems, and controlled automation. For high-throughput or latency-sensitive workloads, native Kafka clients usually provide better efficiency and richer control over batching, acknowledgments, retries, and consumption. REST Proxy also does not replace an enterprise API gateway or API-management platform. Those layers solve different concerns such as product publishing, broader policy enforcement, developer onboarding, and API lifecycle management.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https://docs.confluent.io/platform/current/kafka-rest/index.html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F804-869E-2C13-9A12-24EB88197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933A7-F790-687B-CCA0-C46B64363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260F0-28AD-C680-E099-11E0A0CF1260}"/>
              </a:ext>
            </a:extLst>
          </p:cNvPr>
          <p:cNvSpPr>
            <a:spLocks noGrp="1"/>
          </p:cNvSpPr>
          <p:nvPr>
            <p:ph type="body" idx="1"/>
          </p:nvPr>
        </p:nvSpPr>
        <p:spPr/>
        <p:txBody>
          <a:bodyPr/>
          <a:lstStyle/>
          <a:p>
            <a:pPr marL="0" lvl="0" indent="0" algn="l">
              <a:spcBef>
                <a:spcPts val="0"/>
              </a:spcBef>
              <a:spcAft>
                <a:spcPts val="0"/>
              </a:spcAft>
              <a:buNone/>
            </a:pPr>
            <a:r>
              <a:rPr lang="en-US" dirty="0"/>
              <a:t>REST consumers provide Kafka access through HTTP, but they are stateful resources that clients must create, poll, commit, and clean up. They are useful for moderate-volume integrations where native Kafka libraries are unavailable. For high-throughput or latency-sensitive workloads, native Kafka consumers provide better performance, reliability, and control.</a:t>
            </a:r>
            <a:br>
              <a:rPr lang="en-US" dirty="0"/>
            </a:br>
            <a:br>
              <a:rPr lang="en-US" dirty="0"/>
            </a:br>
            <a:r>
              <a:rPr dirty="0"/>
              <a:t>https://</a:t>
            </a:r>
            <a:r>
              <a:rPr dirty="0" err="1"/>
              <a:t>docs.confluent.io</a:t>
            </a:r>
            <a:r>
              <a:rPr dirty="0"/>
              <a:t>/platform/current/</a:t>
            </a:r>
            <a:r>
              <a:rPr dirty="0" err="1"/>
              <a:t>kafka</a:t>
            </a:r>
            <a:r>
              <a:rPr dirty="0"/>
              <a:t>-rest/</a:t>
            </a:r>
            <a:r>
              <a:rPr dirty="0" err="1"/>
              <a:t>index.html</a:t>
            </a:r>
            <a:endParaRPr dirty="0"/>
          </a:p>
        </p:txBody>
      </p:sp>
      <p:sp>
        <p:nvSpPr>
          <p:cNvPr id="4" name="Slide Number Placeholder 3">
            <a:extLst>
              <a:ext uri="{FF2B5EF4-FFF2-40B4-BE49-F238E27FC236}">
                <a16:creationId xmlns:a16="http://schemas.microsoft.com/office/drawing/2014/main" id="{0C1CF229-9753-DB99-6768-B2D6416CCDC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23287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955BF-CBF8-EF36-6670-12533A0B4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12BF2-624D-8CEE-B937-6507B4D3A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56C90-9C57-314F-D062-FA19CBFB30AE}"/>
              </a:ext>
            </a:extLst>
          </p:cNvPr>
          <p:cNvSpPr>
            <a:spLocks noGrp="1"/>
          </p:cNvSpPr>
          <p:nvPr>
            <p:ph type="body" idx="1"/>
          </p:nvPr>
        </p:nvSpPr>
        <p:spPr/>
        <p:txBody>
          <a:bodyPr/>
          <a:lstStyle/>
          <a:p>
            <a:pPr marL="171450" lvl="0" indent="-171450">
              <a:buFont typeface="Arial" panose="020B0604020202020204" pitchFamily="34" charset="0"/>
              <a:buChar char="•"/>
            </a:pPr>
            <a:r>
              <a:rPr lang="en-US" dirty="0"/>
              <a:t>On produce, the client sends an HTTP request and selects the serialization format through the content type.</a:t>
            </a:r>
          </a:p>
          <a:p>
            <a:pPr marL="171450" lvl="0" indent="-171450">
              <a:buFont typeface="Arial" panose="020B0604020202020204" pitchFamily="34" charset="0"/>
              <a:buChar char="•"/>
            </a:pPr>
            <a:r>
              <a:rPr lang="en-US" dirty="0"/>
              <a:t>REST Proxy parses the request and converts the record into Kafka-compatible bytes.</a:t>
            </a:r>
          </a:p>
          <a:p>
            <a:pPr marL="171450" lvl="0" indent="-171450">
              <a:buFont typeface="Arial" panose="020B0604020202020204" pitchFamily="34" charset="0"/>
              <a:buChar char="•"/>
            </a:pPr>
            <a:r>
              <a:rPr lang="en-US" dirty="0"/>
              <a:t>For Avro, </a:t>
            </a:r>
            <a:r>
              <a:rPr lang="en-US" dirty="0" err="1"/>
              <a:t>Protobuf</a:t>
            </a:r>
            <a:r>
              <a:rPr lang="en-US" dirty="0"/>
              <a:t>, and JSON Schema, it registers or retrieves the schema and embeds the schema ID.</a:t>
            </a:r>
          </a:p>
          <a:p>
            <a:pPr marL="171450" lvl="0" indent="-171450">
              <a:buFont typeface="Arial" panose="020B0604020202020204" pitchFamily="34" charset="0"/>
              <a:buChar char="•"/>
            </a:pPr>
            <a:r>
              <a:rPr lang="en-US" dirty="0"/>
              <a:t>Kafka stores the resulting bytes without interpreting the payload.</a:t>
            </a:r>
          </a:p>
          <a:p>
            <a:pPr marL="171450" lvl="0" indent="-171450">
              <a:buFont typeface="Arial" panose="020B0604020202020204" pitchFamily="34" charset="0"/>
              <a:buChar char="•"/>
            </a:pPr>
            <a:r>
              <a:rPr lang="en-US" dirty="0"/>
              <a:t>On consume, REST Proxy reads those bytes, resolves the schema when required, and deserializes the record into the requested HTTP representation.</a:t>
            </a:r>
          </a:p>
          <a:p>
            <a:pPr marL="171450" lvl="0" indent="-171450">
              <a:buFont typeface="Arial" panose="020B0604020202020204" pitchFamily="34" charset="0"/>
              <a:buChar char="•"/>
            </a:pPr>
            <a:r>
              <a:rPr lang="en-US" dirty="0"/>
              <a:t>Binary values are Base64-encoded when returned inside a JSON response.</a:t>
            </a:r>
          </a:p>
        </p:txBody>
      </p:sp>
      <p:sp>
        <p:nvSpPr>
          <p:cNvPr id="4" name="Slide Number Placeholder 3">
            <a:extLst>
              <a:ext uri="{FF2B5EF4-FFF2-40B4-BE49-F238E27FC236}">
                <a16:creationId xmlns:a16="http://schemas.microsoft.com/office/drawing/2014/main" id="{4CD4B927-663A-E88D-BF51-933E4DF3618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851713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Kafka stores and distributes events. Stream-processing services continuously interpret and transform those events. We will compare two different levels of capability: ksqlDB and Apache Flink.</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https://docs.confluent.io/platform/current/ksqldb/index.html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err="1"/>
              <a:t>ksqlDB</a:t>
            </a:r>
            <a:r>
              <a:rPr dirty="0"/>
              <a:t> provides a SQL-like model for processing Kafka data. A stream represents an append-only sequence of facts. A table represents the latest state for each key and is updated as new events arrive. Persistent queries run continuously and usually create new streams, tables, and Kafka topics. Push queries continuously return changes, while pull queries retrieve current materialized state. </a:t>
            </a:r>
            <a:r>
              <a:rPr dirty="0" err="1"/>
              <a:t>ksqlDB</a:t>
            </a:r>
            <a:r>
              <a:rPr dirty="0"/>
              <a:t> is well suited to filtering, projection, enrichment, joins, and windowed aggregation when a SQL-oriented approach is sufficient. Stateful queries still require careful partitioning, capacity planning, and operational monitoring.</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docs.confluent.io</a:t>
            </a:r>
            <a:r>
              <a:rPr dirty="0"/>
              <a:t>/platform/current/</a:t>
            </a:r>
            <a:r>
              <a:rPr dirty="0" err="1"/>
              <a:t>ksqldb</a:t>
            </a:r>
            <a:r>
              <a:rPr dirty="0"/>
              <a:t>/</a:t>
            </a:r>
            <a:r>
              <a:rPr dirty="0" err="1"/>
              <a:t>index.html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Apache Flink is designed for sophisticated stateful stream processing. Event time lets a job reason about when an event actually occurred rather than only when it was processed. Watermarks provide a way to manage late or out-of-order events. Flink can maintain substantial application state across a distributed job. Checkpoints are created automatically for fault recovery, while </a:t>
            </a:r>
            <a:r>
              <a:rPr dirty="0" err="1"/>
              <a:t>savepoints</a:t>
            </a:r>
            <a:r>
              <a:rPr dirty="0"/>
              <a:t> are operator-controlled snapshots commonly used for upgrades, migration, or planned changes. Flink is a strong fit when the processing logic, time semantics, or state requirements exceed what a simpler SQL pipeline should carry.</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docs.confluent.io</a:t>
            </a:r>
            <a:r>
              <a:rPr dirty="0"/>
              <a:t>/cp-</a:t>
            </a:r>
            <a:r>
              <a:rPr dirty="0" err="1"/>
              <a:t>flink</a:t>
            </a:r>
            <a:r>
              <a:rPr dirty="0"/>
              <a:t>/current/</a:t>
            </a:r>
            <a:r>
              <a:rPr dirty="0" err="1"/>
              <a:t>overview.html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D6F4C-8800-3DF8-C0EA-4BD9149B5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D7F22-4D47-416F-62CA-8B9DF8FAD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27B98B-913C-2F07-109A-DCADA982AFAA}"/>
              </a:ext>
            </a:extLst>
          </p:cNvPr>
          <p:cNvSpPr>
            <a:spLocks noGrp="1"/>
          </p:cNvSpPr>
          <p:nvPr>
            <p:ph type="body" idx="1"/>
          </p:nvPr>
        </p:nvSpPr>
        <p:spPr/>
        <p:txBody>
          <a:bodyPr/>
          <a:lstStyle/>
          <a:p>
            <a:pPr marL="0" lvl="0" indent="0" algn="l">
              <a:spcBef>
                <a:spcPts val="0"/>
              </a:spcBef>
              <a:spcAft>
                <a:spcPts val="0"/>
              </a:spcAft>
              <a:buNone/>
            </a:pPr>
            <a:r>
              <a:rPr dirty="0"/>
              <a:t>Apache Flink is designed for sophisticated stateful stream processing. Event time lets a job reason about when an event actually occurred rather than only when it was processed. Watermarks provide a way to manage late or out-of-order events. Flink can maintain substantial application state across a distributed job. Checkpoints are created automatically for fault recovery, while </a:t>
            </a:r>
            <a:r>
              <a:rPr dirty="0" err="1"/>
              <a:t>savepoints</a:t>
            </a:r>
            <a:r>
              <a:rPr dirty="0"/>
              <a:t> are operator-controlled snapshots commonly used for upgrades, migration, or planned changes. Flink is a strong fit when the processing logic, time semantics, or state requirements exceed what a simpler SQL pipeline should carry.</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docs.confluent.io</a:t>
            </a:r>
            <a:r>
              <a:rPr dirty="0"/>
              <a:t>/cp-</a:t>
            </a:r>
            <a:r>
              <a:rPr dirty="0" err="1"/>
              <a:t>flink</a:t>
            </a:r>
            <a:r>
              <a:rPr dirty="0"/>
              <a:t>/current/</a:t>
            </a:r>
            <a:r>
              <a:rPr dirty="0" err="1"/>
              <a:t>overview.html</a:t>
            </a:r>
            <a:endParaRPr dirty="0"/>
          </a:p>
        </p:txBody>
      </p:sp>
      <p:sp>
        <p:nvSpPr>
          <p:cNvPr id="4" name="Slide Number Placeholder 3">
            <a:extLst>
              <a:ext uri="{FF2B5EF4-FFF2-40B4-BE49-F238E27FC236}">
                <a16:creationId xmlns:a16="http://schemas.microsoft.com/office/drawing/2014/main" id="{31361AA5-3C51-9FBB-E107-04ACF5CF9B6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03693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The choice should start with the processing requirement, not with product preference. </a:t>
            </a:r>
            <a:r>
              <a:rPr dirty="0" err="1"/>
              <a:t>ksqlDB</a:t>
            </a:r>
            <a:r>
              <a:rPr dirty="0"/>
              <a:t> is often the simplest fit for SQL-accessible filters, transformations, joins, aggregations, and materialized views. Flink is appropriate for more complex stateful processing, advanced event-time behavior, and applications that require deeper control. Both depend on sound Kafka topic design, keys, partitions, schemas, and security. A more powerful engine also brings additional operational responsibilities. The future-state design should therefore consider team skills, deployment model, recovery procedures, observability, and ownership—not only whether a feature is technically possible.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docs.confluent.io</a:t>
            </a:r>
            <a:r>
              <a:rPr dirty="0"/>
              <a:t>/platform/current/</a:t>
            </a:r>
            <a:r>
              <a:rPr dirty="0" err="1"/>
              <a:t>ksqldb</a:t>
            </a:r>
            <a:r>
              <a:rPr dirty="0"/>
              <a:t>/</a:t>
            </a:r>
            <a:r>
              <a:rPr dirty="0" err="1"/>
              <a:t>index.html</a:t>
            </a:r>
            <a:endParaRPr dirty="0"/>
          </a:p>
          <a:p>
            <a:pPr marL="0" lvl="0" indent="0" algn="l">
              <a:spcBef>
                <a:spcPts val="0"/>
              </a:spcBef>
              <a:spcAft>
                <a:spcPts val="0"/>
              </a:spcAft>
              <a:buNone/>
            </a:pPr>
            <a:r>
              <a:rPr dirty="0"/>
              <a:t>https://</a:t>
            </a:r>
            <a:r>
              <a:rPr dirty="0" err="1"/>
              <a:t>docs.confluent.io</a:t>
            </a:r>
            <a:r>
              <a:rPr dirty="0"/>
              <a:t>/cp-</a:t>
            </a:r>
            <a:r>
              <a:rPr dirty="0" err="1"/>
              <a:t>flink</a:t>
            </a:r>
            <a:r>
              <a:rPr dirty="0"/>
              <a:t>/current/</a:t>
            </a:r>
            <a:r>
              <a:rPr dirty="0" err="1"/>
              <a:t>overview.html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We will close the service tour with Control Center, which brings Kafka-specific management and monitoring information into one operator interface.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https://docs.confluent.io/control-center/current/overview.html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Control Center is the platform-oriented interface for managing and monitoring Kafka and supported Confluent services. It can show cluster health, brokers, topics, partitions, production and consumption activity, and consumer-group lag. It can also display status information from services such as Connect and ksqlDB and provide schema-related functions. The exact information available depends on the Control Center version, operating mode, permissions, and required metric collection. Control Center complements enterprise tools such as Dynatrace, Prometheus, and Splunk; it does not replace infrastructure monitoring, centralized log management, or enterprise incident workflows.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https://docs.confluent.io/control-center/current/overview.html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3D72-F5D1-46B2-04F5-41CA3416F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3A683-FD40-10FB-D917-74C17A086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0B027-909D-6446-D506-9A6C7EA3A331}"/>
              </a:ext>
            </a:extLst>
          </p:cNvPr>
          <p:cNvSpPr>
            <a:spLocks noGrp="1"/>
          </p:cNvSpPr>
          <p:nvPr>
            <p:ph type="body" idx="1"/>
          </p:nvPr>
        </p:nvSpPr>
        <p:spPr/>
        <p:txBody>
          <a:bodyPr/>
          <a:lstStyle/>
          <a:p>
            <a:pPr marL="171450" lvl="0" indent="-171450">
              <a:buFont typeface="Arial" panose="020B0604020202020204" pitchFamily="34" charset="0"/>
              <a:buChar char="•"/>
            </a:pPr>
            <a:r>
              <a:rPr lang="en-US" dirty="0"/>
              <a:t>Users access Control Center through </a:t>
            </a:r>
            <a:r>
              <a:rPr lang="en-US" b="1" dirty="0"/>
              <a:t>enterprise SSO</a:t>
            </a:r>
            <a:r>
              <a:rPr lang="en-US" dirty="0"/>
              <a:t>, while </a:t>
            </a:r>
            <a:r>
              <a:rPr lang="en-US" b="1" dirty="0"/>
              <a:t>MDS and RBAC</a:t>
            </a:r>
            <a:r>
              <a:rPr lang="en-US" dirty="0"/>
              <a:t> determine which Kafka resources and actions they can access. </a:t>
            </a:r>
          </a:p>
          <a:p>
            <a:pPr marL="171450" lvl="0" indent="-171450">
              <a:buFont typeface="Arial" panose="020B0604020202020204" pitchFamily="34" charset="0"/>
              <a:buChar char="•"/>
            </a:pPr>
            <a:r>
              <a:rPr lang="en-US" dirty="0"/>
              <a:t>C3 provides Kafka-focused visibility into </a:t>
            </a:r>
            <a:r>
              <a:rPr lang="en-US" b="1" dirty="0"/>
              <a:t>cluster health, brokers, topics, partitions, throughput, latency, producers, consumers, and consumer-group lag</a:t>
            </a:r>
            <a:r>
              <a:rPr lang="en-US" dirty="0"/>
              <a:t>. </a:t>
            </a:r>
          </a:p>
          <a:p>
            <a:pPr marL="171450" lvl="0" indent="-171450">
              <a:buFont typeface="Arial" panose="020B0604020202020204" pitchFamily="34" charset="0"/>
              <a:buChar char="•"/>
            </a:pPr>
            <a:r>
              <a:rPr lang="en-US" dirty="0"/>
              <a:t>It also provides operational navigation for </a:t>
            </a:r>
            <a:r>
              <a:rPr lang="en-US" b="1" dirty="0"/>
              <a:t>Kafka Connect, </a:t>
            </a:r>
            <a:r>
              <a:rPr lang="en-US" b="1" dirty="0" err="1"/>
              <a:t>ksqlDB</a:t>
            </a:r>
            <a:r>
              <a:rPr lang="en-US" b="1" dirty="0"/>
              <a:t>, and Schema Registry</a:t>
            </a:r>
            <a:r>
              <a:rPr lang="en-US" dirty="0"/>
              <a:t>. </a:t>
            </a:r>
          </a:p>
          <a:p>
            <a:pPr marL="171450" lvl="0" indent="-171450">
              <a:buFont typeface="Arial" panose="020B0604020202020204" pitchFamily="34" charset="0"/>
              <a:buChar char="•"/>
            </a:pPr>
            <a:r>
              <a:rPr lang="en-US" b="1" dirty="0"/>
              <a:t>Message inspection can expose sensitive payloads</a:t>
            </a:r>
            <a:r>
              <a:rPr lang="en-US" dirty="0"/>
              <a:t>, so access must be restricted, monitored, and audited. </a:t>
            </a:r>
          </a:p>
          <a:p>
            <a:pPr marL="171450" lvl="0" indent="-171450">
              <a:buFont typeface="Arial" panose="020B0604020202020204" pitchFamily="34" charset="0"/>
              <a:buChar char="•"/>
            </a:pPr>
            <a:r>
              <a:rPr lang="en-US" dirty="0"/>
              <a:t>C3 visibility depends on properly configured </a:t>
            </a:r>
            <a:r>
              <a:rPr lang="en-US" b="1" dirty="0"/>
              <a:t>metrics reporters, monitoring data, metadata, and service APIs</a:t>
            </a:r>
            <a:r>
              <a:rPr lang="en-US" dirty="0"/>
              <a:t>. </a:t>
            </a:r>
          </a:p>
          <a:p>
            <a:pPr marL="171450" lvl="0" indent="-171450">
              <a:buFont typeface="Arial" panose="020B0604020202020204" pitchFamily="34" charset="0"/>
              <a:buChar char="•"/>
            </a:pPr>
            <a:r>
              <a:rPr lang="en-US" dirty="0"/>
              <a:t>Missing or stale telemetry can create an incomplete view of platform health. </a:t>
            </a:r>
          </a:p>
          <a:p>
            <a:pPr marL="171450" lvl="0" indent="-171450">
              <a:buFont typeface="Arial" panose="020B0604020202020204" pitchFamily="34" charset="0"/>
              <a:buChar char="•"/>
            </a:pPr>
            <a:r>
              <a:rPr lang="en-US" b="1" dirty="0"/>
              <a:t>Prometheus</a:t>
            </a:r>
            <a:r>
              <a:rPr lang="en-US" dirty="0"/>
              <a:t> collects metrics, </a:t>
            </a:r>
            <a:r>
              <a:rPr lang="en-US" b="1" dirty="0"/>
              <a:t>Dynatrace</a:t>
            </a:r>
            <a:r>
              <a:rPr lang="en-US" dirty="0"/>
              <a:t> provides infrastructure and application context, and </a:t>
            </a:r>
            <a:r>
              <a:rPr lang="en-US" b="1" dirty="0"/>
              <a:t>Splunk</a:t>
            </a:r>
            <a:r>
              <a:rPr lang="en-US" dirty="0"/>
              <a:t> supports logs, audit events, and search. </a:t>
            </a:r>
          </a:p>
          <a:p>
            <a:pPr marL="171450" lvl="0" indent="-171450">
              <a:buFont typeface="Arial" panose="020B0604020202020204" pitchFamily="34" charset="0"/>
              <a:buChar char="•"/>
            </a:pPr>
            <a:r>
              <a:rPr lang="en-US" dirty="0"/>
              <a:t>Control Center complements these enterprise tools; it does </a:t>
            </a:r>
            <a:r>
              <a:rPr lang="en-US" b="1" dirty="0"/>
              <a:t>not replace enterprise monitoring or log management</a:t>
            </a:r>
            <a:r>
              <a:rPr lang="en-US" dirty="0"/>
              <a:t>.</a:t>
            </a:r>
          </a:p>
        </p:txBody>
      </p:sp>
      <p:sp>
        <p:nvSpPr>
          <p:cNvPr id="4" name="Slide Number Placeholder 3">
            <a:extLst>
              <a:ext uri="{FF2B5EF4-FFF2-40B4-BE49-F238E27FC236}">
                <a16:creationId xmlns:a16="http://schemas.microsoft.com/office/drawing/2014/main" id="{2777E432-8E06-BDB6-B83E-5F1AFDA16F4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842375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Let me close with one message. Confluent Platform is not seven unrelated services. Kafka brokers provide the durable event foundation. Schema Registry governs data contracts. Connect standardizes integration. REST Proxy provides selective HTTP access. </a:t>
            </a:r>
            <a:r>
              <a:rPr dirty="0" err="1"/>
              <a:t>ksqlDB</a:t>
            </a:r>
            <a:r>
              <a:rPr dirty="0"/>
              <a:t> and Flink process events at different levels of complexity. Control Center gives operators a Kafka-focused view. Successful adoption depends on treating these as connected capabilities with clear ownership, security, observability, and lifecycle standards. I would now like to take final questions and capture any topics that deserve a deeper follow-up session.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C8E62-4298-4079-BD32-65C0CF0E8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6C2E9-09B3-77E3-78BD-2C4EF95F7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2A928-29C9-ECD1-192C-05A721DA9103}"/>
              </a:ext>
            </a:extLst>
          </p:cNvPr>
          <p:cNvSpPr>
            <a:spLocks noGrp="1"/>
          </p:cNvSpPr>
          <p:nvPr>
            <p:ph type="body" idx="1"/>
          </p:nvPr>
        </p:nvSpPr>
        <p:spPr/>
        <p:txBody>
          <a:bodyPr/>
          <a:lstStyle/>
          <a:p>
            <a:pPr marL="0" lvl="0" indent="0" algn="l">
              <a:spcBef>
                <a:spcPts val="0"/>
              </a:spcBef>
              <a:spcAft>
                <a:spcPts val="0"/>
              </a:spcAft>
              <a:buNone/>
            </a:pPr>
            <a:endParaRPr dirty="0"/>
          </a:p>
        </p:txBody>
      </p:sp>
      <p:sp>
        <p:nvSpPr>
          <p:cNvPr id="4" name="Slide Number Placeholder 3">
            <a:extLst>
              <a:ext uri="{FF2B5EF4-FFF2-40B4-BE49-F238E27FC236}">
                <a16:creationId xmlns:a16="http://schemas.microsoft.com/office/drawing/2014/main" id="{2653B0C8-7FB4-B098-E397-7DC2D99E14A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380959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ogo_Denim">
  <p:cSld name="Logo_Denim">
    <p:bg>
      <p:bgPr>
        <a:solidFill>
          <a:schemeClr val="dk2"/>
        </a:solidFill>
        <a:effectLst/>
      </p:bgPr>
    </p:bg>
    <p:spTree>
      <p:nvGrpSpPr>
        <p:cNvPr id="1" name=""/>
        <p:cNvGrpSpPr/>
        <p:nvPr/>
      </p:nvGrpSpPr>
      <p:grpSpPr>
        <a:xfrm>
          <a:off x="0" y="0"/>
          <a:ext cx="0" cy="0"/>
          <a:chOff x="0" y="0"/>
          <a:chExt cx="0" cy="0"/>
        </a:xfrm>
      </p:grpSpPr>
      <p:pic>
        <p:nvPicPr>
          <p:cNvPr id="2" name="Google Shape;11;p2"/>
          <p:cNvPicPr>
            <a:picLocks noChangeAspect="1"/>
          </p:cNvPicPr>
          <p:nvPr/>
        </p:nvPicPr>
        <p:blipFill rotWithShape="1">
          <a:blip r:embed="rId2">
            <a:alphaModFix/>
          </a:blip>
          <a:srcRect/>
          <a:stretch/>
        </p:blipFill>
        <p:spPr>
          <a:xfrm>
            <a:off x="1213833" y="2028178"/>
            <a:ext cx="6716331" cy="1087144"/>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_Denim">
  <p:cSld name="Title Only_Powder_1_1">
    <p:bg>
      <p:bgPr>
        <a:solidFill>
          <a:schemeClr val="dk2"/>
        </a:solidFill>
        <a:effectLst/>
      </p:bgPr>
    </p:bg>
    <p:spTree>
      <p:nvGrpSpPr>
        <p:cNvPr id="1" name=""/>
        <p:cNvGrpSpPr/>
        <p:nvPr/>
      </p:nvGrpSpPr>
      <p:grpSpPr>
        <a:xfrm>
          <a:off x="0" y="0"/>
          <a:ext cx="0" cy="0"/>
          <a:chOff x="0" y="0"/>
          <a:chExt cx="0" cy="0"/>
        </a:xfrm>
      </p:grpSpPr>
      <p:sp>
        <p:nvSpPr>
          <p:cNvPr id="13" name="Google Shape;13;p3">
            <a:extLst>
              <a:ext uri="{FF2B5EF4-FFF2-40B4-BE49-F238E27FC236}">
                <a16:creationId xmlns:a16="http://schemas.microsoft.com/office/drawing/2014/main" id="{167FF09B-C2A8-4195-944B-E9275B22A449}"/>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_white" type="titleOnly">
  <p:cSld name="TITLE_ONLY">
    <p:spTree>
      <p:nvGrpSpPr>
        <p:cNvPr id="1" name=""/>
        <p:cNvGrpSpPr/>
        <p:nvPr/>
      </p:nvGrpSpPr>
      <p:grpSpPr>
        <a:xfrm>
          <a:off x="0" y="0"/>
          <a:ext cx="0" cy="0"/>
          <a:chOff x="0" y="0"/>
          <a:chExt cx="0" cy="0"/>
        </a:xfrm>
      </p:grpSpPr>
      <p:sp>
        <p:nvSpPr>
          <p:cNvPr id="17" name="Google Shape;17;p4">
            <a:extLst>
              <a:ext uri="{FF2B5EF4-FFF2-40B4-BE49-F238E27FC236}">
                <a16:creationId xmlns:a16="http://schemas.microsoft.com/office/drawing/2014/main" id="{1F4A73C9-51DB-4970-ABFF-64863F7F1433}"/>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1800"/>
              <a:buNone/>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_3_column">
  <p:cSld name="Title and Content_3_column">
    <p:spTree>
      <p:nvGrpSpPr>
        <p:cNvPr id="1" name=""/>
        <p:cNvGrpSpPr/>
        <p:nvPr/>
      </p:nvGrpSpPr>
      <p:grpSpPr>
        <a:xfrm>
          <a:off x="0" y="0"/>
          <a:ext cx="0" cy="0"/>
          <a:chOff x="0" y="0"/>
          <a:chExt cx="0" cy="0"/>
        </a:xfrm>
      </p:grpSpPr>
      <p:sp>
        <p:nvSpPr>
          <p:cNvPr id="20" name="Google Shape;20;p5">
            <a:extLst>
              <a:ext uri="{FF2B5EF4-FFF2-40B4-BE49-F238E27FC236}">
                <a16:creationId xmlns:a16="http://schemas.microsoft.com/office/drawing/2014/main" id="{594281E1-D961-4165-A08C-12FF7FCF1A2D}"/>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22" name="Google Shape;22;p5">
            <a:extLst>
              <a:ext uri="{FF2B5EF4-FFF2-40B4-BE49-F238E27FC236}">
                <a16:creationId xmlns:a16="http://schemas.microsoft.com/office/drawing/2014/main" id="{07A4FB4B-F017-4DCD-8D71-4BEC1C592E2A}"/>
              </a:ext>
            </a:extLst>
          </p:cNvPr>
          <p:cNvSpPr>
            <a:spLocks noGrp="1"/>
          </p:cNvSpPr>
          <p:nvPr>
            <p:ph type="body" idx="1"/>
          </p:nvPr>
        </p:nvSpPr>
        <p:spPr>
          <a:xfrm>
            <a:off x="342902"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317500" algn="l">
              <a:lnSpc>
                <a:spcPct val="100000"/>
              </a:lnSpc>
              <a:spcBef>
                <a:spcPts val="400"/>
              </a:spcBef>
              <a:spcAft>
                <a:spcPts val="0"/>
              </a:spcAft>
              <a:buClr>
                <a:schemeClr val="dk1"/>
              </a:buClr>
              <a:buSzPts val="1400"/>
              <a:buChar char="•"/>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
        <p:nvSpPr>
          <p:cNvPr id="23" name="Google Shape;23;p5">
            <a:extLst>
              <a:ext uri="{FF2B5EF4-FFF2-40B4-BE49-F238E27FC236}">
                <a16:creationId xmlns:a16="http://schemas.microsoft.com/office/drawing/2014/main" id="{AF751577-0433-4E8E-A9F7-6A472C2BD880}"/>
              </a:ext>
            </a:extLst>
          </p:cNvPr>
          <p:cNvSpPr>
            <a:spLocks noGrp="1"/>
          </p:cNvSpPr>
          <p:nvPr>
            <p:ph type="body" idx="2"/>
          </p:nvPr>
        </p:nvSpPr>
        <p:spPr>
          <a:xfrm>
            <a:off x="3307261"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317500" algn="l">
              <a:lnSpc>
                <a:spcPct val="100000"/>
              </a:lnSpc>
              <a:spcBef>
                <a:spcPts val="400"/>
              </a:spcBef>
              <a:spcAft>
                <a:spcPts val="0"/>
              </a:spcAft>
              <a:buClr>
                <a:schemeClr val="dk1"/>
              </a:buClr>
              <a:buSzPts val="1400"/>
              <a:buChar char="•"/>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
        <p:nvSpPr>
          <p:cNvPr id="24" name="Google Shape;24;p5">
            <a:extLst>
              <a:ext uri="{FF2B5EF4-FFF2-40B4-BE49-F238E27FC236}">
                <a16:creationId xmlns:a16="http://schemas.microsoft.com/office/drawing/2014/main" id="{A1636F0D-619C-4723-9C46-50DA6E4B06ED}"/>
              </a:ext>
            </a:extLst>
          </p:cNvPr>
          <p:cNvSpPr>
            <a:spLocks noGrp="1"/>
          </p:cNvSpPr>
          <p:nvPr>
            <p:ph type="body" idx="3"/>
          </p:nvPr>
        </p:nvSpPr>
        <p:spPr>
          <a:xfrm>
            <a:off x="6269141"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317500" algn="l">
              <a:lnSpc>
                <a:spcPct val="100000"/>
              </a:lnSpc>
              <a:spcBef>
                <a:spcPts val="400"/>
              </a:spcBef>
              <a:spcAft>
                <a:spcPts val="0"/>
              </a:spcAft>
              <a:buClr>
                <a:schemeClr val="dk1"/>
              </a:buClr>
              <a:buSzPts val="1400"/>
              <a:buChar char="•"/>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_white" type="obj">
  <p:cSld name="OBJECT">
    <p:spTree>
      <p:nvGrpSpPr>
        <p:cNvPr id="1" name=""/>
        <p:cNvGrpSpPr/>
        <p:nvPr/>
      </p:nvGrpSpPr>
      <p:grpSpPr>
        <a:xfrm>
          <a:off x="0" y="0"/>
          <a:ext cx="0" cy="0"/>
          <a:chOff x="0" y="0"/>
          <a:chExt cx="0" cy="0"/>
        </a:xfrm>
      </p:grpSpPr>
      <p:sp>
        <p:nvSpPr>
          <p:cNvPr id="26" name="Google Shape;26;p6">
            <a:extLst>
              <a:ext uri="{FF2B5EF4-FFF2-40B4-BE49-F238E27FC236}">
                <a16:creationId xmlns:a16="http://schemas.microsoft.com/office/drawing/2014/main" id="{2A09860E-BD53-4B09-87BB-A966A4D14F8F}"/>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27" name="Google Shape;27;p6">
            <a:extLst>
              <a:ext uri="{FF2B5EF4-FFF2-40B4-BE49-F238E27FC236}">
                <a16:creationId xmlns:a16="http://schemas.microsoft.com/office/drawing/2014/main" id="{224AB113-CF1B-44D6-9266-982C77FF8A0A}"/>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317500" algn="l">
              <a:lnSpc>
                <a:spcPct val="100000"/>
              </a:lnSpc>
              <a:spcBef>
                <a:spcPts val="400"/>
              </a:spcBef>
              <a:spcAft>
                <a:spcPts val="0"/>
              </a:spcAft>
              <a:buClr>
                <a:schemeClr val="dk1"/>
              </a:buClr>
              <a:buSzPts val="1400"/>
              <a:buChar char="•"/>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_Denim">
  <p:cSld name="Title and Content_Denim">
    <p:bg>
      <p:bgPr>
        <a:solidFill>
          <a:schemeClr val="dk2"/>
        </a:solidFill>
        <a:effectLst/>
      </p:bgPr>
    </p:bg>
    <p:spTree>
      <p:nvGrpSpPr>
        <p:cNvPr id="1" name=""/>
        <p:cNvGrpSpPr/>
        <p:nvPr/>
      </p:nvGrpSpPr>
      <p:grpSpPr>
        <a:xfrm>
          <a:off x="0" y="0"/>
          <a:ext cx="0" cy="0"/>
          <a:chOff x="0" y="0"/>
          <a:chExt cx="0" cy="0"/>
        </a:xfrm>
      </p:grpSpPr>
      <p:sp>
        <p:nvSpPr>
          <p:cNvPr id="30" name="Google Shape;30;p7">
            <a:extLst>
              <a:ext uri="{FF2B5EF4-FFF2-40B4-BE49-F238E27FC236}">
                <a16:creationId xmlns:a16="http://schemas.microsoft.com/office/drawing/2014/main" id="{081242C6-E847-47BE-8716-56D4CABE0870}"/>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32" name="Google Shape;32;p7">
            <a:extLst>
              <a:ext uri="{FF2B5EF4-FFF2-40B4-BE49-F238E27FC236}">
                <a16:creationId xmlns:a16="http://schemas.microsoft.com/office/drawing/2014/main" id="{207B3370-74FA-405F-86FF-C67D2A241F9E}"/>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lt1"/>
              </a:buClr>
              <a:buSzPts val="1400"/>
              <a:buChar char="•"/>
              <a:defRPr>
                <a:solidFill>
                  <a:schemeClr val="lt1"/>
                </a:solidFill>
              </a:defRPr>
            </a:lvl1pPr>
            <a:lvl2pPr marL="914400" indent="-317500" algn="l">
              <a:lnSpc>
                <a:spcPct val="100000"/>
              </a:lnSpc>
              <a:spcBef>
                <a:spcPts val="400"/>
              </a:spcBef>
              <a:spcAft>
                <a:spcPts val="0"/>
              </a:spcAft>
              <a:buClr>
                <a:schemeClr val="lt1"/>
              </a:buClr>
              <a:buSzPts val="1400"/>
              <a:buChar char="•"/>
              <a:defRPr>
                <a:solidFill>
                  <a:schemeClr val="lt1"/>
                </a:solidFill>
              </a:defRPr>
            </a:lvl2pPr>
            <a:lvl3pPr marL="1371600" indent="-317500" algn="l">
              <a:lnSpc>
                <a:spcPct val="100000"/>
              </a:lnSpc>
              <a:spcBef>
                <a:spcPts val="400"/>
              </a:spcBef>
              <a:spcAft>
                <a:spcPts val="0"/>
              </a:spcAft>
              <a:buClr>
                <a:schemeClr val="lt1"/>
              </a:buClr>
              <a:buSzPts val="1400"/>
              <a:buChar char="•"/>
              <a:defRPr>
                <a:solidFill>
                  <a:schemeClr val="lt1"/>
                </a:solidFill>
              </a:defRPr>
            </a:lvl3pPr>
            <a:lvl4pPr marL="1828800" indent="-317500" algn="l">
              <a:lnSpc>
                <a:spcPct val="100000"/>
              </a:lnSpc>
              <a:spcBef>
                <a:spcPts val="400"/>
              </a:spcBef>
              <a:spcAft>
                <a:spcPts val="0"/>
              </a:spcAft>
              <a:buClr>
                <a:schemeClr val="lt1"/>
              </a:buClr>
              <a:buSzPts val="1400"/>
              <a:buChar char="•"/>
              <a:defRPr>
                <a:solidFill>
                  <a:schemeClr val="lt1"/>
                </a:solidFill>
              </a:defRPr>
            </a:lvl4pPr>
            <a:lvl5pPr marL="2286000" indent="-317500" algn="l">
              <a:lnSpc>
                <a:spcPct val="100000"/>
              </a:lnSpc>
              <a:spcBef>
                <a:spcPts val="400"/>
              </a:spcBef>
              <a:spcAft>
                <a:spcPts val="0"/>
              </a:spcAft>
              <a:buClr>
                <a:schemeClr val="lt1"/>
              </a:buClr>
              <a:buSzPts val="1400"/>
              <a:buChar char="•"/>
              <a:defRPr>
                <a:solidFill>
                  <a:schemeClr val="lt1"/>
                </a:solidFill>
              </a:defRPr>
            </a:lvl5pPr>
            <a:lvl6pPr marL="2743200" indent="-317500" algn="l">
              <a:lnSpc>
                <a:spcPct val="100000"/>
              </a:lnSpc>
              <a:spcBef>
                <a:spcPts val="400"/>
              </a:spcBef>
              <a:spcAft>
                <a:spcPts val="0"/>
              </a:spcAft>
              <a:buClr>
                <a:schemeClr val="lt1"/>
              </a:buClr>
              <a:buSzPts val="1400"/>
              <a:buChar char="•"/>
              <a:defRPr>
                <a:solidFill>
                  <a:schemeClr val="lt1"/>
                </a:solidFill>
              </a:defRPr>
            </a:lvl6pPr>
            <a:lvl7pPr marL="3200400" indent="-317500" algn="l">
              <a:lnSpc>
                <a:spcPct val="100000"/>
              </a:lnSpc>
              <a:spcBef>
                <a:spcPts val="400"/>
              </a:spcBef>
              <a:spcAft>
                <a:spcPts val="0"/>
              </a:spcAft>
              <a:buClr>
                <a:schemeClr val="lt1"/>
              </a:buClr>
              <a:buSzPts val="1400"/>
              <a:buChar char="•"/>
              <a:defRPr>
                <a:solidFill>
                  <a:schemeClr val="lt1"/>
                </a:solidFill>
              </a:defRPr>
            </a:lvl7pPr>
            <a:lvl8pPr marL="3657600" indent="-317500" algn="l">
              <a:lnSpc>
                <a:spcPct val="100000"/>
              </a:lnSpc>
              <a:spcBef>
                <a:spcPts val="400"/>
              </a:spcBef>
              <a:spcAft>
                <a:spcPts val="0"/>
              </a:spcAft>
              <a:buClr>
                <a:schemeClr val="lt1"/>
              </a:buClr>
              <a:buSzPts val="1400"/>
              <a:buChar char="•"/>
              <a:defRPr>
                <a:solidFill>
                  <a:schemeClr val="lt1"/>
                </a:solidFill>
              </a:defRPr>
            </a:lvl8pPr>
            <a:lvl9pPr marL="4114800" indent="-317500" algn="l">
              <a:lnSpc>
                <a:spcPct val="100000"/>
              </a:lnSpc>
              <a:spcBef>
                <a:spcPts val="40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_Meadow">
  <p:cSld name="Title and Content_Meadow">
    <p:bg>
      <p:bgPr>
        <a:solidFill>
          <a:schemeClr val="accent2"/>
        </a:solidFill>
        <a:effectLst/>
      </p:bgPr>
    </p:bg>
    <p:spTree>
      <p:nvGrpSpPr>
        <p:cNvPr id="1" name=""/>
        <p:cNvGrpSpPr/>
        <p:nvPr/>
      </p:nvGrpSpPr>
      <p:grpSpPr>
        <a:xfrm>
          <a:off x="0" y="0"/>
          <a:ext cx="0" cy="0"/>
          <a:chOff x="0" y="0"/>
          <a:chExt cx="0" cy="0"/>
        </a:xfrm>
      </p:grpSpPr>
      <p:sp>
        <p:nvSpPr>
          <p:cNvPr id="35" name="Google Shape;35;p8">
            <a:extLst>
              <a:ext uri="{FF2B5EF4-FFF2-40B4-BE49-F238E27FC236}">
                <a16:creationId xmlns:a16="http://schemas.microsoft.com/office/drawing/2014/main" id="{321FE069-EE57-4BAA-B4E8-9B553C9BFC9A}"/>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37" name="Google Shape;37;p8">
            <a:extLst>
              <a:ext uri="{FF2B5EF4-FFF2-40B4-BE49-F238E27FC236}">
                <a16:creationId xmlns:a16="http://schemas.microsoft.com/office/drawing/2014/main" id="{EF8D1B5B-8B33-463B-93DF-D0ABEBB2879C}"/>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lt1"/>
              </a:buClr>
              <a:buSzPts val="1400"/>
              <a:buChar char="•"/>
              <a:defRPr>
                <a:solidFill>
                  <a:schemeClr val="lt1"/>
                </a:solidFill>
              </a:defRPr>
            </a:lvl1pPr>
            <a:lvl2pPr marL="914400" indent="-317500" algn="l">
              <a:lnSpc>
                <a:spcPct val="100000"/>
              </a:lnSpc>
              <a:spcBef>
                <a:spcPts val="400"/>
              </a:spcBef>
              <a:spcAft>
                <a:spcPts val="0"/>
              </a:spcAft>
              <a:buClr>
                <a:schemeClr val="lt1"/>
              </a:buClr>
              <a:buSzPts val="1400"/>
              <a:buChar char="•"/>
              <a:defRPr>
                <a:solidFill>
                  <a:schemeClr val="lt1"/>
                </a:solidFill>
              </a:defRPr>
            </a:lvl2pPr>
            <a:lvl3pPr marL="1371600" indent="-317500" algn="l">
              <a:lnSpc>
                <a:spcPct val="100000"/>
              </a:lnSpc>
              <a:spcBef>
                <a:spcPts val="400"/>
              </a:spcBef>
              <a:spcAft>
                <a:spcPts val="0"/>
              </a:spcAft>
              <a:buClr>
                <a:schemeClr val="lt1"/>
              </a:buClr>
              <a:buSzPts val="1400"/>
              <a:buChar char="•"/>
              <a:defRPr>
                <a:solidFill>
                  <a:schemeClr val="lt1"/>
                </a:solidFill>
              </a:defRPr>
            </a:lvl3pPr>
            <a:lvl4pPr marL="1828800" indent="-317500" algn="l">
              <a:lnSpc>
                <a:spcPct val="100000"/>
              </a:lnSpc>
              <a:spcBef>
                <a:spcPts val="400"/>
              </a:spcBef>
              <a:spcAft>
                <a:spcPts val="0"/>
              </a:spcAft>
              <a:buClr>
                <a:schemeClr val="lt1"/>
              </a:buClr>
              <a:buSzPts val="1400"/>
              <a:buChar char="•"/>
              <a:defRPr>
                <a:solidFill>
                  <a:schemeClr val="lt1"/>
                </a:solidFill>
              </a:defRPr>
            </a:lvl4pPr>
            <a:lvl5pPr marL="2286000" indent="-317500" algn="l">
              <a:lnSpc>
                <a:spcPct val="100000"/>
              </a:lnSpc>
              <a:spcBef>
                <a:spcPts val="400"/>
              </a:spcBef>
              <a:spcAft>
                <a:spcPts val="0"/>
              </a:spcAft>
              <a:buClr>
                <a:schemeClr val="lt1"/>
              </a:buClr>
              <a:buSzPts val="1400"/>
              <a:buChar char="•"/>
              <a:defRPr>
                <a:solidFill>
                  <a:schemeClr val="lt1"/>
                </a:solidFill>
              </a:defRPr>
            </a:lvl5pPr>
            <a:lvl6pPr marL="2743200" indent="-317500" algn="l">
              <a:lnSpc>
                <a:spcPct val="100000"/>
              </a:lnSpc>
              <a:spcBef>
                <a:spcPts val="400"/>
              </a:spcBef>
              <a:spcAft>
                <a:spcPts val="0"/>
              </a:spcAft>
              <a:buClr>
                <a:schemeClr val="lt1"/>
              </a:buClr>
              <a:buSzPts val="1400"/>
              <a:buChar char="•"/>
              <a:defRPr>
                <a:solidFill>
                  <a:schemeClr val="lt1"/>
                </a:solidFill>
              </a:defRPr>
            </a:lvl6pPr>
            <a:lvl7pPr marL="3200400" indent="-317500" algn="l">
              <a:lnSpc>
                <a:spcPct val="100000"/>
              </a:lnSpc>
              <a:spcBef>
                <a:spcPts val="400"/>
              </a:spcBef>
              <a:spcAft>
                <a:spcPts val="0"/>
              </a:spcAft>
              <a:buClr>
                <a:schemeClr val="lt1"/>
              </a:buClr>
              <a:buSzPts val="1400"/>
              <a:buChar char="•"/>
              <a:defRPr>
                <a:solidFill>
                  <a:schemeClr val="lt1"/>
                </a:solidFill>
              </a:defRPr>
            </a:lvl7pPr>
            <a:lvl8pPr marL="3657600" indent="-317500" algn="l">
              <a:lnSpc>
                <a:spcPct val="100000"/>
              </a:lnSpc>
              <a:spcBef>
                <a:spcPts val="400"/>
              </a:spcBef>
              <a:spcAft>
                <a:spcPts val="0"/>
              </a:spcAft>
              <a:buClr>
                <a:schemeClr val="lt1"/>
              </a:buClr>
              <a:buSzPts val="1400"/>
              <a:buChar char="•"/>
              <a:defRPr>
                <a:solidFill>
                  <a:schemeClr val="lt1"/>
                </a:solidFill>
              </a:defRPr>
            </a:lvl8pPr>
            <a:lvl9pPr marL="4114800" indent="-317500" algn="l">
              <a:lnSpc>
                <a:spcPct val="100000"/>
              </a:lnSpc>
              <a:spcBef>
                <a:spcPts val="40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_Robbins Egg">
  <p:cSld name="Title and Content_Robbins Egg">
    <p:bg>
      <p:bgPr>
        <a:solidFill>
          <a:schemeClr val="accent4"/>
        </a:solidFill>
        <a:effectLst/>
      </p:bgPr>
    </p:bg>
    <p:spTree>
      <p:nvGrpSpPr>
        <p:cNvPr id="1" name=""/>
        <p:cNvGrpSpPr/>
        <p:nvPr/>
      </p:nvGrpSpPr>
      <p:grpSpPr>
        <a:xfrm>
          <a:off x="0" y="0"/>
          <a:ext cx="0" cy="0"/>
          <a:chOff x="0" y="0"/>
          <a:chExt cx="0" cy="0"/>
        </a:xfrm>
      </p:grpSpPr>
      <p:sp>
        <p:nvSpPr>
          <p:cNvPr id="39" name="Google Shape;39;p9">
            <a:extLst>
              <a:ext uri="{FF2B5EF4-FFF2-40B4-BE49-F238E27FC236}">
                <a16:creationId xmlns:a16="http://schemas.microsoft.com/office/drawing/2014/main" id="{6F51CDAD-F201-4B44-AFC0-0F3F68069E3E}"/>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41" name="Google Shape;41;p9">
            <a:extLst>
              <a:ext uri="{FF2B5EF4-FFF2-40B4-BE49-F238E27FC236}">
                <a16:creationId xmlns:a16="http://schemas.microsoft.com/office/drawing/2014/main" id="{E1550107-FD09-4127-8AC6-C241754FD950}"/>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solidFill>
                  <a:schemeClr val="dk1"/>
                </a:solidFill>
              </a:defRPr>
            </a:lvl1pPr>
            <a:lvl2pPr marL="914400" indent="-317500" algn="l">
              <a:lnSpc>
                <a:spcPct val="100000"/>
              </a:lnSpc>
              <a:spcBef>
                <a:spcPts val="400"/>
              </a:spcBef>
              <a:spcAft>
                <a:spcPts val="0"/>
              </a:spcAft>
              <a:buClr>
                <a:schemeClr val="dk1"/>
              </a:buClr>
              <a:buSzPts val="1400"/>
              <a:buChar char="•"/>
              <a:defRPr>
                <a:solidFill>
                  <a:schemeClr val="dk1"/>
                </a:solidFill>
              </a:defRPr>
            </a:lvl2pPr>
            <a:lvl3pPr marL="1371600" indent="-317500" algn="l">
              <a:lnSpc>
                <a:spcPct val="100000"/>
              </a:lnSpc>
              <a:spcBef>
                <a:spcPts val="400"/>
              </a:spcBef>
              <a:spcAft>
                <a:spcPts val="0"/>
              </a:spcAft>
              <a:buClr>
                <a:schemeClr val="dk1"/>
              </a:buClr>
              <a:buSzPts val="1400"/>
              <a:buChar char="•"/>
              <a:defRPr>
                <a:solidFill>
                  <a:schemeClr val="dk1"/>
                </a:solidFill>
              </a:defRPr>
            </a:lvl3pPr>
            <a:lvl4pPr marL="1828800" indent="-317500" algn="l">
              <a:lnSpc>
                <a:spcPct val="100000"/>
              </a:lnSpc>
              <a:spcBef>
                <a:spcPts val="400"/>
              </a:spcBef>
              <a:spcAft>
                <a:spcPts val="0"/>
              </a:spcAft>
              <a:buClr>
                <a:schemeClr val="dk1"/>
              </a:buClr>
              <a:buSzPts val="1400"/>
              <a:buChar char="•"/>
              <a:defRPr>
                <a:solidFill>
                  <a:schemeClr val="dk1"/>
                </a:solidFill>
              </a:defRPr>
            </a:lvl4pPr>
            <a:lvl5pPr marL="2286000" indent="-317500" algn="l">
              <a:lnSpc>
                <a:spcPct val="100000"/>
              </a:lnSpc>
              <a:spcBef>
                <a:spcPts val="400"/>
              </a:spcBef>
              <a:spcAft>
                <a:spcPts val="0"/>
              </a:spcAft>
              <a:buClr>
                <a:schemeClr val="dk1"/>
              </a:buClr>
              <a:buSzPts val="1400"/>
              <a:buChar char="•"/>
              <a:defRPr>
                <a:solidFill>
                  <a:schemeClr val="dk1"/>
                </a:solidFill>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_Powder">
  <p:cSld name="Title and Content_Powder">
    <p:bg>
      <p:bgPr>
        <a:solidFill>
          <a:srgbClr val="D7EFF6"/>
        </a:solidFill>
        <a:effectLst/>
      </p:bgPr>
    </p:bg>
    <p:spTree>
      <p:nvGrpSpPr>
        <p:cNvPr id="1" name=""/>
        <p:cNvGrpSpPr/>
        <p:nvPr/>
      </p:nvGrpSpPr>
      <p:grpSpPr>
        <a:xfrm>
          <a:off x="0" y="0"/>
          <a:ext cx="0" cy="0"/>
          <a:chOff x="0" y="0"/>
          <a:chExt cx="0" cy="0"/>
        </a:xfrm>
      </p:grpSpPr>
      <p:sp>
        <p:nvSpPr>
          <p:cNvPr id="43" name="Google Shape;43;p10">
            <a:extLst>
              <a:ext uri="{FF2B5EF4-FFF2-40B4-BE49-F238E27FC236}">
                <a16:creationId xmlns:a16="http://schemas.microsoft.com/office/drawing/2014/main" id="{49843197-360B-4C08-997B-B4CF356C05F4}"/>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45" name="Google Shape;45;p10">
            <a:extLst>
              <a:ext uri="{FF2B5EF4-FFF2-40B4-BE49-F238E27FC236}">
                <a16:creationId xmlns:a16="http://schemas.microsoft.com/office/drawing/2014/main" id="{0A214405-B9B3-4254-A7E9-C54202BFD8CE}"/>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solidFill>
                  <a:schemeClr val="dk1"/>
                </a:solidFill>
              </a:defRPr>
            </a:lvl1pPr>
            <a:lvl2pPr marL="914400" indent="-317500" algn="l">
              <a:lnSpc>
                <a:spcPct val="100000"/>
              </a:lnSpc>
              <a:spcBef>
                <a:spcPts val="400"/>
              </a:spcBef>
              <a:spcAft>
                <a:spcPts val="0"/>
              </a:spcAft>
              <a:buClr>
                <a:schemeClr val="dk1"/>
              </a:buClr>
              <a:buSzPts val="1400"/>
              <a:buChar char="•"/>
              <a:defRPr>
                <a:solidFill>
                  <a:schemeClr val="dk1"/>
                </a:solidFill>
              </a:defRPr>
            </a:lvl2pPr>
            <a:lvl3pPr marL="1371600" indent="-317500" algn="l">
              <a:lnSpc>
                <a:spcPct val="100000"/>
              </a:lnSpc>
              <a:spcBef>
                <a:spcPts val="400"/>
              </a:spcBef>
              <a:spcAft>
                <a:spcPts val="0"/>
              </a:spcAft>
              <a:buClr>
                <a:schemeClr val="dk1"/>
              </a:buClr>
              <a:buSzPts val="1400"/>
              <a:buChar char="•"/>
              <a:defRPr>
                <a:solidFill>
                  <a:schemeClr val="dk1"/>
                </a:solidFill>
              </a:defRPr>
            </a:lvl3pPr>
            <a:lvl4pPr marL="1828800" indent="-317500" algn="l">
              <a:lnSpc>
                <a:spcPct val="100000"/>
              </a:lnSpc>
              <a:spcBef>
                <a:spcPts val="400"/>
              </a:spcBef>
              <a:spcAft>
                <a:spcPts val="0"/>
              </a:spcAft>
              <a:buClr>
                <a:schemeClr val="dk1"/>
              </a:buClr>
              <a:buSzPts val="1400"/>
              <a:buChar char="•"/>
              <a:defRPr>
                <a:solidFill>
                  <a:schemeClr val="dk1"/>
                </a:solidFill>
              </a:defRPr>
            </a:lvl4pPr>
            <a:lvl5pPr marL="2286000" indent="-317500" algn="l">
              <a:lnSpc>
                <a:spcPct val="100000"/>
              </a:lnSpc>
              <a:spcBef>
                <a:spcPts val="400"/>
              </a:spcBef>
              <a:spcAft>
                <a:spcPts val="0"/>
              </a:spcAft>
              <a:buClr>
                <a:schemeClr val="dk1"/>
              </a:buClr>
              <a:buSzPts val="1400"/>
              <a:buChar char="•"/>
              <a:defRPr>
                <a:solidFill>
                  <a:schemeClr val="dk1"/>
                </a:solidFill>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_50_50_Denim">
  <p:cSld name="Title and Content_50_50_Denim">
    <p:bg>
      <p:bgPr>
        <a:solidFill>
          <a:schemeClr val="lt1"/>
        </a:solidFill>
        <a:effectLst/>
      </p:bgPr>
    </p:bg>
    <p:spTree>
      <p:nvGrpSpPr>
        <p:cNvPr id="1" name=""/>
        <p:cNvGrpSpPr/>
        <p:nvPr/>
      </p:nvGrpSpPr>
      <p:grpSpPr>
        <a:xfrm>
          <a:off x="0" y="0"/>
          <a:ext cx="0" cy="0"/>
          <a:chOff x="0" y="0"/>
          <a:chExt cx="0" cy="0"/>
        </a:xfrm>
      </p:grpSpPr>
      <p:sp>
        <p:nvSpPr>
          <p:cNvPr id="48" name="Google Shape;48;p11">
            <a:extLst>
              <a:ext uri="{FF2B5EF4-FFF2-40B4-BE49-F238E27FC236}">
                <a16:creationId xmlns:a16="http://schemas.microsoft.com/office/drawing/2014/main" id="{677C341D-1CD0-4F8D-90C4-E31836E87477}"/>
              </a:ext>
            </a:extLst>
          </p:cNvPr>
          <p:cNvSpPr>
            <a:spLocks noGrp="1"/>
          </p:cNvSpPr>
          <p:nvPr/>
        </p:nvSpPr>
        <p:spPr>
          <a:xfrm>
            <a:off x="242850" y="210150"/>
            <a:ext cx="4329300" cy="4723200"/>
          </a:xfrm>
          <a:prstGeom prst="roundRect">
            <a:avLst>
              <a:gd name="adj" fmla="val 2277"/>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49" name="Google Shape;49;p11">
            <a:extLst>
              <a:ext uri="{FF2B5EF4-FFF2-40B4-BE49-F238E27FC236}">
                <a16:creationId xmlns:a16="http://schemas.microsoft.com/office/drawing/2014/main" id="{6D5BE000-976F-4CE1-A175-4605A579637E}"/>
              </a:ext>
            </a:extLst>
          </p:cNvPr>
          <p:cNvSpPr>
            <a:spLocks noGrp="1"/>
          </p:cNvSpPr>
          <p:nvPr>
            <p:ph type="title"/>
          </p:nvPr>
        </p:nvSpPr>
        <p:spPr>
          <a:xfrm>
            <a:off x="768095" y="897923"/>
            <a:ext cx="3278700" cy="31305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lt1"/>
              </a:buClr>
              <a:buSzPts val="2400"/>
              <a:buFont typeface="Arial"/>
              <a:buNone/>
              <a:defRPr>
                <a:solidFill>
                  <a:schemeClr val="lt1"/>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50" name="Google Shape;50;p11">
            <a:extLst>
              <a:ext uri="{FF2B5EF4-FFF2-40B4-BE49-F238E27FC236}">
                <a16:creationId xmlns:a16="http://schemas.microsoft.com/office/drawing/2014/main" id="{5322D691-E595-4559-8CF3-8B1EAFEC282D}"/>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228600" algn="l">
              <a:lnSpc>
                <a:spcPct val="100000"/>
              </a:lnSpc>
              <a:spcBef>
                <a:spcPts val="400"/>
              </a:spcBef>
              <a:spcAft>
                <a:spcPts val="0"/>
              </a:spcAft>
              <a:buClr>
                <a:schemeClr val="dk1"/>
              </a:buClr>
              <a:buSzPts val="1400"/>
              <a:buNone/>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
        <p:nvSpPr>
          <p:cNvPr id="51" name="Google Shape;51;p11">
            <a:extLst>
              <a:ext uri="{FF2B5EF4-FFF2-40B4-BE49-F238E27FC236}">
                <a16:creationId xmlns:a16="http://schemas.microsoft.com/office/drawing/2014/main" id="{D850A240-03D3-4FD6-80DB-7742C023AAC0}"/>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228600" algn="l">
              <a:lnSpc>
                <a:spcPct val="100000"/>
              </a:lnSpc>
              <a:spcBef>
                <a:spcPts val="400"/>
              </a:spcBef>
              <a:spcAft>
                <a:spcPts val="0"/>
              </a:spcAft>
              <a:buClr>
                <a:schemeClr val="dk1"/>
              </a:buClr>
              <a:buSzPts val="1400"/>
              <a:buNone/>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_50_50_Robins Egg">
  <p:cSld name="Title and Content_50_50_Robins Egg">
    <p:bg>
      <p:bgPr>
        <a:solidFill>
          <a:schemeClr val="lt1"/>
        </a:solidFill>
        <a:effectLst/>
      </p:bgPr>
    </p:bg>
    <p:spTree>
      <p:nvGrpSpPr>
        <p:cNvPr id="1" name=""/>
        <p:cNvGrpSpPr/>
        <p:nvPr/>
      </p:nvGrpSpPr>
      <p:grpSpPr>
        <a:xfrm>
          <a:off x="0" y="0"/>
          <a:ext cx="0" cy="0"/>
          <a:chOff x="0" y="0"/>
          <a:chExt cx="0" cy="0"/>
        </a:xfrm>
      </p:grpSpPr>
      <p:sp>
        <p:nvSpPr>
          <p:cNvPr id="54" name="Google Shape;54;p12">
            <a:extLst>
              <a:ext uri="{FF2B5EF4-FFF2-40B4-BE49-F238E27FC236}">
                <a16:creationId xmlns:a16="http://schemas.microsoft.com/office/drawing/2014/main" id="{06D772AF-F11F-49C5-99E8-19AAEFE9034F}"/>
              </a:ext>
            </a:extLst>
          </p:cNvPr>
          <p:cNvSpPr>
            <a:spLocks noGrp="1"/>
          </p:cNvSpPr>
          <p:nvPr/>
        </p:nvSpPr>
        <p:spPr>
          <a:xfrm>
            <a:off x="242850" y="210150"/>
            <a:ext cx="4329300" cy="4723200"/>
          </a:xfrm>
          <a:prstGeom prst="roundRect">
            <a:avLst>
              <a:gd name="adj" fmla="val 2277"/>
            </a:avLst>
          </a:prstGeom>
          <a:solidFill>
            <a:schemeClr val="accent4"/>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55" name="Google Shape;55;p12">
            <a:extLst>
              <a:ext uri="{FF2B5EF4-FFF2-40B4-BE49-F238E27FC236}">
                <a16:creationId xmlns:a16="http://schemas.microsoft.com/office/drawing/2014/main" id="{FD92B9C1-90C7-4AB6-8CF0-4EE76C756C37}"/>
              </a:ext>
            </a:extLst>
          </p:cNvPr>
          <p:cNvSpPr>
            <a:spLocks noGrp="1"/>
          </p:cNvSpPr>
          <p:nvPr>
            <p:ph type="title"/>
          </p:nvPr>
        </p:nvSpPr>
        <p:spPr>
          <a:xfrm>
            <a:off x="768095" y="897924"/>
            <a:ext cx="3278700" cy="31716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56" name="Google Shape;56;p12">
            <a:extLst>
              <a:ext uri="{FF2B5EF4-FFF2-40B4-BE49-F238E27FC236}">
                <a16:creationId xmlns:a16="http://schemas.microsoft.com/office/drawing/2014/main" id="{DD3B265B-8B34-4252-ADDE-B5297AAE90A1}"/>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228600" algn="l">
              <a:lnSpc>
                <a:spcPct val="100000"/>
              </a:lnSpc>
              <a:spcBef>
                <a:spcPts val="400"/>
              </a:spcBef>
              <a:spcAft>
                <a:spcPts val="0"/>
              </a:spcAft>
              <a:buClr>
                <a:schemeClr val="dk1"/>
              </a:buClr>
              <a:buSzPts val="1400"/>
              <a:buNone/>
              <a:defRPr i="0"/>
            </a:lvl2pPr>
            <a:lvl3pPr marL="1371600" indent="-317500" algn="l">
              <a:lnSpc>
                <a:spcPct val="100000"/>
              </a:lnSpc>
              <a:spcBef>
                <a:spcPts val="400"/>
              </a:spcBef>
              <a:spcAft>
                <a:spcPts val="0"/>
              </a:spcAft>
              <a:buClr>
                <a:schemeClr val="dk1"/>
              </a:buClr>
              <a:buSzPts val="1400"/>
              <a:buChar char="•"/>
              <a:defRPr i="0"/>
            </a:lvl3pPr>
            <a:lvl4pPr marL="1828800" indent="-317500" algn="l">
              <a:lnSpc>
                <a:spcPct val="100000"/>
              </a:lnSpc>
              <a:spcBef>
                <a:spcPts val="400"/>
              </a:spcBef>
              <a:spcAft>
                <a:spcPts val="0"/>
              </a:spcAft>
              <a:buClr>
                <a:schemeClr val="dk1"/>
              </a:buClr>
              <a:buSzPts val="1400"/>
              <a:buChar char="•"/>
              <a:defRPr i="0"/>
            </a:lvl4pPr>
            <a:lvl5pPr marL="2286000" indent="-317500" algn="l">
              <a:lnSpc>
                <a:spcPct val="100000"/>
              </a:lnSpc>
              <a:spcBef>
                <a:spcPts val="400"/>
              </a:spcBef>
              <a:spcAft>
                <a:spcPts val="0"/>
              </a:spcAft>
              <a:buClr>
                <a:schemeClr val="dk1"/>
              </a:buClr>
              <a:buSzPts val="1400"/>
              <a:buChar char="•"/>
              <a:defRPr i="0"/>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
        <p:nvSpPr>
          <p:cNvPr id="57" name="Google Shape;57;p12">
            <a:extLst>
              <a:ext uri="{FF2B5EF4-FFF2-40B4-BE49-F238E27FC236}">
                <a16:creationId xmlns:a16="http://schemas.microsoft.com/office/drawing/2014/main" id="{0502BE2C-49DA-4228-823C-39A13D39C351}"/>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228600" algn="l">
              <a:lnSpc>
                <a:spcPct val="100000"/>
              </a:lnSpc>
              <a:spcBef>
                <a:spcPts val="400"/>
              </a:spcBef>
              <a:spcAft>
                <a:spcPts val="0"/>
              </a:spcAft>
              <a:buClr>
                <a:schemeClr val="dk1"/>
              </a:buClr>
              <a:buSzPts val="1400"/>
              <a:buNone/>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_50_50_Powder">
  <p:cSld name="Title and Content_50_50_Powder">
    <p:bg>
      <p:bgPr>
        <a:solidFill>
          <a:schemeClr val="lt1"/>
        </a:solidFill>
        <a:effectLst/>
      </p:bgPr>
    </p:bg>
    <p:spTree>
      <p:nvGrpSpPr>
        <p:cNvPr id="1" name=""/>
        <p:cNvGrpSpPr/>
        <p:nvPr/>
      </p:nvGrpSpPr>
      <p:grpSpPr>
        <a:xfrm>
          <a:off x="0" y="0"/>
          <a:ext cx="0" cy="0"/>
          <a:chOff x="0" y="0"/>
          <a:chExt cx="0" cy="0"/>
        </a:xfrm>
      </p:grpSpPr>
      <p:sp>
        <p:nvSpPr>
          <p:cNvPr id="60" name="Google Shape;60;p13">
            <a:extLst>
              <a:ext uri="{FF2B5EF4-FFF2-40B4-BE49-F238E27FC236}">
                <a16:creationId xmlns:a16="http://schemas.microsoft.com/office/drawing/2014/main" id="{34DD3450-B084-4DE0-B1B8-AAF1841D5814}"/>
              </a:ext>
            </a:extLst>
          </p:cNvPr>
          <p:cNvSpPr>
            <a:spLocks noGrp="1"/>
          </p:cNvSpPr>
          <p:nvPr/>
        </p:nvSpPr>
        <p:spPr>
          <a:xfrm>
            <a:off x="242850" y="210150"/>
            <a:ext cx="4329300" cy="4723200"/>
          </a:xfrm>
          <a:prstGeom prst="roundRect">
            <a:avLst>
              <a:gd name="adj" fmla="val 2277"/>
            </a:avLst>
          </a:prstGeom>
          <a:solidFill>
            <a:srgbClr val="D7EFF6"/>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61" name="Google Shape;61;p13">
            <a:extLst>
              <a:ext uri="{FF2B5EF4-FFF2-40B4-BE49-F238E27FC236}">
                <a16:creationId xmlns:a16="http://schemas.microsoft.com/office/drawing/2014/main" id="{B1B8F339-28DE-46C5-9E81-5CCD073DD0CB}"/>
              </a:ext>
            </a:extLst>
          </p:cNvPr>
          <p:cNvSpPr>
            <a:spLocks noGrp="1"/>
          </p:cNvSpPr>
          <p:nvPr>
            <p:ph type="title"/>
          </p:nvPr>
        </p:nvSpPr>
        <p:spPr>
          <a:xfrm>
            <a:off x="768095" y="897924"/>
            <a:ext cx="3278700" cy="31716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
        <p:nvSpPr>
          <p:cNvPr id="62" name="Google Shape;62;p13">
            <a:extLst>
              <a:ext uri="{FF2B5EF4-FFF2-40B4-BE49-F238E27FC236}">
                <a16:creationId xmlns:a16="http://schemas.microsoft.com/office/drawing/2014/main" id="{7ADA56A6-24E4-4F54-9955-AE14723C2C65}"/>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228600" algn="l">
              <a:lnSpc>
                <a:spcPct val="100000"/>
              </a:lnSpc>
              <a:spcBef>
                <a:spcPts val="400"/>
              </a:spcBef>
              <a:spcAft>
                <a:spcPts val="0"/>
              </a:spcAft>
              <a:buClr>
                <a:schemeClr val="dk1"/>
              </a:buClr>
              <a:buSzPts val="1400"/>
              <a:buNone/>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
        <p:nvSpPr>
          <p:cNvPr id="63" name="Google Shape;63;p13">
            <a:extLst>
              <a:ext uri="{FF2B5EF4-FFF2-40B4-BE49-F238E27FC236}">
                <a16:creationId xmlns:a16="http://schemas.microsoft.com/office/drawing/2014/main" id="{51B6A0F3-F53E-4446-BA4D-2395DB273950}"/>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800"/>
              </a:spcBef>
              <a:spcAft>
                <a:spcPts val="0"/>
              </a:spcAft>
              <a:buClr>
                <a:schemeClr val="dk1"/>
              </a:buClr>
              <a:buSzPts val="1400"/>
              <a:buChar char="•"/>
              <a:defRPr/>
            </a:lvl1pPr>
            <a:lvl2pPr marL="914400" indent="-228600" algn="l">
              <a:lnSpc>
                <a:spcPct val="100000"/>
              </a:lnSpc>
              <a:spcBef>
                <a:spcPts val="400"/>
              </a:spcBef>
              <a:spcAft>
                <a:spcPts val="0"/>
              </a:spcAft>
              <a:buClr>
                <a:schemeClr val="dk1"/>
              </a:buClr>
              <a:buSzPts val="1400"/>
              <a:buNone/>
              <a:defRPr/>
            </a:lvl2pPr>
            <a:lvl3pPr marL="1371600" indent="-317500" algn="l">
              <a:lnSpc>
                <a:spcPct val="100000"/>
              </a:lnSpc>
              <a:spcBef>
                <a:spcPts val="400"/>
              </a:spcBef>
              <a:spcAft>
                <a:spcPts val="0"/>
              </a:spcAft>
              <a:buClr>
                <a:schemeClr val="dk1"/>
              </a:buClr>
              <a:buSzPts val="1400"/>
              <a:buChar char="•"/>
              <a:defRPr/>
            </a:lvl3pPr>
            <a:lvl4pPr marL="1828800" indent="-317500" algn="l">
              <a:lnSpc>
                <a:spcPct val="100000"/>
              </a:lnSpc>
              <a:spcBef>
                <a:spcPts val="400"/>
              </a:spcBef>
              <a:spcAft>
                <a:spcPts val="0"/>
              </a:spcAft>
              <a:buClr>
                <a:schemeClr val="dk1"/>
              </a:buClr>
              <a:buSzPts val="1400"/>
              <a:buChar char="•"/>
              <a:defRPr/>
            </a:lvl4pPr>
            <a:lvl5pPr marL="2286000" indent="-317500" algn="l">
              <a:lnSpc>
                <a:spcPct val="100000"/>
              </a:lnSpc>
              <a:spcBef>
                <a:spcPts val="400"/>
              </a:spcBef>
              <a:spcAft>
                <a:spcPts val="0"/>
              </a:spcAft>
              <a:buClr>
                <a:schemeClr val="dk1"/>
              </a:buClr>
              <a:buSzPts val="1400"/>
              <a:buChar char="•"/>
              <a:defRPr/>
            </a:lvl5pPr>
            <a:lvl6pPr marL="2743200" indent="-317500" algn="l">
              <a:lnSpc>
                <a:spcPct val="100000"/>
              </a:lnSpc>
              <a:spcBef>
                <a:spcPts val="400"/>
              </a:spcBef>
              <a:spcAft>
                <a:spcPts val="0"/>
              </a:spcAft>
              <a:buClr>
                <a:schemeClr val="dk1"/>
              </a:buClr>
              <a:buSzPts val="1400"/>
              <a:buChar char="•"/>
              <a:defRPr/>
            </a:lvl6pPr>
            <a:lvl7pPr marL="3200400" indent="-317500" algn="l">
              <a:lnSpc>
                <a:spcPct val="100000"/>
              </a:lnSpc>
              <a:spcBef>
                <a:spcPts val="400"/>
              </a:spcBef>
              <a:spcAft>
                <a:spcPts val="0"/>
              </a:spcAft>
              <a:buClr>
                <a:schemeClr val="dk1"/>
              </a:buClr>
              <a:buSzPts val="1400"/>
              <a:buChar char="•"/>
              <a:defRPr/>
            </a:lvl7pPr>
            <a:lvl8pPr marL="3657600" indent="-317500" algn="l">
              <a:lnSpc>
                <a:spcPct val="100000"/>
              </a:lnSpc>
              <a:spcBef>
                <a:spcPts val="400"/>
              </a:spcBef>
              <a:spcAft>
                <a:spcPts val="0"/>
              </a:spcAft>
              <a:buClr>
                <a:schemeClr val="dk1"/>
              </a:buClr>
              <a:buSzPts val="1400"/>
              <a:buChar char="•"/>
              <a:defRPr/>
            </a:lvl8pPr>
            <a:lvl9pPr marL="4114800" indent="-317500" algn="l">
              <a:lnSpc>
                <a:spcPct val="10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
        <p:cNvGrpSpPr/>
        <p:nvPr/>
      </p:nvGrpSpPr>
      <p:grpSpPr>
        <a:xfrm>
          <a:off x="0" y="0"/>
          <a:ext cx="0" cy="0"/>
          <a:chOff x="0" y="0"/>
          <a:chExt cx="0" cy="0"/>
        </a:xfrm>
      </p:grpSpPr>
      <p:sp>
        <p:nvSpPr>
          <p:cNvPr id="65" name="Google Shape;65;p14">
            <a:extLst>
              <a:ext uri="{FF2B5EF4-FFF2-40B4-BE49-F238E27FC236}">
                <a16:creationId xmlns:a16="http://schemas.microsoft.com/office/drawing/2014/main" id="{90F11AD1-9A64-45B1-B011-C57B2A94D49E}"/>
              </a:ext>
            </a:extLst>
          </p:cNvPr>
          <p:cNvSpPr>
            <a:spLocks noGrp="1"/>
          </p:cNvSpPr>
          <p:nvPr/>
        </p:nvSpPr>
        <p:spPr>
          <a:xfrm>
            <a:off x="125" y="250"/>
            <a:ext cx="2286000" cy="5143500"/>
          </a:xfrm>
          <a:prstGeom prst="rect">
            <a:avLst/>
          </a:prstGeom>
          <a:solidFill>
            <a:schemeClr val="dk2"/>
          </a:solidFill>
          <a:ln>
            <a:noFill/>
          </a:ln>
        </p:spPr>
        <p:txBody>
          <a:bodyPr spcFirstLastPara="1" wrap="square" lIns="182875" tIns="182875" rIns="182875" bIns="182875" anchor="t">
            <a:noAutofit/>
          </a:bodyPr>
          <a:lstStyle/>
          <a:p>
            <a:pPr marL="0" marR="0" lvl="0" indent="0" algn="l">
              <a:lnSpc>
                <a:spcPct val="100000"/>
              </a:lnSpc>
              <a:spcBef>
                <a:spcPts val="1000"/>
              </a:spcBef>
              <a:spcAft>
                <a:spcPts val="0"/>
              </a:spcAft>
              <a:buClr>
                <a:schemeClr val="dk1"/>
              </a:buClr>
              <a:buSzPts val="1400"/>
              <a:buFont typeface="Calibri"/>
              <a:buNone/>
            </a:pPr>
            <a:endParaRPr sz="1400" b="0" i="0" u="none" cap="none">
              <a:solidFill>
                <a:srgbClr val="5233B2"/>
              </a:solidFill>
              <a:latin typeface="Roboto Light"/>
              <a:ea typeface="Roboto Light"/>
              <a:cs typeface="Roboto Light"/>
            </a:endParaRPr>
          </a:p>
        </p:txBody>
      </p:sp>
      <p:sp>
        <p:nvSpPr>
          <p:cNvPr id="66" name="Google Shape;66;p14">
            <a:extLst>
              <a:ext uri="{FF2B5EF4-FFF2-40B4-BE49-F238E27FC236}">
                <a16:creationId xmlns:a16="http://schemas.microsoft.com/office/drawing/2014/main" id="{34A7045C-FE7A-4F73-9062-089911F1F277}"/>
              </a:ext>
            </a:extLst>
          </p:cNvPr>
          <p:cNvSpPr>
            <a:spLocks noGrp="1"/>
          </p:cNvSpPr>
          <p:nvPr/>
        </p:nvSpPr>
        <p:spPr>
          <a:xfrm>
            <a:off x="2286065" y="250"/>
            <a:ext cx="2286000" cy="5143500"/>
          </a:xfrm>
          <a:prstGeom prst="rect">
            <a:avLst/>
          </a:prstGeom>
          <a:solidFill>
            <a:schemeClr val="accent1"/>
          </a:solidFill>
          <a:ln>
            <a:noFill/>
          </a:ln>
        </p:spPr>
        <p:txBody>
          <a:bodyPr spcFirstLastPara="1" wrap="square" lIns="182875" tIns="182875" rIns="182875" bIns="182875" anchor="t">
            <a:noAutofit/>
          </a:bodyPr>
          <a:lstStyle/>
          <a:p>
            <a:pPr marL="0" marR="0" lvl="0" indent="0" algn="l">
              <a:lnSpc>
                <a:spcPct val="100000"/>
              </a:lnSpc>
              <a:spcBef>
                <a:spcPts val="1000"/>
              </a:spcBef>
              <a:spcAft>
                <a:spcPts val="0"/>
              </a:spcAft>
              <a:buClr>
                <a:schemeClr val="dk1"/>
              </a:buClr>
              <a:buSzPts val="1400"/>
              <a:buFont typeface="Calibri"/>
              <a:buNone/>
            </a:pPr>
            <a:endParaRPr sz="1400" b="0" i="0" u="none" cap="none">
              <a:solidFill>
                <a:srgbClr val="003CC8"/>
              </a:solidFill>
              <a:latin typeface="Roboto Light"/>
              <a:ea typeface="Roboto Light"/>
              <a:cs typeface="Roboto Light"/>
            </a:endParaRPr>
          </a:p>
        </p:txBody>
      </p:sp>
      <p:sp>
        <p:nvSpPr>
          <p:cNvPr id="67" name="Google Shape;67;p14">
            <a:extLst>
              <a:ext uri="{FF2B5EF4-FFF2-40B4-BE49-F238E27FC236}">
                <a16:creationId xmlns:a16="http://schemas.microsoft.com/office/drawing/2014/main" id="{3490227B-167C-4E42-BA49-DA0CE8836DC1}"/>
              </a:ext>
            </a:extLst>
          </p:cNvPr>
          <p:cNvSpPr>
            <a:spLocks noGrp="1"/>
          </p:cNvSpPr>
          <p:nvPr/>
        </p:nvSpPr>
        <p:spPr>
          <a:xfrm>
            <a:off x="4572130" y="0"/>
            <a:ext cx="2286000" cy="5143500"/>
          </a:xfrm>
          <a:prstGeom prst="rect">
            <a:avLst/>
          </a:prstGeom>
          <a:solidFill>
            <a:schemeClr val="accent3"/>
          </a:solidFill>
          <a:ln>
            <a:noFill/>
          </a:ln>
        </p:spPr>
        <p:txBody>
          <a:bodyPr spcFirstLastPara="1" wrap="square" lIns="182875" tIns="182875" rIns="182875" bIns="182875" anchor="t">
            <a:noAutofit/>
          </a:bodyPr>
          <a:lstStyle/>
          <a:p>
            <a:pPr marL="0" marR="0" lvl="0" indent="0" algn="l">
              <a:lnSpc>
                <a:spcPct val="100000"/>
              </a:lnSpc>
              <a:spcBef>
                <a:spcPts val="1000"/>
              </a:spcBef>
              <a:spcAft>
                <a:spcPts val="0"/>
              </a:spcAft>
              <a:buClr>
                <a:schemeClr val="dk1"/>
              </a:buClr>
              <a:buSzPts val="1400"/>
              <a:buFont typeface="Calibri"/>
              <a:buNone/>
            </a:pPr>
            <a:endParaRPr sz="1400" b="0" i="0" u="none" cap="none">
              <a:solidFill>
                <a:srgbClr val="5233B2"/>
              </a:solidFill>
              <a:latin typeface="Roboto Light"/>
              <a:ea typeface="Roboto Light"/>
              <a:cs typeface="Roboto Light"/>
            </a:endParaRPr>
          </a:p>
        </p:txBody>
      </p:sp>
      <p:sp>
        <p:nvSpPr>
          <p:cNvPr id="68" name="Google Shape;68;p14">
            <a:extLst>
              <a:ext uri="{FF2B5EF4-FFF2-40B4-BE49-F238E27FC236}">
                <a16:creationId xmlns:a16="http://schemas.microsoft.com/office/drawing/2014/main" id="{56912230-F913-4B71-9650-9052AC94475C}"/>
              </a:ext>
            </a:extLst>
          </p:cNvPr>
          <p:cNvSpPr>
            <a:spLocks noGrp="1"/>
          </p:cNvSpPr>
          <p:nvPr/>
        </p:nvSpPr>
        <p:spPr>
          <a:xfrm>
            <a:off x="6858071" y="0"/>
            <a:ext cx="2286000" cy="5143500"/>
          </a:xfrm>
          <a:prstGeom prst="rect">
            <a:avLst/>
          </a:prstGeom>
          <a:solidFill>
            <a:schemeClr val="accent2"/>
          </a:solidFill>
          <a:ln>
            <a:noFill/>
          </a:ln>
        </p:spPr>
        <p:txBody>
          <a:bodyPr spcFirstLastPara="1" wrap="square" lIns="182875" tIns="182875" rIns="182875" bIns="182875" anchor="t">
            <a:noAutofit/>
          </a:bodyPr>
          <a:lstStyle/>
          <a:p>
            <a:pPr marL="0" marR="0" lvl="0" indent="0" algn="l">
              <a:lnSpc>
                <a:spcPct val="100000"/>
              </a:lnSpc>
              <a:spcBef>
                <a:spcPts val="1000"/>
              </a:spcBef>
              <a:spcAft>
                <a:spcPts val="0"/>
              </a:spcAft>
              <a:buClr>
                <a:schemeClr val="dk1"/>
              </a:buClr>
              <a:buSzPts val="1400"/>
              <a:buFont typeface="Calibri"/>
              <a:buNone/>
            </a:pPr>
            <a:endParaRPr sz="1400" b="0" i="0" u="none" cap="none">
              <a:solidFill>
                <a:srgbClr val="5233B2"/>
              </a:solidFill>
              <a:latin typeface="Roboto Light"/>
              <a:ea typeface="Roboto Light"/>
              <a:cs typeface="Roboto Light"/>
            </a:endParaRPr>
          </a:p>
        </p:txBody>
      </p:sp>
      <p:sp>
        <p:nvSpPr>
          <p:cNvPr id="69" name="Google Shape;69;p14">
            <a:extLst>
              <a:ext uri="{FF2B5EF4-FFF2-40B4-BE49-F238E27FC236}">
                <a16:creationId xmlns:a16="http://schemas.microsoft.com/office/drawing/2014/main" id="{84804D0B-5129-417A-B841-EF8BCE1E637A}"/>
              </a:ext>
            </a:extLst>
          </p:cNvPr>
          <p:cNvSpPr>
            <a:spLocks noGrp="1"/>
          </p:cNvSpPr>
          <p:nvPr>
            <p:ph type="body" idx="1"/>
          </p:nvPr>
        </p:nvSpPr>
        <p:spPr>
          <a:xfrm>
            <a:off x="253438"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800"/>
              </a:spcBef>
              <a:spcAft>
                <a:spcPts val="0"/>
              </a:spcAft>
              <a:buClr>
                <a:schemeClr val="lt1"/>
              </a:buClr>
              <a:buSzPts val="1400"/>
              <a:buNone/>
              <a:defRPr>
                <a:solidFill>
                  <a:schemeClr val="lt1"/>
                </a:solidFill>
              </a:defRPr>
            </a:lvl1pPr>
            <a:lvl2pPr marL="914400" indent="-228600" algn="l">
              <a:lnSpc>
                <a:spcPct val="90000"/>
              </a:lnSpc>
              <a:spcBef>
                <a:spcPts val="400"/>
              </a:spcBef>
              <a:spcAft>
                <a:spcPts val="0"/>
              </a:spcAft>
              <a:buClr>
                <a:schemeClr val="lt1"/>
              </a:buClr>
              <a:buSzPts val="1400"/>
              <a:buFont typeface="Arial"/>
              <a:buNone/>
              <a:defRPr>
                <a:solidFill>
                  <a:schemeClr val="lt1"/>
                </a:solidFill>
              </a:defRPr>
            </a:lvl2pPr>
            <a:lvl3pPr marL="1371600" indent="-228600" algn="l">
              <a:lnSpc>
                <a:spcPct val="90000"/>
              </a:lnSpc>
              <a:spcBef>
                <a:spcPts val="400"/>
              </a:spcBef>
              <a:spcAft>
                <a:spcPts val="0"/>
              </a:spcAft>
              <a:buClr>
                <a:schemeClr val="lt1"/>
              </a:buClr>
              <a:buSzPts val="1400"/>
              <a:buNone/>
              <a:defRPr>
                <a:solidFill>
                  <a:schemeClr val="lt1"/>
                </a:solidFill>
              </a:defRPr>
            </a:lvl3pPr>
            <a:lvl4pPr marL="1828800" indent="-228600" algn="l">
              <a:lnSpc>
                <a:spcPct val="90000"/>
              </a:lnSpc>
              <a:spcBef>
                <a:spcPts val="400"/>
              </a:spcBef>
              <a:spcAft>
                <a:spcPts val="0"/>
              </a:spcAft>
              <a:buClr>
                <a:schemeClr val="lt1"/>
              </a:buClr>
              <a:buSzPts val="1400"/>
              <a:buNone/>
              <a:defRPr>
                <a:solidFill>
                  <a:schemeClr val="lt1"/>
                </a:solidFill>
              </a:defRPr>
            </a:lvl4pPr>
            <a:lvl5pPr marL="2286000" indent="-228600" algn="l">
              <a:lnSpc>
                <a:spcPct val="90000"/>
              </a:lnSpc>
              <a:spcBef>
                <a:spcPts val="400"/>
              </a:spcBef>
              <a:spcAft>
                <a:spcPts val="0"/>
              </a:spcAft>
              <a:buClr>
                <a:schemeClr val="lt1"/>
              </a:buClr>
              <a:buSzPts val="1400"/>
              <a:buNone/>
              <a:defRPr>
                <a:solidFill>
                  <a:schemeClr val="lt1"/>
                </a:solidFill>
              </a:defRPr>
            </a:lvl5pPr>
            <a:lvl6pPr marL="2743200" indent="-317500" algn="l">
              <a:lnSpc>
                <a:spcPct val="90000"/>
              </a:lnSpc>
              <a:spcBef>
                <a:spcPts val="400"/>
              </a:spcBef>
              <a:spcAft>
                <a:spcPts val="0"/>
              </a:spcAft>
              <a:buClr>
                <a:schemeClr val="lt1"/>
              </a:buClr>
              <a:buSzPts val="1400"/>
              <a:buChar char="•"/>
              <a:defRPr>
                <a:solidFill>
                  <a:schemeClr val="lt1"/>
                </a:solidFill>
              </a:defRPr>
            </a:lvl6pPr>
            <a:lvl7pPr marL="3200400" indent="-317500" algn="l">
              <a:lnSpc>
                <a:spcPct val="90000"/>
              </a:lnSpc>
              <a:spcBef>
                <a:spcPts val="400"/>
              </a:spcBef>
              <a:spcAft>
                <a:spcPts val="0"/>
              </a:spcAft>
              <a:buClr>
                <a:schemeClr val="lt1"/>
              </a:buClr>
              <a:buSzPts val="1400"/>
              <a:buChar char="•"/>
              <a:defRPr>
                <a:solidFill>
                  <a:schemeClr val="lt1"/>
                </a:solidFill>
              </a:defRPr>
            </a:lvl7pPr>
            <a:lvl8pPr marL="3657600" indent="-317500" algn="l">
              <a:lnSpc>
                <a:spcPct val="90000"/>
              </a:lnSpc>
              <a:spcBef>
                <a:spcPts val="400"/>
              </a:spcBef>
              <a:spcAft>
                <a:spcPts val="0"/>
              </a:spcAft>
              <a:buClr>
                <a:schemeClr val="lt1"/>
              </a:buClr>
              <a:buSzPts val="1400"/>
              <a:buChar char="•"/>
              <a:defRPr>
                <a:solidFill>
                  <a:schemeClr val="lt1"/>
                </a:solidFill>
              </a:defRPr>
            </a:lvl8pPr>
            <a:lvl9pPr marL="4114800"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
        <p:nvSpPr>
          <p:cNvPr id="70" name="Google Shape;70;p14">
            <a:extLst>
              <a:ext uri="{FF2B5EF4-FFF2-40B4-BE49-F238E27FC236}">
                <a16:creationId xmlns:a16="http://schemas.microsoft.com/office/drawing/2014/main" id="{1402B0F0-5FA2-40A2-B3FC-AEC167177C52}"/>
              </a:ext>
            </a:extLst>
          </p:cNvPr>
          <p:cNvSpPr>
            <a:spLocks noGrp="1"/>
          </p:cNvSpPr>
          <p:nvPr>
            <p:ph type="body" idx="2"/>
          </p:nvPr>
        </p:nvSpPr>
        <p:spPr>
          <a:xfrm>
            <a:off x="2539378"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800"/>
              </a:spcBef>
              <a:spcAft>
                <a:spcPts val="0"/>
              </a:spcAft>
              <a:buClr>
                <a:schemeClr val="lt1"/>
              </a:buClr>
              <a:buSzPts val="1400"/>
              <a:buNone/>
              <a:defRPr>
                <a:solidFill>
                  <a:schemeClr val="lt1"/>
                </a:solidFill>
              </a:defRPr>
            </a:lvl1pPr>
            <a:lvl2pPr marL="914400" indent="-228600" algn="l">
              <a:lnSpc>
                <a:spcPct val="90000"/>
              </a:lnSpc>
              <a:spcBef>
                <a:spcPts val="400"/>
              </a:spcBef>
              <a:spcAft>
                <a:spcPts val="0"/>
              </a:spcAft>
              <a:buClr>
                <a:schemeClr val="lt1"/>
              </a:buClr>
              <a:buSzPts val="1400"/>
              <a:buFont typeface="Arial"/>
              <a:buNone/>
              <a:defRPr>
                <a:solidFill>
                  <a:schemeClr val="lt1"/>
                </a:solidFill>
              </a:defRPr>
            </a:lvl2pPr>
            <a:lvl3pPr marL="1371600" indent="-228600" algn="l">
              <a:lnSpc>
                <a:spcPct val="90000"/>
              </a:lnSpc>
              <a:spcBef>
                <a:spcPts val="400"/>
              </a:spcBef>
              <a:spcAft>
                <a:spcPts val="0"/>
              </a:spcAft>
              <a:buClr>
                <a:schemeClr val="lt1"/>
              </a:buClr>
              <a:buSzPts val="1400"/>
              <a:buNone/>
              <a:defRPr>
                <a:solidFill>
                  <a:schemeClr val="lt1"/>
                </a:solidFill>
              </a:defRPr>
            </a:lvl3pPr>
            <a:lvl4pPr marL="1828800" indent="-228600" algn="l">
              <a:lnSpc>
                <a:spcPct val="90000"/>
              </a:lnSpc>
              <a:spcBef>
                <a:spcPts val="400"/>
              </a:spcBef>
              <a:spcAft>
                <a:spcPts val="0"/>
              </a:spcAft>
              <a:buClr>
                <a:schemeClr val="lt1"/>
              </a:buClr>
              <a:buSzPts val="1400"/>
              <a:buNone/>
              <a:defRPr>
                <a:solidFill>
                  <a:schemeClr val="lt1"/>
                </a:solidFill>
              </a:defRPr>
            </a:lvl4pPr>
            <a:lvl5pPr marL="2286000" indent="-228600" algn="l">
              <a:lnSpc>
                <a:spcPct val="90000"/>
              </a:lnSpc>
              <a:spcBef>
                <a:spcPts val="400"/>
              </a:spcBef>
              <a:spcAft>
                <a:spcPts val="0"/>
              </a:spcAft>
              <a:buClr>
                <a:schemeClr val="lt1"/>
              </a:buClr>
              <a:buSzPts val="1400"/>
              <a:buNone/>
              <a:defRPr>
                <a:solidFill>
                  <a:schemeClr val="lt1"/>
                </a:solidFill>
              </a:defRPr>
            </a:lvl5pPr>
            <a:lvl6pPr marL="2743200" indent="-317500" algn="l">
              <a:lnSpc>
                <a:spcPct val="90000"/>
              </a:lnSpc>
              <a:spcBef>
                <a:spcPts val="400"/>
              </a:spcBef>
              <a:spcAft>
                <a:spcPts val="0"/>
              </a:spcAft>
              <a:buClr>
                <a:schemeClr val="lt1"/>
              </a:buClr>
              <a:buSzPts val="1400"/>
              <a:buChar char="•"/>
              <a:defRPr>
                <a:solidFill>
                  <a:schemeClr val="lt1"/>
                </a:solidFill>
              </a:defRPr>
            </a:lvl6pPr>
            <a:lvl7pPr marL="3200400" indent="-317500" algn="l">
              <a:lnSpc>
                <a:spcPct val="90000"/>
              </a:lnSpc>
              <a:spcBef>
                <a:spcPts val="400"/>
              </a:spcBef>
              <a:spcAft>
                <a:spcPts val="0"/>
              </a:spcAft>
              <a:buClr>
                <a:schemeClr val="lt1"/>
              </a:buClr>
              <a:buSzPts val="1400"/>
              <a:buChar char="•"/>
              <a:defRPr>
                <a:solidFill>
                  <a:schemeClr val="lt1"/>
                </a:solidFill>
              </a:defRPr>
            </a:lvl7pPr>
            <a:lvl8pPr marL="3657600" indent="-317500" algn="l">
              <a:lnSpc>
                <a:spcPct val="90000"/>
              </a:lnSpc>
              <a:spcBef>
                <a:spcPts val="400"/>
              </a:spcBef>
              <a:spcAft>
                <a:spcPts val="0"/>
              </a:spcAft>
              <a:buClr>
                <a:schemeClr val="lt1"/>
              </a:buClr>
              <a:buSzPts val="1400"/>
              <a:buChar char="•"/>
              <a:defRPr>
                <a:solidFill>
                  <a:schemeClr val="lt1"/>
                </a:solidFill>
              </a:defRPr>
            </a:lvl8pPr>
            <a:lvl9pPr marL="4114800"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
        <p:nvSpPr>
          <p:cNvPr id="71" name="Google Shape;71;p14">
            <a:extLst>
              <a:ext uri="{FF2B5EF4-FFF2-40B4-BE49-F238E27FC236}">
                <a16:creationId xmlns:a16="http://schemas.microsoft.com/office/drawing/2014/main" id="{886E1C81-62C5-4479-8771-D8203B5863B5}"/>
              </a:ext>
            </a:extLst>
          </p:cNvPr>
          <p:cNvSpPr>
            <a:spLocks noGrp="1"/>
          </p:cNvSpPr>
          <p:nvPr>
            <p:ph type="body" idx="3"/>
          </p:nvPr>
        </p:nvSpPr>
        <p:spPr>
          <a:xfrm>
            <a:off x="4825445"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800"/>
              </a:spcBef>
              <a:spcAft>
                <a:spcPts val="0"/>
              </a:spcAft>
              <a:buClr>
                <a:schemeClr val="dk2"/>
              </a:buClr>
              <a:buSzPts val="1400"/>
              <a:buNone/>
              <a:defRPr>
                <a:solidFill>
                  <a:schemeClr val="dk2"/>
                </a:solidFill>
              </a:defRPr>
            </a:lvl1pPr>
            <a:lvl2pPr marL="914400" indent="-228600" algn="l">
              <a:lnSpc>
                <a:spcPct val="90000"/>
              </a:lnSpc>
              <a:spcBef>
                <a:spcPts val="400"/>
              </a:spcBef>
              <a:spcAft>
                <a:spcPts val="0"/>
              </a:spcAft>
              <a:buClr>
                <a:schemeClr val="dk2"/>
              </a:buClr>
              <a:buSzPts val="1400"/>
              <a:buFont typeface="Arial"/>
              <a:buNone/>
              <a:defRPr>
                <a:solidFill>
                  <a:schemeClr val="dk2"/>
                </a:solidFill>
              </a:defRPr>
            </a:lvl2pPr>
            <a:lvl3pPr marL="1371600" indent="-228600" algn="l">
              <a:lnSpc>
                <a:spcPct val="90000"/>
              </a:lnSpc>
              <a:spcBef>
                <a:spcPts val="400"/>
              </a:spcBef>
              <a:spcAft>
                <a:spcPts val="0"/>
              </a:spcAft>
              <a:buClr>
                <a:schemeClr val="dk2"/>
              </a:buClr>
              <a:buSzPts val="1400"/>
              <a:buNone/>
              <a:defRPr>
                <a:solidFill>
                  <a:schemeClr val="dk2"/>
                </a:solidFill>
              </a:defRPr>
            </a:lvl3pPr>
            <a:lvl4pPr marL="1828800" indent="-228600" algn="l">
              <a:lnSpc>
                <a:spcPct val="90000"/>
              </a:lnSpc>
              <a:spcBef>
                <a:spcPts val="400"/>
              </a:spcBef>
              <a:spcAft>
                <a:spcPts val="0"/>
              </a:spcAft>
              <a:buClr>
                <a:schemeClr val="dk2"/>
              </a:buClr>
              <a:buSzPts val="1400"/>
              <a:buNone/>
              <a:defRPr>
                <a:solidFill>
                  <a:schemeClr val="dk2"/>
                </a:solidFill>
              </a:defRPr>
            </a:lvl4pPr>
            <a:lvl5pPr marL="2286000" indent="-228600" algn="l">
              <a:lnSpc>
                <a:spcPct val="90000"/>
              </a:lnSpc>
              <a:spcBef>
                <a:spcPts val="400"/>
              </a:spcBef>
              <a:spcAft>
                <a:spcPts val="0"/>
              </a:spcAft>
              <a:buClr>
                <a:schemeClr val="dk2"/>
              </a:buClr>
              <a:buSzPts val="1400"/>
              <a:buNone/>
              <a:defRPr>
                <a:solidFill>
                  <a:schemeClr val="dk2"/>
                </a:solidFill>
              </a:defRPr>
            </a:lvl5pPr>
            <a:lvl6pPr marL="2743200" indent="-317500" algn="l">
              <a:lnSpc>
                <a:spcPct val="90000"/>
              </a:lnSpc>
              <a:spcBef>
                <a:spcPts val="400"/>
              </a:spcBef>
              <a:spcAft>
                <a:spcPts val="0"/>
              </a:spcAft>
              <a:buClr>
                <a:schemeClr val="dk2"/>
              </a:buClr>
              <a:buSzPts val="1400"/>
              <a:buChar char="•"/>
              <a:defRPr>
                <a:solidFill>
                  <a:schemeClr val="dk2"/>
                </a:solidFill>
              </a:defRPr>
            </a:lvl6pPr>
            <a:lvl7pPr marL="3200400" indent="-317500" algn="l">
              <a:lnSpc>
                <a:spcPct val="90000"/>
              </a:lnSpc>
              <a:spcBef>
                <a:spcPts val="400"/>
              </a:spcBef>
              <a:spcAft>
                <a:spcPts val="0"/>
              </a:spcAft>
              <a:buClr>
                <a:schemeClr val="dk2"/>
              </a:buClr>
              <a:buSzPts val="1400"/>
              <a:buChar char="•"/>
              <a:defRPr>
                <a:solidFill>
                  <a:schemeClr val="dk2"/>
                </a:solidFill>
              </a:defRPr>
            </a:lvl7pPr>
            <a:lvl8pPr marL="3657600" indent="-317500" algn="l">
              <a:lnSpc>
                <a:spcPct val="90000"/>
              </a:lnSpc>
              <a:spcBef>
                <a:spcPts val="400"/>
              </a:spcBef>
              <a:spcAft>
                <a:spcPts val="0"/>
              </a:spcAft>
              <a:buClr>
                <a:schemeClr val="dk2"/>
              </a:buClr>
              <a:buSzPts val="1400"/>
              <a:buChar char="•"/>
              <a:defRPr>
                <a:solidFill>
                  <a:schemeClr val="dk2"/>
                </a:solidFill>
              </a:defRPr>
            </a:lvl8pPr>
            <a:lvl9pPr marL="4114800" indent="-317500" algn="l">
              <a:lnSpc>
                <a:spcPct val="90000"/>
              </a:lnSpc>
              <a:spcBef>
                <a:spcPts val="400"/>
              </a:spcBef>
              <a:spcAft>
                <a:spcPts val="0"/>
              </a:spcAft>
              <a:buClr>
                <a:schemeClr val="dk2"/>
              </a:buClr>
              <a:buSzPts val="1400"/>
              <a:buChar char="•"/>
              <a:defRPr>
                <a:solidFill>
                  <a:schemeClr val="dk2"/>
                </a:solidFill>
              </a:defRPr>
            </a:lvl9pPr>
          </a:lstStyle>
          <a:p>
            <a:endParaRPr/>
          </a:p>
        </p:txBody>
      </p:sp>
      <p:sp>
        <p:nvSpPr>
          <p:cNvPr id="72" name="Google Shape;72;p14">
            <a:extLst>
              <a:ext uri="{FF2B5EF4-FFF2-40B4-BE49-F238E27FC236}">
                <a16:creationId xmlns:a16="http://schemas.microsoft.com/office/drawing/2014/main" id="{99AEF576-6970-4C8B-AC01-4FA9B4D575B7}"/>
              </a:ext>
            </a:extLst>
          </p:cNvPr>
          <p:cNvSpPr>
            <a:spLocks noGrp="1"/>
          </p:cNvSpPr>
          <p:nvPr>
            <p:ph type="body" idx="4"/>
          </p:nvPr>
        </p:nvSpPr>
        <p:spPr>
          <a:xfrm>
            <a:off x="7111385"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800"/>
              </a:spcBef>
              <a:spcAft>
                <a:spcPts val="0"/>
              </a:spcAft>
              <a:buClr>
                <a:schemeClr val="dk2"/>
              </a:buClr>
              <a:buSzPts val="1400"/>
              <a:buNone/>
              <a:defRPr>
                <a:solidFill>
                  <a:schemeClr val="dk2"/>
                </a:solidFill>
              </a:defRPr>
            </a:lvl1pPr>
            <a:lvl2pPr marL="914400" indent="-228600" algn="l">
              <a:lnSpc>
                <a:spcPct val="90000"/>
              </a:lnSpc>
              <a:spcBef>
                <a:spcPts val="400"/>
              </a:spcBef>
              <a:spcAft>
                <a:spcPts val="0"/>
              </a:spcAft>
              <a:buClr>
                <a:schemeClr val="dk2"/>
              </a:buClr>
              <a:buSzPts val="1400"/>
              <a:buFont typeface="Arial"/>
              <a:buNone/>
              <a:defRPr>
                <a:solidFill>
                  <a:schemeClr val="dk2"/>
                </a:solidFill>
              </a:defRPr>
            </a:lvl2pPr>
            <a:lvl3pPr marL="1371600" indent="-228600" algn="l">
              <a:lnSpc>
                <a:spcPct val="90000"/>
              </a:lnSpc>
              <a:spcBef>
                <a:spcPts val="400"/>
              </a:spcBef>
              <a:spcAft>
                <a:spcPts val="0"/>
              </a:spcAft>
              <a:buClr>
                <a:schemeClr val="dk2"/>
              </a:buClr>
              <a:buSzPts val="1400"/>
              <a:buNone/>
              <a:defRPr>
                <a:solidFill>
                  <a:schemeClr val="dk2"/>
                </a:solidFill>
              </a:defRPr>
            </a:lvl3pPr>
            <a:lvl4pPr marL="1828800" indent="-228600" algn="l">
              <a:lnSpc>
                <a:spcPct val="90000"/>
              </a:lnSpc>
              <a:spcBef>
                <a:spcPts val="400"/>
              </a:spcBef>
              <a:spcAft>
                <a:spcPts val="0"/>
              </a:spcAft>
              <a:buClr>
                <a:schemeClr val="dk2"/>
              </a:buClr>
              <a:buSzPts val="1400"/>
              <a:buNone/>
              <a:defRPr>
                <a:solidFill>
                  <a:schemeClr val="dk2"/>
                </a:solidFill>
              </a:defRPr>
            </a:lvl4pPr>
            <a:lvl5pPr marL="2286000" indent="-228600" algn="l">
              <a:lnSpc>
                <a:spcPct val="90000"/>
              </a:lnSpc>
              <a:spcBef>
                <a:spcPts val="400"/>
              </a:spcBef>
              <a:spcAft>
                <a:spcPts val="0"/>
              </a:spcAft>
              <a:buClr>
                <a:schemeClr val="dk2"/>
              </a:buClr>
              <a:buSzPts val="1400"/>
              <a:buNone/>
              <a:defRPr>
                <a:solidFill>
                  <a:schemeClr val="dk2"/>
                </a:solidFill>
              </a:defRPr>
            </a:lvl5pPr>
            <a:lvl6pPr marL="2743200" indent="-317500" algn="l">
              <a:lnSpc>
                <a:spcPct val="90000"/>
              </a:lnSpc>
              <a:spcBef>
                <a:spcPts val="400"/>
              </a:spcBef>
              <a:spcAft>
                <a:spcPts val="0"/>
              </a:spcAft>
              <a:buClr>
                <a:schemeClr val="dk2"/>
              </a:buClr>
              <a:buSzPts val="1400"/>
              <a:buChar char="•"/>
              <a:defRPr>
                <a:solidFill>
                  <a:schemeClr val="dk2"/>
                </a:solidFill>
              </a:defRPr>
            </a:lvl6pPr>
            <a:lvl7pPr marL="3200400" indent="-317500" algn="l">
              <a:lnSpc>
                <a:spcPct val="90000"/>
              </a:lnSpc>
              <a:spcBef>
                <a:spcPts val="400"/>
              </a:spcBef>
              <a:spcAft>
                <a:spcPts val="0"/>
              </a:spcAft>
              <a:buClr>
                <a:schemeClr val="dk2"/>
              </a:buClr>
              <a:buSzPts val="1400"/>
              <a:buChar char="•"/>
              <a:defRPr>
                <a:solidFill>
                  <a:schemeClr val="dk2"/>
                </a:solidFill>
              </a:defRPr>
            </a:lvl7pPr>
            <a:lvl8pPr marL="3657600" indent="-317500" algn="l">
              <a:lnSpc>
                <a:spcPct val="90000"/>
              </a:lnSpc>
              <a:spcBef>
                <a:spcPts val="400"/>
              </a:spcBef>
              <a:spcAft>
                <a:spcPts val="0"/>
              </a:spcAft>
              <a:buClr>
                <a:schemeClr val="dk2"/>
              </a:buClr>
              <a:buSzPts val="1400"/>
              <a:buChar char="•"/>
              <a:defRPr>
                <a:solidFill>
                  <a:schemeClr val="dk2"/>
                </a:solidFill>
              </a:defRPr>
            </a:lvl8pPr>
            <a:lvl9pPr marL="4114800" indent="-317500" algn="l">
              <a:lnSpc>
                <a:spcPct val="90000"/>
              </a:lnSpc>
              <a:spcBef>
                <a:spcPts val="400"/>
              </a:spcBef>
              <a:spcAft>
                <a:spcPts val="0"/>
              </a:spcAft>
              <a:buClr>
                <a:schemeClr val="dk2"/>
              </a:buClr>
              <a:buSzPts val="1400"/>
              <a:buChar char="•"/>
              <a:defRPr>
                <a:solidFill>
                  <a:schemeClr val="dk2"/>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reaker_Denim">
  <p:cSld name="Breaker_Denim">
    <p:bg>
      <p:bgPr>
        <a:solidFill>
          <a:schemeClr val="dk2"/>
        </a:solidFill>
        <a:effectLst/>
      </p:bgPr>
    </p:bg>
    <p:spTree>
      <p:nvGrpSpPr>
        <p:cNvPr id="1" name=""/>
        <p:cNvGrpSpPr/>
        <p:nvPr/>
      </p:nvGrpSpPr>
      <p:grpSpPr>
        <a:xfrm>
          <a:off x="0" y="0"/>
          <a:ext cx="0" cy="0"/>
          <a:chOff x="0" y="0"/>
          <a:chExt cx="0" cy="0"/>
        </a:xfrm>
      </p:grpSpPr>
      <p:sp>
        <p:nvSpPr>
          <p:cNvPr id="76" name="Google Shape;76;p15">
            <a:extLst>
              <a:ext uri="{FF2B5EF4-FFF2-40B4-BE49-F238E27FC236}">
                <a16:creationId xmlns:a16="http://schemas.microsoft.com/office/drawing/2014/main" id="{65F4995B-BDEC-4EE1-9E23-BB7647B461A8}"/>
              </a:ext>
            </a:extLst>
          </p:cNvPr>
          <p:cNvSpPr>
            <a:spLocks noGrp="1"/>
          </p:cNvSpPr>
          <p:nvPr>
            <p:ph type="title"/>
          </p:nvPr>
        </p:nvSpPr>
        <p:spPr>
          <a:xfrm>
            <a:off x="342900" y="1557450"/>
            <a:ext cx="8455800" cy="2028600"/>
          </a:xfrm>
          <a:prstGeom prst="rect">
            <a:avLst/>
          </a:prstGeom>
          <a:noFill/>
          <a:ln>
            <a:noFill/>
          </a:ln>
        </p:spPr>
        <p:txBody>
          <a:bodyPr spcFirstLastPara="1" wrap="square" lIns="0" tIns="45700" rIns="91425" bIns="45700" anchor="ctr">
            <a:noAutofit/>
          </a:bodyPr>
          <a:lstStyle>
            <a:lvl1pPr algn="l">
              <a:lnSpc>
                <a:spcPct val="90000"/>
              </a:lnSpc>
              <a:spcBef>
                <a:spcPts val="0"/>
              </a:spcBef>
              <a:spcAft>
                <a:spcPts val="0"/>
              </a:spcAft>
              <a:buSzPts val="2400"/>
              <a:buNone/>
              <a:defRPr sz="3600">
                <a:solidFill>
                  <a:schemeClr val="accent3"/>
                </a:solidFill>
              </a:defRPr>
            </a:lvl1pPr>
            <a:lvl2pPr algn="l">
              <a:lnSpc>
                <a:spcPct val="100000"/>
              </a:lnSpc>
              <a:spcBef>
                <a:spcPts val="0"/>
              </a:spcBef>
              <a:spcAft>
                <a:spcPts val="0"/>
              </a:spcAft>
              <a:buSzPts val="2400"/>
              <a:buNone/>
              <a:defRPr sz="3600">
                <a:solidFill>
                  <a:schemeClr val="accent3"/>
                </a:solidFill>
              </a:defRPr>
            </a:lvl2pPr>
            <a:lvl3pPr algn="l">
              <a:lnSpc>
                <a:spcPct val="100000"/>
              </a:lnSpc>
              <a:spcBef>
                <a:spcPts val="0"/>
              </a:spcBef>
              <a:spcAft>
                <a:spcPts val="0"/>
              </a:spcAft>
              <a:buSzPts val="2400"/>
              <a:buNone/>
              <a:defRPr sz="3600">
                <a:solidFill>
                  <a:schemeClr val="accent3"/>
                </a:solidFill>
              </a:defRPr>
            </a:lvl3pPr>
            <a:lvl4pPr algn="l">
              <a:lnSpc>
                <a:spcPct val="100000"/>
              </a:lnSpc>
              <a:spcBef>
                <a:spcPts val="0"/>
              </a:spcBef>
              <a:spcAft>
                <a:spcPts val="0"/>
              </a:spcAft>
              <a:buSzPts val="2400"/>
              <a:buNone/>
              <a:defRPr sz="3600">
                <a:solidFill>
                  <a:schemeClr val="accent3"/>
                </a:solidFill>
              </a:defRPr>
            </a:lvl4pPr>
            <a:lvl5pPr algn="l">
              <a:lnSpc>
                <a:spcPct val="100000"/>
              </a:lnSpc>
              <a:spcBef>
                <a:spcPts val="0"/>
              </a:spcBef>
              <a:spcAft>
                <a:spcPts val="0"/>
              </a:spcAft>
              <a:buSzPts val="2400"/>
              <a:buNone/>
              <a:defRPr sz="3600">
                <a:solidFill>
                  <a:schemeClr val="accent3"/>
                </a:solidFill>
              </a:defRPr>
            </a:lvl5pPr>
            <a:lvl6pPr algn="l">
              <a:lnSpc>
                <a:spcPct val="100000"/>
              </a:lnSpc>
              <a:spcBef>
                <a:spcPts val="0"/>
              </a:spcBef>
              <a:spcAft>
                <a:spcPts val="0"/>
              </a:spcAft>
              <a:buSzPts val="2400"/>
              <a:buNone/>
              <a:defRPr sz="3600">
                <a:solidFill>
                  <a:schemeClr val="accent3"/>
                </a:solidFill>
              </a:defRPr>
            </a:lvl6pPr>
            <a:lvl7pPr algn="l">
              <a:lnSpc>
                <a:spcPct val="100000"/>
              </a:lnSpc>
              <a:spcBef>
                <a:spcPts val="0"/>
              </a:spcBef>
              <a:spcAft>
                <a:spcPts val="0"/>
              </a:spcAft>
              <a:buSzPts val="2400"/>
              <a:buNone/>
              <a:defRPr sz="3600">
                <a:solidFill>
                  <a:schemeClr val="accent3"/>
                </a:solidFill>
              </a:defRPr>
            </a:lvl7pPr>
            <a:lvl8pPr algn="l">
              <a:lnSpc>
                <a:spcPct val="100000"/>
              </a:lnSpc>
              <a:spcBef>
                <a:spcPts val="0"/>
              </a:spcBef>
              <a:spcAft>
                <a:spcPts val="0"/>
              </a:spcAft>
              <a:buSzPts val="2400"/>
              <a:buNone/>
              <a:defRPr sz="3600">
                <a:solidFill>
                  <a:schemeClr val="accent3"/>
                </a:solidFill>
              </a:defRPr>
            </a:lvl8pPr>
            <a:lvl9pPr algn="l">
              <a:lnSpc>
                <a:spcPct val="100000"/>
              </a:lnSpc>
              <a:spcBef>
                <a:spcPts val="0"/>
              </a:spcBef>
              <a:spcAft>
                <a:spcPts val="0"/>
              </a:spcAft>
              <a:buSzPts val="2400"/>
              <a:buNone/>
              <a:defRPr sz="3600">
                <a:solidFill>
                  <a:schemeClr val="accent3"/>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reaker_Meadow">
  <p:cSld name="Breaker_Meadow">
    <p:bg>
      <p:bgPr>
        <a:solidFill>
          <a:schemeClr val="accent2"/>
        </a:solidFill>
        <a:effectLst/>
      </p:bgPr>
    </p:bg>
    <p:spTree>
      <p:nvGrpSpPr>
        <p:cNvPr id="1" name=""/>
        <p:cNvGrpSpPr/>
        <p:nvPr/>
      </p:nvGrpSpPr>
      <p:grpSpPr>
        <a:xfrm>
          <a:off x="0" y="0"/>
          <a:ext cx="0" cy="0"/>
          <a:chOff x="0" y="0"/>
          <a:chExt cx="0" cy="0"/>
        </a:xfrm>
      </p:grpSpPr>
      <p:sp>
        <p:nvSpPr>
          <p:cNvPr id="78" name="Google Shape;78;p16">
            <a:extLst>
              <a:ext uri="{FF2B5EF4-FFF2-40B4-BE49-F238E27FC236}">
                <a16:creationId xmlns:a16="http://schemas.microsoft.com/office/drawing/2014/main" id="{9294F5C4-56D8-4738-93F7-B832B983CC0D}"/>
              </a:ext>
            </a:extLst>
          </p:cNvPr>
          <p:cNvSpPr>
            <a:spLocks noGrp="1"/>
          </p:cNvSpPr>
          <p:nvPr>
            <p:ph type="title"/>
          </p:nvPr>
        </p:nvSpPr>
        <p:spPr>
          <a:xfrm>
            <a:off x="342900" y="1557450"/>
            <a:ext cx="8455800" cy="2028600"/>
          </a:xfrm>
          <a:prstGeom prst="rect">
            <a:avLst/>
          </a:prstGeom>
          <a:noFill/>
          <a:ln>
            <a:noFill/>
          </a:ln>
        </p:spPr>
        <p:txBody>
          <a:bodyPr spcFirstLastPara="1" wrap="square" lIns="0" tIns="45700" rIns="91425" bIns="45700" anchor="ctr">
            <a:noAutofit/>
          </a:bodyPr>
          <a:lstStyle>
            <a:lvl1pPr algn="l">
              <a:lnSpc>
                <a:spcPct val="90000"/>
              </a:lnSpc>
              <a:spcBef>
                <a:spcPts val="0"/>
              </a:spcBef>
              <a:spcAft>
                <a:spcPts val="0"/>
              </a:spcAft>
              <a:buSzPts val="2400"/>
              <a:buNone/>
              <a:defRPr sz="3600"/>
            </a:lvl1pPr>
            <a:lvl2pPr algn="l">
              <a:lnSpc>
                <a:spcPct val="100000"/>
              </a:lnSpc>
              <a:spcBef>
                <a:spcPts val="0"/>
              </a:spcBef>
              <a:spcAft>
                <a:spcPts val="0"/>
              </a:spcAft>
              <a:buSzPts val="2400"/>
              <a:buNone/>
              <a:defRPr sz="3600"/>
            </a:lvl2pPr>
            <a:lvl3pPr algn="l">
              <a:lnSpc>
                <a:spcPct val="100000"/>
              </a:lnSpc>
              <a:spcBef>
                <a:spcPts val="0"/>
              </a:spcBef>
              <a:spcAft>
                <a:spcPts val="0"/>
              </a:spcAft>
              <a:buSzPts val="2400"/>
              <a:buNone/>
              <a:defRPr sz="3600"/>
            </a:lvl3pPr>
            <a:lvl4pPr algn="l">
              <a:lnSpc>
                <a:spcPct val="100000"/>
              </a:lnSpc>
              <a:spcBef>
                <a:spcPts val="0"/>
              </a:spcBef>
              <a:spcAft>
                <a:spcPts val="0"/>
              </a:spcAft>
              <a:buSzPts val="2400"/>
              <a:buNone/>
              <a:defRPr sz="3600"/>
            </a:lvl4pPr>
            <a:lvl5pPr algn="l">
              <a:lnSpc>
                <a:spcPct val="100000"/>
              </a:lnSpc>
              <a:spcBef>
                <a:spcPts val="0"/>
              </a:spcBef>
              <a:spcAft>
                <a:spcPts val="0"/>
              </a:spcAft>
              <a:buSzPts val="2400"/>
              <a:buNone/>
              <a:defRPr sz="3600"/>
            </a:lvl5pPr>
            <a:lvl6pPr algn="l">
              <a:lnSpc>
                <a:spcPct val="100000"/>
              </a:lnSpc>
              <a:spcBef>
                <a:spcPts val="0"/>
              </a:spcBef>
              <a:spcAft>
                <a:spcPts val="0"/>
              </a:spcAft>
              <a:buSzPts val="2400"/>
              <a:buNone/>
              <a:defRPr sz="3600"/>
            </a:lvl6pPr>
            <a:lvl7pPr algn="l">
              <a:lnSpc>
                <a:spcPct val="100000"/>
              </a:lnSpc>
              <a:spcBef>
                <a:spcPts val="0"/>
              </a:spcBef>
              <a:spcAft>
                <a:spcPts val="0"/>
              </a:spcAft>
              <a:buSzPts val="2400"/>
              <a:buNone/>
              <a:defRPr sz="3600"/>
            </a:lvl7pPr>
            <a:lvl8pPr algn="l">
              <a:lnSpc>
                <a:spcPct val="100000"/>
              </a:lnSpc>
              <a:spcBef>
                <a:spcPts val="0"/>
              </a:spcBef>
              <a:spcAft>
                <a:spcPts val="0"/>
              </a:spcAft>
              <a:buSzPts val="2400"/>
              <a:buNone/>
              <a:defRPr sz="3600"/>
            </a:lvl8pPr>
            <a:lvl9pPr algn="l">
              <a:lnSpc>
                <a:spcPct val="100000"/>
              </a:lnSpc>
              <a:spcBef>
                <a:spcPts val="0"/>
              </a:spcBef>
              <a:spcAft>
                <a:spcPts val="0"/>
              </a:spcAft>
              <a:buSzPts val="2400"/>
              <a:buNone/>
              <a:defRPr sz="3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reaker_Island">
  <p:cSld name="Breaker_Island">
    <p:bg>
      <p:bgPr>
        <a:solidFill>
          <a:schemeClr val="accent3"/>
        </a:solidFill>
        <a:effectLst/>
      </p:bgPr>
    </p:bg>
    <p:spTree>
      <p:nvGrpSpPr>
        <p:cNvPr id="1" name=""/>
        <p:cNvGrpSpPr/>
        <p:nvPr/>
      </p:nvGrpSpPr>
      <p:grpSpPr>
        <a:xfrm>
          <a:off x="0" y="0"/>
          <a:ext cx="0" cy="0"/>
          <a:chOff x="0" y="0"/>
          <a:chExt cx="0" cy="0"/>
        </a:xfrm>
      </p:grpSpPr>
      <p:sp>
        <p:nvSpPr>
          <p:cNvPr id="80" name="Google Shape;80;p17">
            <a:extLst>
              <a:ext uri="{FF2B5EF4-FFF2-40B4-BE49-F238E27FC236}">
                <a16:creationId xmlns:a16="http://schemas.microsoft.com/office/drawing/2014/main" id="{4A550D62-4F03-4DF6-9683-148FFE9FA230}"/>
              </a:ext>
            </a:extLst>
          </p:cNvPr>
          <p:cNvSpPr>
            <a:spLocks noGrp="1"/>
          </p:cNvSpPr>
          <p:nvPr>
            <p:ph type="title"/>
          </p:nvPr>
        </p:nvSpPr>
        <p:spPr>
          <a:xfrm>
            <a:off x="342900" y="1557450"/>
            <a:ext cx="8455800" cy="2028600"/>
          </a:xfrm>
          <a:prstGeom prst="rect">
            <a:avLst/>
          </a:prstGeom>
          <a:noFill/>
          <a:ln>
            <a:noFill/>
          </a:ln>
        </p:spPr>
        <p:txBody>
          <a:bodyPr spcFirstLastPara="1" wrap="square" lIns="0" tIns="45700" rIns="91425" bIns="45700" anchor="ctr">
            <a:noAutofit/>
          </a:bodyPr>
          <a:lstStyle>
            <a:lvl1pPr algn="l">
              <a:lnSpc>
                <a:spcPct val="90000"/>
              </a:lnSpc>
              <a:spcBef>
                <a:spcPts val="0"/>
              </a:spcBef>
              <a:spcAft>
                <a:spcPts val="0"/>
              </a:spcAft>
              <a:buSzPts val="2400"/>
              <a:buNone/>
              <a:defRPr sz="3600"/>
            </a:lvl1pPr>
            <a:lvl2pPr algn="l">
              <a:lnSpc>
                <a:spcPct val="100000"/>
              </a:lnSpc>
              <a:spcBef>
                <a:spcPts val="0"/>
              </a:spcBef>
              <a:spcAft>
                <a:spcPts val="0"/>
              </a:spcAft>
              <a:buSzPts val="2400"/>
              <a:buNone/>
              <a:defRPr sz="3600"/>
            </a:lvl2pPr>
            <a:lvl3pPr algn="l">
              <a:lnSpc>
                <a:spcPct val="100000"/>
              </a:lnSpc>
              <a:spcBef>
                <a:spcPts val="0"/>
              </a:spcBef>
              <a:spcAft>
                <a:spcPts val="0"/>
              </a:spcAft>
              <a:buSzPts val="2400"/>
              <a:buNone/>
              <a:defRPr sz="3600"/>
            </a:lvl3pPr>
            <a:lvl4pPr algn="l">
              <a:lnSpc>
                <a:spcPct val="100000"/>
              </a:lnSpc>
              <a:spcBef>
                <a:spcPts val="0"/>
              </a:spcBef>
              <a:spcAft>
                <a:spcPts val="0"/>
              </a:spcAft>
              <a:buSzPts val="2400"/>
              <a:buNone/>
              <a:defRPr sz="3600"/>
            </a:lvl4pPr>
            <a:lvl5pPr algn="l">
              <a:lnSpc>
                <a:spcPct val="100000"/>
              </a:lnSpc>
              <a:spcBef>
                <a:spcPts val="0"/>
              </a:spcBef>
              <a:spcAft>
                <a:spcPts val="0"/>
              </a:spcAft>
              <a:buSzPts val="2400"/>
              <a:buNone/>
              <a:defRPr sz="3600"/>
            </a:lvl5pPr>
            <a:lvl6pPr algn="l">
              <a:lnSpc>
                <a:spcPct val="100000"/>
              </a:lnSpc>
              <a:spcBef>
                <a:spcPts val="0"/>
              </a:spcBef>
              <a:spcAft>
                <a:spcPts val="0"/>
              </a:spcAft>
              <a:buSzPts val="2400"/>
              <a:buNone/>
              <a:defRPr sz="3600"/>
            </a:lvl6pPr>
            <a:lvl7pPr algn="l">
              <a:lnSpc>
                <a:spcPct val="100000"/>
              </a:lnSpc>
              <a:spcBef>
                <a:spcPts val="0"/>
              </a:spcBef>
              <a:spcAft>
                <a:spcPts val="0"/>
              </a:spcAft>
              <a:buSzPts val="2400"/>
              <a:buNone/>
              <a:defRPr sz="3600"/>
            </a:lvl7pPr>
            <a:lvl8pPr algn="l">
              <a:lnSpc>
                <a:spcPct val="100000"/>
              </a:lnSpc>
              <a:spcBef>
                <a:spcPts val="0"/>
              </a:spcBef>
              <a:spcAft>
                <a:spcPts val="0"/>
              </a:spcAft>
              <a:buSzPts val="2400"/>
              <a:buNone/>
              <a:defRPr sz="3600"/>
            </a:lvl8pPr>
            <a:lvl9pPr algn="l">
              <a:lnSpc>
                <a:spcPct val="100000"/>
              </a:lnSpc>
              <a:spcBef>
                <a:spcPts val="0"/>
              </a:spcBef>
              <a:spcAft>
                <a:spcPts val="0"/>
              </a:spcAft>
              <a:buSzPts val="2400"/>
              <a:buNone/>
              <a:defRPr sz="36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reaker_Robins Egg">
  <p:cSld name="Breaker_Robins Egg">
    <p:bg>
      <p:bgPr>
        <a:solidFill>
          <a:schemeClr val="accent4"/>
        </a:solidFill>
        <a:effectLst/>
      </p:bgPr>
    </p:bg>
    <p:spTree>
      <p:nvGrpSpPr>
        <p:cNvPr id="1" name=""/>
        <p:cNvGrpSpPr/>
        <p:nvPr/>
      </p:nvGrpSpPr>
      <p:grpSpPr>
        <a:xfrm>
          <a:off x="0" y="0"/>
          <a:ext cx="0" cy="0"/>
          <a:chOff x="0" y="0"/>
          <a:chExt cx="0" cy="0"/>
        </a:xfrm>
      </p:grpSpPr>
      <p:sp>
        <p:nvSpPr>
          <p:cNvPr id="82" name="Google Shape;82;p18">
            <a:extLst>
              <a:ext uri="{FF2B5EF4-FFF2-40B4-BE49-F238E27FC236}">
                <a16:creationId xmlns:a16="http://schemas.microsoft.com/office/drawing/2014/main" id="{B6ECAD75-FE08-4065-8DA7-2412E5B8B73D}"/>
              </a:ext>
            </a:extLst>
          </p:cNvPr>
          <p:cNvSpPr>
            <a:spLocks noGrp="1"/>
          </p:cNvSpPr>
          <p:nvPr>
            <p:ph type="title"/>
          </p:nvPr>
        </p:nvSpPr>
        <p:spPr>
          <a:xfrm>
            <a:off x="342900" y="1557450"/>
            <a:ext cx="8455800" cy="2028600"/>
          </a:xfrm>
          <a:prstGeom prst="rect">
            <a:avLst/>
          </a:prstGeom>
          <a:noFill/>
          <a:ln>
            <a:noFill/>
          </a:ln>
        </p:spPr>
        <p:txBody>
          <a:bodyPr spcFirstLastPara="1" wrap="square" lIns="0" tIns="45700" rIns="91425" bIns="45700" anchor="ctr">
            <a:noAutofit/>
          </a:bodyPr>
          <a:lstStyle>
            <a:lvl1pPr algn="l">
              <a:lnSpc>
                <a:spcPct val="90000"/>
              </a:lnSpc>
              <a:spcBef>
                <a:spcPts val="0"/>
              </a:spcBef>
              <a:spcAft>
                <a:spcPts val="0"/>
              </a:spcAft>
              <a:buSzPts val="2400"/>
              <a:buNone/>
              <a:defRPr sz="3600"/>
            </a:lvl1pPr>
            <a:lvl2pPr algn="l">
              <a:lnSpc>
                <a:spcPct val="100000"/>
              </a:lnSpc>
              <a:spcBef>
                <a:spcPts val="0"/>
              </a:spcBef>
              <a:spcAft>
                <a:spcPts val="0"/>
              </a:spcAft>
              <a:buSzPts val="2400"/>
              <a:buNone/>
              <a:defRPr sz="3600"/>
            </a:lvl2pPr>
            <a:lvl3pPr algn="l">
              <a:lnSpc>
                <a:spcPct val="100000"/>
              </a:lnSpc>
              <a:spcBef>
                <a:spcPts val="0"/>
              </a:spcBef>
              <a:spcAft>
                <a:spcPts val="0"/>
              </a:spcAft>
              <a:buSzPts val="2400"/>
              <a:buNone/>
              <a:defRPr sz="3600"/>
            </a:lvl3pPr>
            <a:lvl4pPr algn="l">
              <a:lnSpc>
                <a:spcPct val="100000"/>
              </a:lnSpc>
              <a:spcBef>
                <a:spcPts val="0"/>
              </a:spcBef>
              <a:spcAft>
                <a:spcPts val="0"/>
              </a:spcAft>
              <a:buSzPts val="2400"/>
              <a:buNone/>
              <a:defRPr sz="3600"/>
            </a:lvl4pPr>
            <a:lvl5pPr algn="l">
              <a:lnSpc>
                <a:spcPct val="100000"/>
              </a:lnSpc>
              <a:spcBef>
                <a:spcPts val="0"/>
              </a:spcBef>
              <a:spcAft>
                <a:spcPts val="0"/>
              </a:spcAft>
              <a:buSzPts val="2400"/>
              <a:buNone/>
              <a:defRPr sz="3600"/>
            </a:lvl5pPr>
            <a:lvl6pPr algn="l">
              <a:lnSpc>
                <a:spcPct val="100000"/>
              </a:lnSpc>
              <a:spcBef>
                <a:spcPts val="0"/>
              </a:spcBef>
              <a:spcAft>
                <a:spcPts val="0"/>
              </a:spcAft>
              <a:buSzPts val="2400"/>
              <a:buNone/>
              <a:defRPr sz="3600"/>
            </a:lvl6pPr>
            <a:lvl7pPr algn="l">
              <a:lnSpc>
                <a:spcPct val="100000"/>
              </a:lnSpc>
              <a:spcBef>
                <a:spcPts val="0"/>
              </a:spcBef>
              <a:spcAft>
                <a:spcPts val="0"/>
              </a:spcAft>
              <a:buSzPts val="2400"/>
              <a:buNone/>
              <a:defRPr sz="3600"/>
            </a:lvl7pPr>
            <a:lvl8pPr algn="l">
              <a:lnSpc>
                <a:spcPct val="100000"/>
              </a:lnSpc>
              <a:spcBef>
                <a:spcPts val="0"/>
              </a:spcBef>
              <a:spcAft>
                <a:spcPts val="0"/>
              </a:spcAft>
              <a:buSzPts val="2400"/>
              <a:buNone/>
              <a:defRPr sz="3600"/>
            </a:lvl8pPr>
            <a:lvl9pPr algn="l">
              <a:lnSpc>
                <a:spcPct val="100000"/>
              </a:lnSpc>
              <a:spcBef>
                <a:spcPts val="0"/>
              </a:spcBef>
              <a:spcAft>
                <a:spcPts val="0"/>
              </a:spcAft>
              <a:buSzPts val="2400"/>
              <a:buNone/>
              <a:defRPr sz="36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reaker_Powder">
  <p:cSld name="Breaker_Powder">
    <p:bg>
      <p:bgPr>
        <a:solidFill>
          <a:srgbClr val="D7EFF6"/>
        </a:solidFill>
        <a:effectLst/>
      </p:bgPr>
    </p:bg>
    <p:spTree>
      <p:nvGrpSpPr>
        <p:cNvPr id="1" name=""/>
        <p:cNvGrpSpPr/>
        <p:nvPr/>
      </p:nvGrpSpPr>
      <p:grpSpPr>
        <a:xfrm>
          <a:off x="0" y="0"/>
          <a:ext cx="0" cy="0"/>
          <a:chOff x="0" y="0"/>
          <a:chExt cx="0" cy="0"/>
        </a:xfrm>
      </p:grpSpPr>
      <p:sp>
        <p:nvSpPr>
          <p:cNvPr id="84" name="Google Shape;84;p19">
            <a:extLst>
              <a:ext uri="{FF2B5EF4-FFF2-40B4-BE49-F238E27FC236}">
                <a16:creationId xmlns:a16="http://schemas.microsoft.com/office/drawing/2014/main" id="{1E748567-FDB3-41C7-9B6A-9889BFCCD284}"/>
              </a:ext>
            </a:extLst>
          </p:cNvPr>
          <p:cNvSpPr>
            <a:spLocks noGrp="1"/>
          </p:cNvSpPr>
          <p:nvPr>
            <p:ph type="title"/>
          </p:nvPr>
        </p:nvSpPr>
        <p:spPr>
          <a:xfrm>
            <a:off x="342900" y="1557450"/>
            <a:ext cx="8455800" cy="2028600"/>
          </a:xfrm>
          <a:prstGeom prst="rect">
            <a:avLst/>
          </a:prstGeom>
          <a:noFill/>
          <a:ln>
            <a:noFill/>
          </a:ln>
        </p:spPr>
        <p:txBody>
          <a:bodyPr spcFirstLastPara="1" wrap="square" lIns="0" tIns="45700" rIns="91425" bIns="45700" anchor="ctr">
            <a:noAutofit/>
          </a:bodyPr>
          <a:lstStyle>
            <a:lvl1pPr algn="l">
              <a:lnSpc>
                <a:spcPct val="90000"/>
              </a:lnSpc>
              <a:spcBef>
                <a:spcPts val="0"/>
              </a:spcBef>
              <a:spcAft>
                <a:spcPts val="0"/>
              </a:spcAft>
              <a:buSzPts val="2400"/>
              <a:buNone/>
              <a:defRPr sz="3600"/>
            </a:lvl1pPr>
            <a:lvl2pPr algn="l">
              <a:lnSpc>
                <a:spcPct val="100000"/>
              </a:lnSpc>
              <a:spcBef>
                <a:spcPts val="0"/>
              </a:spcBef>
              <a:spcAft>
                <a:spcPts val="0"/>
              </a:spcAft>
              <a:buSzPts val="2400"/>
              <a:buNone/>
              <a:defRPr sz="3600"/>
            </a:lvl2pPr>
            <a:lvl3pPr algn="l">
              <a:lnSpc>
                <a:spcPct val="100000"/>
              </a:lnSpc>
              <a:spcBef>
                <a:spcPts val="0"/>
              </a:spcBef>
              <a:spcAft>
                <a:spcPts val="0"/>
              </a:spcAft>
              <a:buSzPts val="2400"/>
              <a:buNone/>
              <a:defRPr sz="3600"/>
            </a:lvl3pPr>
            <a:lvl4pPr algn="l">
              <a:lnSpc>
                <a:spcPct val="100000"/>
              </a:lnSpc>
              <a:spcBef>
                <a:spcPts val="0"/>
              </a:spcBef>
              <a:spcAft>
                <a:spcPts val="0"/>
              </a:spcAft>
              <a:buSzPts val="2400"/>
              <a:buNone/>
              <a:defRPr sz="3600"/>
            </a:lvl4pPr>
            <a:lvl5pPr algn="l">
              <a:lnSpc>
                <a:spcPct val="100000"/>
              </a:lnSpc>
              <a:spcBef>
                <a:spcPts val="0"/>
              </a:spcBef>
              <a:spcAft>
                <a:spcPts val="0"/>
              </a:spcAft>
              <a:buSzPts val="2400"/>
              <a:buNone/>
              <a:defRPr sz="3600"/>
            </a:lvl5pPr>
            <a:lvl6pPr algn="l">
              <a:lnSpc>
                <a:spcPct val="100000"/>
              </a:lnSpc>
              <a:spcBef>
                <a:spcPts val="0"/>
              </a:spcBef>
              <a:spcAft>
                <a:spcPts val="0"/>
              </a:spcAft>
              <a:buSzPts val="2400"/>
              <a:buNone/>
              <a:defRPr sz="3600"/>
            </a:lvl6pPr>
            <a:lvl7pPr algn="l">
              <a:lnSpc>
                <a:spcPct val="100000"/>
              </a:lnSpc>
              <a:spcBef>
                <a:spcPts val="0"/>
              </a:spcBef>
              <a:spcAft>
                <a:spcPts val="0"/>
              </a:spcAft>
              <a:buSzPts val="2400"/>
              <a:buNone/>
              <a:defRPr sz="3600"/>
            </a:lvl7pPr>
            <a:lvl8pPr algn="l">
              <a:lnSpc>
                <a:spcPct val="100000"/>
              </a:lnSpc>
              <a:spcBef>
                <a:spcPts val="0"/>
              </a:spcBef>
              <a:spcAft>
                <a:spcPts val="0"/>
              </a:spcAft>
              <a:buSzPts val="2400"/>
              <a:buNone/>
              <a:defRPr sz="3600"/>
            </a:lvl8pPr>
            <a:lvl9pPr algn="l">
              <a:lnSpc>
                <a:spcPct val="100000"/>
              </a:lnSpc>
              <a:spcBef>
                <a:spcPts val="0"/>
              </a:spcBef>
              <a:spcAft>
                <a:spcPts val="0"/>
              </a:spcAft>
              <a:buSzPts val="2400"/>
              <a:buNone/>
              <a:defRPr sz="36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order_Denim">
  <p:cSld name="Border_Denim">
    <p:bg>
      <p:bgPr>
        <a:solidFill>
          <a:schemeClr val="lt1"/>
        </a:solidFill>
        <a:effectLst/>
      </p:bgPr>
    </p:bg>
    <p:spTree>
      <p:nvGrpSpPr>
        <p:cNvPr id="1" name=""/>
        <p:cNvGrpSpPr/>
        <p:nvPr/>
      </p:nvGrpSpPr>
      <p:grpSpPr>
        <a:xfrm>
          <a:off x="0" y="0"/>
          <a:ext cx="0" cy="0"/>
          <a:chOff x="0" y="0"/>
          <a:chExt cx="0" cy="0"/>
        </a:xfrm>
      </p:grpSpPr>
      <p:sp>
        <p:nvSpPr>
          <p:cNvPr id="86" name="Google Shape;86;p20">
            <a:extLst>
              <a:ext uri="{FF2B5EF4-FFF2-40B4-BE49-F238E27FC236}">
                <a16:creationId xmlns:a16="http://schemas.microsoft.com/office/drawing/2014/main" id="{09C831AC-0615-4528-AC5C-1C6D3519F3E0}"/>
              </a:ext>
            </a:extLst>
          </p:cNvPr>
          <p:cNvSpPr>
            <a:spLocks noGrp="1"/>
          </p:cNvSpPr>
          <p:nvPr/>
        </p:nvSpPr>
        <p:spPr>
          <a:xfrm>
            <a:off x="242850" y="210150"/>
            <a:ext cx="8658300" cy="4723200"/>
          </a:xfrm>
          <a:prstGeom prst="roundRect">
            <a:avLst>
              <a:gd name="adj" fmla="val 2277"/>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87" name="Google Shape;87;p20">
            <a:extLst>
              <a:ext uri="{FF2B5EF4-FFF2-40B4-BE49-F238E27FC236}">
                <a16:creationId xmlns:a16="http://schemas.microsoft.com/office/drawing/2014/main" id="{059362F8-E757-4584-AA05-4E0DF983D4EB}"/>
              </a:ext>
            </a:extLst>
          </p:cNvPr>
          <p:cNvSpPr>
            <a:spLocks noGrp="1"/>
          </p:cNvSpPr>
          <p:nvPr>
            <p:ph type="title"/>
          </p:nvPr>
        </p:nvSpPr>
        <p:spPr>
          <a:xfrm>
            <a:off x="868050" y="1283800"/>
            <a:ext cx="7407900" cy="2149800"/>
          </a:xfrm>
          <a:prstGeom prst="rect">
            <a:avLst/>
          </a:prstGeom>
          <a:noFill/>
          <a:ln>
            <a:noFill/>
          </a:ln>
        </p:spPr>
        <p:txBody>
          <a:bodyPr spcFirstLastPara="1" wrap="square" lIns="0" tIns="45700" rIns="91425" bIns="45700" anchor="b">
            <a:noAutofit/>
          </a:bodyPr>
          <a:lstStyle>
            <a:lvl1pPr algn="ctr">
              <a:lnSpc>
                <a:spcPct val="90000"/>
              </a:lnSpc>
              <a:spcBef>
                <a:spcPts val="0"/>
              </a:spcBef>
              <a:spcAft>
                <a:spcPts val="0"/>
              </a:spcAft>
              <a:buSzPts val="2400"/>
              <a:buNone/>
              <a:defRPr sz="3000">
                <a:solidFill>
                  <a:schemeClr val="accent3"/>
                </a:solidFill>
              </a:defRPr>
            </a:lvl1pPr>
            <a:lvl2pPr algn="ctr">
              <a:lnSpc>
                <a:spcPct val="100000"/>
              </a:lnSpc>
              <a:spcBef>
                <a:spcPts val="0"/>
              </a:spcBef>
              <a:spcAft>
                <a:spcPts val="0"/>
              </a:spcAft>
              <a:buSzPts val="2400"/>
              <a:buNone/>
              <a:defRPr sz="3000">
                <a:solidFill>
                  <a:schemeClr val="accent3"/>
                </a:solidFill>
              </a:defRPr>
            </a:lvl2pPr>
            <a:lvl3pPr algn="ctr">
              <a:lnSpc>
                <a:spcPct val="100000"/>
              </a:lnSpc>
              <a:spcBef>
                <a:spcPts val="0"/>
              </a:spcBef>
              <a:spcAft>
                <a:spcPts val="0"/>
              </a:spcAft>
              <a:buSzPts val="2400"/>
              <a:buNone/>
              <a:defRPr sz="3000">
                <a:solidFill>
                  <a:schemeClr val="accent3"/>
                </a:solidFill>
              </a:defRPr>
            </a:lvl3pPr>
            <a:lvl4pPr algn="ctr">
              <a:lnSpc>
                <a:spcPct val="100000"/>
              </a:lnSpc>
              <a:spcBef>
                <a:spcPts val="0"/>
              </a:spcBef>
              <a:spcAft>
                <a:spcPts val="0"/>
              </a:spcAft>
              <a:buSzPts val="2400"/>
              <a:buNone/>
              <a:defRPr sz="3000">
                <a:solidFill>
                  <a:schemeClr val="accent3"/>
                </a:solidFill>
              </a:defRPr>
            </a:lvl4pPr>
            <a:lvl5pPr algn="ctr">
              <a:lnSpc>
                <a:spcPct val="100000"/>
              </a:lnSpc>
              <a:spcBef>
                <a:spcPts val="0"/>
              </a:spcBef>
              <a:spcAft>
                <a:spcPts val="0"/>
              </a:spcAft>
              <a:buSzPts val="2400"/>
              <a:buNone/>
              <a:defRPr sz="3000">
                <a:solidFill>
                  <a:schemeClr val="accent3"/>
                </a:solidFill>
              </a:defRPr>
            </a:lvl5pPr>
            <a:lvl6pPr algn="ctr">
              <a:lnSpc>
                <a:spcPct val="100000"/>
              </a:lnSpc>
              <a:spcBef>
                <a:spcPts val="0"/>
              </a:spcBef>
              <a:spcAft>
                <a:spcPts val="0"/>
              </a:spcAft>
              <a:buSzPts val="2400"/>
              <a:buNone/>
              <a:defRPr sz="3000">
                <a:solidFill>
                  <a:schemeClr val="accent3"/>
                </a:solidFill>
              </a:defRPr>
            </a:lvl6pPr>
            <a:lvl7pPr algn="ctr">
              <a:lnSpc>
                <a:spcPct val="100000"/>
              </a:lnSpc>
              <a:spcBef>
                <a:spcPts val="0"/>
              </a:spcBef>
              <a:spcAft>
                <a:spcPts val="0"/>
              </a:spcAft>
              <a:buSzPts val="2400"/>
              <a:buNone/>
              <a:defRPr sz="3000">
                <a:solidFill>
                  <a:schemeClr val="accent3"/>
                </a:solidFill>
              </a:defRPr>
            </a:lvl7pPr>
            <a:lvl8pPr algn="ctr">
              <a:lnSpc>
                <a:spcPct val="100000"/>
              </a:lnSpc>
              <a:spcBef>
                <a:spcPts val="0"/>
              </a:spcBef>
              <a:spcAft>
                <a:spcPts val="0"/>
              </a:spcAft>
              <a:buSzPts val="2400"/>
              <a:buNone/>
              <a:defRPr sz="3000">
                <a:solidFill>
                  <a:schemeClr val="accent3"/>
                </a:solidFill>
              </a:defRPr>
            </a:lvl8pPr>
            <a:lvl9pPr algn="ctr">
              <a:lnSpc>
                <a:spcPct val="100000"/>
              </a:lnSpc>
              <a:spcBef>
                <a:spcPts val="0"/>
              </a:spcBef>
              <a:spcAft>
                <a:spcPts val="0"/>
              </a:spcAft>
              <a:buSzPts val="2400"/>
              <a:buNone/>
              <a:defRPr sz="3000">
                <a:solidFill>
                  <a:schemeClr val="accent3"/>
                </a:solidFill>
              </a:defRPr>
            </a:lvl9pPr>
          </a:lstStyle>
          <a:p>
            <a:endParaRPr/>
          </a:p>
        </p:txBody>
      </p:sp>
      <p:sp>
        <p:nvSpPr>
          <p:cNvPr id="88" name="Google Shape;88;p20">
            <a:extLst>
              <a:ext uri="{FF2B5EF4-FFF2-40B4-BE49-F238E27FC236}">
                <a16:creationId xmlns:a16="http://schemas.microsoft.com/office/drawing/2014/main" id="{04F3EC14-F959-4B3F-8A80-8F819B225257}"/>
              </a:ext>
            </a:extLst>
          </p:cNvPr>
          <p:cNvSpPr>
            <a:spLocks noGrp="1"/>
          </p:cNvSpPr>
          <p:nvPr>
            <p:ph type="subTitle" idx="1"/>
          </p:nvPr>
        </p:nvSpPr>
        <p:spPr>
          <a:xfrm>
            <a:off x="868050" y="3562725"/>
            <a:ext cx="7407900" cy="555000"/>
          </a:xfrm>
          <a:prstGeom prst="rect">
            <a:avLst/>
          </a:prstGeom>
          <a:noFill/>
          <a:ln>
            <a:noFill/>
          </a:ln>
        </p:spPr>
        <p:txBody>
          <a:bodyPr spcFirstLastPara="1" wrap="square" lIns="0" tIns="45700" rIns="91425" bIns="45700" anchor="t">
            <a:noAutofit/>
          </a:bodyPr>
          <a:lstStyle>
            <a:lvl1pPr algn="ctr">
              <a:lnSpc>
                <a:spcPct val="100000"/>
              </a:lnSpc>
              <a:spcBef>
                <a:spcPts val="800"/>
              </a:spcBef>
              <a:spcAft>
                <a:spcPts val="0"/>
              </a:spcAft>
              <a:buSzPts val="1400"/>
              <a:buNone/>
              <a:defRPr>
                <a:solidFill>
                  <a:schemeClr val="accent3"/>
                </a:solidFill>
              </a:defRPr>
            </a:lvl1pPr>
            <a:lvl2pPr algn="ctr">
              <a:lnSpc>
                <a:spcPct val="100000"/>
              </a:lnSpc>
              <a:spcBef>
                <a:spcPts val="800"/>
              </a:spcBef>
              <a:spcAft>
                <a:spcPts val="0"/>
              </a:spcAft>
              <a:buSzPts val="1400"/>
              <a:buNone/>
              <a:defRPr>
                <a:solidFill>
                  <a:schemeClr val="accent3"/>
                </a:solidFill>
              </a:defRPr>
            </a:lvl2pPr>
            <a:lvl3pPr algn="ctr">
              <a:lnSpc>
                <a:spcPct val="100000"/>
              </a:lnSpc>
              <a:spcBef>
                <a:spcPts val="800"/>
              </a:spcBef>
              <a:spcAft>
                <a:spcPts val="0"/>
              </a:spcAft>
              <a:buSzPts val="1400"/>
              <a:buNone/>
              <a:defRPr>
                <a:solidFill>
                  <a:schemeClr val="accent3"/>
                </a:solidFill>
              </a:defRPr>
            </a:lvl3pPr>
            <a:lvl4pPr algn="ctr">
              <a:lnSpc>
                <a:spcPct val="100000"/>
              </a:lnSpc>
              <a:spcBef>
                <a:spcPts val="800"/>
              </a:spcBef>
              <a:spcAft>
                <a:spcPts val="0"/>
              </a:spcAft>
              <a:buSzPts val="1400"/>
              <a:buNone/>
              <a:defRPr>
                <a:solidFill>
                  <a:schemeClr val="accent3"/>
                </a:solidFill>
              </a:defRPr>
            </a:lvl4pPr>
            <a:lvl5pPr algn="ctr">
              <a:lnSpc>
                <a:spcPct val="100000"/>
              </a:lnSpc>
              <a:spcBef>
                <a:spcPts val="800"/>
              </a:spcBef>
              <a:spcAft>
                <a:spcPts val="0"/>
              </a:spcAft>
              <a:buSzPts val="1400"/>
              <a:buNone/>
              <a:defRPr>
                <a:solidFill>
                  <a:schemeClr val="accent3"/>
                </a:solidFill>
              </a:defRPr>
            </a:lvl5pPr>
            <a:lvl6pPr algn="ctr">
              <a:lnSpc>
                <a:spcPct val="100000"/>
              </a:lnSpc>
              <a:spcBef>
                <a:spcPts val="800"/>
              </a:spcBef>
              <a:spcAft>
                <a:spcPts val="0"/>
              </a:spcAft>
              <a:buSzPts val="1400"/>
              <a:buNone/>
              <a:defRPr>
                <a:solidFill>
                  <a:schemeClr val="accent3"/>
                </a:solidFill>
              </a:defRPr>
            </a:lvl6pPr>
            <a:lvl7pPr algn="ctr">
              <a:lnSpc>
                <a:spcPct val="100000"/>
              </a:lnSpc>
              <a:spcBef>
                <a:spcPts val="800"/>
              </a:spcBef>
              <a:spcAft>
                <a:spcPts val="0"/>
              </a:spcAft>
              <a:buSzPts val="1400"/>
              <a:buNone/>
              <a:defRPr>
                <a:solidFill>
                  <a:schemeClr val="accent3"/>
                </a:solidFill>
              </a:defRPr>
            </a:lvl7pPr>
            <a:lvl8pPr algn="ctr">
              <a:lnSpc>
                <a:spcPct val="100000"/>
              </a:lnSpc>
              <a:spcBef>
                <a:spcPts val="800"/>
              </a:spcBef>
              <a:spcAft>
                <a:spcPts val="0"/>
              </a:spcAft>
              <a:buSzPts val="1400"/>
              <a:buNone/>
              <a:defRPr>
                <a:solidFill>
                  <a:schemeClr val="accent3"/>
                </a:solidFill>
              </a:defRPr>
            </a:lvl8pPr>
            <a:lvl9pPr algn="ctr">
              <a:lnSpc>
                <a:spcPct val="100000"/>
              </a:lnSpc>
              <a:spcBef>
                <a:spcPts val="800"/>
              </a:spcBef>
              <a:spcAft>
                <a:spcPts val="0"/>
              </a:spcAft>
              <a:buSzPts val="1400"/>
              <a:buNone/>
              <a:defRPr>
                <a:solidFill>
                  <a:schemeClr val="accent3"/>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Border_Meadow">
  <p:cSld name="Border_Meadow">
    <p:bg>
      <p:bgPr>
        <a:solidFill>
          <a:schemeClr val="lt1"/>
        </a:solidFill>
        <a:effectLst/>
      </p:bgPr>
    </p:bg>
    <p:spTree>
      <p:nvGrpSpPr>
        <p:cNvPr id="1" name=""/>
        <p:cNvGrpSpPr/>
        <p:nvPr/>
      </p:nvGrpSpPr>
      <p:grpSpPr>
        <a:xfrm>
          <a:off x="0" y="0"/>
          <a:ext cx="0" cy="0"/>
          <a:chOff x="0" y="0"/>
          <a:chExt cx="0" cy="0"/>
        </a:xfrm>
      </p:grpSpPr>
      <p:sp>
        <p:nvSpPr>
          <p:cNvPr id="90" name="Google Shape;90;p21">
            <a:extLst>
              <a:ext uri="{FF2B5EF4-FFF2-40B4-BE49-F238E27FC236}">
                <a16:creationId xmlns:a16="http://schemas.microsoft.com/office/drawing/2014/main" id="{F1AC8800-C7F9-454D-8B13-85B404C43A37}"/>
              </a:ext>
            </a:extLst>
          </p:cNvPr>
          <p:cNvSpPr>
            <a:spLocks noGrp="1"/>
          </p:cNvSpPr>
          <p:nvPr/>
        </p:nvSpPr>
        <p:spPr>
          <a:xfrm>
            <a:off x="242850" y="210150"/>
            <a:ext cx="8658300" cy="4723200"/>
          </a:xfrm>
          <a:prstGeom prst="roundRect">
            <a:avLst>
              <a:gd name="adj" fmla="val 2277"/>
            </a:avLst>
          </a:prstGeom>
          <a:solidFill>
            <a:schemeClr val="accent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91" name="Google Shape;91;p21">
            <a:extLst>
              <a:ext uri="{FF2B5EF4-FFF2-40B4-BE49-F238E27FC236}">
                <a16:creationId xmlns:a16="http://schemas.microsoft.com/office/drawing/2014/main" id="{25B0B50C-402B-4A48-AFF1-56F543A8D114}"/>
              </a:ext>
            </a:extLst>
          </p:cNvPr>
          <p:cNvSpPr>
            <a:spLocks noGrp="1"/>
          </p:cNvSpPr>
          <p:nvPr>
            <p:ph type="title"/>
          </p:nvPr>
        </p:nvSpPr>
        <p:spPr>
          <a:xfrm>
            <a:off x="868050" y="1283800"/>
            <a:ext cx="7407900" cy="2149800"/>
          </a:xfrm>
          <a:prstGeom prst="rect">
            <a:avLst/>
          </a:prstGeom>
          <a:noFill/>
          <a:ln>
            <a:noFill/>
          </a:ln>
        </p:spPr>
        <p:txBody>
          <a:bodyPr spcFirstLastPara="1" wrap="square" lIns="0" tIns="45700" rIns="91425" bIns="45700" anchor="b">
            <a:noAutofit/>
          </a:bodyPr>
          <a:lstStyle>
            <a:lvl1pPr algn="ctr">
              <a:lnSpc>
                <a:spcPct val="90000"/>
              </a:lnSpc>
              <a:spcBef>
                <a:spcPts val="0"/>
              </a:spcBef>
              <a:spcAft>
                <a:spcPts val="0"/>
              </a:spcAft>
              <a:buSzPts val="2400"/>
              <a:buNone/>
              <a:defRPr sz="3000"/>
            </a:lvl1pPr>
            <a:lvl2pPr algn="ctr">
              <a:lnSpc>
                <a:spcPct val="100000"/>
              </a:lnSpc>
              <a:spcBef>
                <a:spcPts val="0"/>
              </a:spcBef>
              <a:spcAft>
                <a:spcPts val="0"/>
              </a:spcAft>
              <a:buSzPts val="2400"/>
              <a:buNone/>
              <a:defRPr sz="3000"/>
            </a:lvl2pPr>
            <a:lvl3pPr algn="ctr">
              <a:lnSpc>
                <a:spcPct val="100000"/>
              </a:lnSpc>
              <a:spcBef>
                <a:spcPts val="0"/>
              </a:spcBef>
              <a:spcAft>
                <a:spcPts val="0"/>
              </a:spcAft>
              <a:buSzPts val="2400"/>
              <a:buNone/>
              <a:defRPr sz="3000"/>
            </a:lvl3pPr>
            <a:lvl4pPr algn="ctr">
              <a:lnSpc>
                <a:spcPct val="100000"/>
              </a:lnSpc>
              <a:spcBef>
                <a:spcPts val="0"/>
              </a:spcBef>
              <a:spcAft>
                <a:spcPts val="0"/>
              </a:spcAft>
              <a:buSzPts val="2400"/>
              <a:buNone/>
              <a:defRPr sz="3000"/>
            </a:lvl4pPr>
            <a:lvl5pPr algn="ctr">
              <a:lnSpc>
                <a:spcPct val="100000"/>
              </a:lnSpc>
              <a:spcBef>
                <a:spcPts val="0"/>
              </a:spcBef>
              <a:spcAft>
                <a:spcPts val="0"/>
              </a:spcAft>
              <a:buSzPts val="2400"/>
              <a:buNone/>
              <a:defRPr sz="3000"/>
            </a:lvl5pPr>
            <a:lvl6pPr algn="ctr">
              <a:lnSpc>
                <a:spcPct val="100000"/>
              </a:lnSpc>
              <a:spcBef>
                <a:spcPts val="0"/>
              </a:spcBef>
              <a:spcAft>
                <a:spcPts val="0"/>
              </a:spcAft>
              <a:buSzPts val="2400"/>
              <a:buNone/>
              <a:defRPr sz="3000"/>
            </a:lvl6pPr>
            <a:lvl7pPr algn="ctr">
              <a:lnSpc>
                <a:spcPct val="100000"/>
              </a:lnSpc>
              <a:spcBef>
                <a:spcPts val="0"/>
              </a:spcBef>
              <a:spcAft>
                <a:spcPts val="0"/>
              </a:spcAft>
              <a:buSzPts val="2400"/>
              <a:buNone/>
              <a:defRPr sz="3000"/>
            </a:lvl7pPr>
            <a:lvl8pPr algn="ctr">
              <a:lnSpc>
                <a:spcPct val="100000"/>
              </a:lnSpc>
              <a:spcBef>
                <a:spcPts val="0"/>
              </a:spcBef>
              <a:spcAft>
                <a:spcPts val="0"/>
              </a:spcAft>
              <a:buSzPts val="2400"/>
              <a:buNone/>
              <a:defRPr sz="3000"/>
            </a:lvl8pPr>
            <a:lvl9pPr algn="ctr">
              <a:lnSpc>
                <a:spcPct val="100000"/>
              </a:lnSpc>
              <a:spcBef>
                <a:spcPts val="0"/>
              </a:spcBef>
              <a:spcAft>
                <a:spcPts val="0"/>
              </a:spcAft>
              <a:buSzPts val="2400"/>
              <a:buNone/>
              <a:defRPr sz="3000"/>
            </a:lvl9pPr>
          </a:lstStyle>
          <a:p>
            <a:endParaRPr/>
          </a:p>
        </p:txBody>
      </p:sp>
      <p:sp>
        <p:nvSpPr>
          <p:cNvPr id="92" name="Google Shape;92;p21">
            <a:extLst>
              <a:ext uri="{FF2B5EF4-FFF2-40B4-BE49-F238E27FC236}">
                <a16:creationId xmlns:a16="http://schemas.microsoft.com/office/drawing/2014/main" id="{B4838426-4302-46E5-A864-7050EBC85F25}"/>
              </a:ext>
            </a:extLst>
          </p:cNvPr>
          <p:cNvSpPr>
            <a:spLocks noGrp="1"/>
          </p:cNvSpPr>
          <p:nvPr>
            <p:ph type="subTitle" idx="1"/>
          </p:nvPr>
        </p:nvSpPr>
        <p:spPr>
          <a:xfrm>
            <a:off x="868050" y="3562725"/>
            <a:ext cx="7407900" cy="555000"/>
          </a:xfrm>
          <a:prstGeom prst="rect">
            <a:avLst/>
          </a:prstGeom>
          <a:noFill/>
          <a:ln>
            <a:noFill/>
          </a:ln>
        </p:spPr>
        <p:txBody>
          <a:bodyPr spcFirstLastPara="1" wrap="square" lIns="0" tIns="45700" rIns="91425" bIns="45700" anchor="t">
            <a:noAutofit/>
          </a:bodyPr>
          <a:lstStyle>
            <a:lvl1pPr algn="ctr">
              <a:lnSpc>
                <a:spcPct val="100000"/>
              </a:lnSpc>
              <a:spcBef>
                <a:spcPts val="800"/>
              </a:spcBef>
              <a:spcAft>
                <a:spcPts val="0"/>
              </a:spcAft>
              <a:buSzPts val="1400"/>
              <a:buNone/>
              <a:defRPr>
                <a:solidFill>
                  <a:schemeClr val="dk2"/>
                </a:solidFill>
              </a:defRPr>
            </a:lvl1pPr>
            <a:lvl2pPr algn="ctr">
              <a:lnSpc>
                <a:spcPct val="100000"/>
              </a:lnSpc>
              <a:spcBef>
                <a:spcPts val="800"/>
              </a:spcBef>
              <a:spcAft>
                <a:spcPts val="0"/>
              </a:spcAft>
              <a:buSzPts val="1400"/>
              <a:buNone/>
              <a:defRPr>
                <a:solidFill>
                  <a:schemeClr val="dk2"/>
                </a:solidFill>
              </a:defRPr>
            </a:lvl2pPr>
            <a:lvl3pPr algn="ctr">
              <a:lnSpc>
                <a:spcPct val="100000"/>
              </a:lnSpc>
              <a:spcBef>
                <a:spcPts val="800"/>
              </a:spcBef>
              <a:spcAft>
                <a:spcPts val="0"/>
              </a:spcAft>
              <a:buSzPts val="1400"/>
              <a:buNone/>
              <a:defRPr>
                <a:solidFill>
                  <a:schemeClr val="dk2"/>
                </a:solidFill>
              </a:defRPr>
            </a:lvl3pPr>
            <a:lvl4pPr algn="ctr">
              <a:lnSpc>
                <a:spcPct val="100000"/>
              </a:lnSpc>
              <a:spcBef>
                <a:spcPts val="800"/>
              </a:spcBef>
              <a:spcAft>
                <a:spcPts val="0"/>
              </a:spcAft>
              <a:buSzPts val="1400"/>
              <a:buNone/>
              <a:defRPr>
                <a:solidFill>
                  <a:schemeClr val="dk2"/>
                </a:solidFill>
              </a:defRPr>
            </a:lvl4pPr>
            <a:lvl5pPr algn="ctr">
              <a:lnSpc>
                <a:spcPct val="100000"/>
              </a:lnSpc>
              <a:spcBef>
                <a:spcPts val="800"/>
              </a:spcBef>
              <a:spcAft>
                <a:spcPts val="0"/>
              </a:spcAft>
              <a:buSzPts val="1400"/>
              <a:buNone/>
              <a:defRPr>
                <a:solidFill>
                  <a:schemeClr val="dk2"/>
                </a:solidFill>
              </a:defRPr>
            </a:lvl5pPr>
            <a:lvl6pPr algn="ctr">
              <a:lnSpc>
                <a:spcPct val="100000"/>
              </a:lnSpc>
              <a:spcBef>
                <a:spcPts val="800"/>
              </a:spcBef>
              <a:spcAft>
                <a:spcPts val="0"/>
              </a:spcAft>
              <a:buSzPts val="1400"/>
              <a:buNone/>
              <a:defRPr>
                <a:solidFill>
                  <a:schemeClr val="dk2"/>
                </a:solidFill>
              </a:defRPr>
            </a:lvl6pPr>
            <a:lvl7pPr algn="ctr">
              <a:lnSpc>
                <a:spcPct val="100000"/>
              </a:lnSpc>
              <a:spcBef>
                <a:spcPts val="800"/>
              </a:spcBef>
              <a:spcAft>
                <a:spcPts val="0"/>
              </a:spcAft>
              <a:buSzPts val="1400"/>
              <a:buNone/>
              <a:defRPr>
                <a:solidFill>
                  <a:schemeClr val="dk2"/>
                </a:solidFill>
              </a:defRPr>
            </a:lvl7pPr>
            <a:lvl8pPr algn="ctr">
              <a:lnSpc>
                <a:spcPct val="100000"/>
              </a:lnSpc>
              <a:spcBef>
                <a:spcPts val="800"/>
              </a:spcBef>
              <a:spcAft>
                <a:spcPts val="0"/>
              </a:spcAft>
              <a:buSzPts val="1400"/>
              <a:buNone/>
              <a:defRPr>
                <a:solidFill>
                  <a:schemeClr val="dk2"/>
                </a:solidFill>
              </a:defRPr>
            </a:lvl8pPr>
            <a:lvl9pPr algn="ctr">
              <a:lnSpc>
                <a:spcPct val="100000"/>
              </a:lnSpc>
              <a:spcBef>
                <a:spcPts val="800"/>
              </a:spcBef>
              <a:spcAft>
                <a:spcPts val="0"/>
              </a:spcAft>
              <a:buSzPts val="1400"/>
              <a:buNone/>
              <a:defRPr>
                <a:solidFill>
                  <a:schemeClr val="dk2"/>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Border_Robins Egg">
  <p:cSld name="Border_Robins Egg">
    <p:bg>
      <p:bgPr>
        <a:solidFill>
          <a:schemeClr val="lt1"/>
        </a:solidFill>
        <a:effectLst/>
      </p:bgPr>
    </p:bg>
    <p:spTree>
      <p:nvGrpSpPr>
        <p:cNvPr id="1" name=""/>
        <p:cNvGrpSpPr/>
        <p:nvPr/>
      </p:nvGrpSpPr>
      <p:grpSpPr>
        <a:xfrm>
          <a:off x="0" y="0"/>
          <a:ext cx="0" cy="0"/>
          <a:chOff x="0" y="0"/>
          <a:chExt cx="0" cy="0"/>
        </a:xfrm>
      </p:grpSpPr>
      <p:sp>
        <p:nvSpPr>
          <p:cNvPr id="94" name="Google Shape;94;p22">
            <a:extLst>
              <a:ext uri="{FF2B5EF4-FFF2-40B4-BE49-F238E27FC236}">
                <a16:creationId xmlns:a16="http://schemas.microsoft.com/office/drawing/2014/main" id="{0BAAE212-FA6F-479D-86AC-058677989DB3}"/>
              </a:ext>
            </a:extLst>
          </p:cNvPr>
          <p:cNvSpPr>
            <a:spLocks noGrp="1"/>
          </p:cNvSpPr>
          <p:nvPr/>
        </p:nvSpPr>
        <p:spPr>
          <a:xfrm>
            <a:off x="242850" y="210150"/>
            <a:ext cx="8658300" cy="4723200"/>
          </a:xfrm>
          <a:prstGeom prst="roundRect">
            <a:avLst>
              <a:gd name="adj" fmla="val 2277"/>
            </a:avLst>
          </a:prstGeom>
          <a:solidFill>
            <a:schemeClr val="accent4"/>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95" name="Google Shape;95;p22">
            <a:extLst>
              <a:ext uri="{FF2B5EF4-FFF2-40B4-BE49-F238E27FC236}">
                <a16:creationId xmlns:a16="http://schemas.microsoft.com/office/drawing/2014/main" id="{A0A37272-5CFD-42B6-BC1D-2B0CCB78DB59}"/>
              </a:ext>
            </a:extLst>
          </p:cNvPr>
          <p:cNvSpPr>
            <a:spLocks noGrp="1"/>
          </p:cNvSpPr>
          <p:nvPr>
            <p:ph type="title"/>
          </p:nvPr>
        </p:nvSpPr>
        <p:spPr>
          <a:xfrm>
            <a:off x="868050" y="1283800"/>
            <a:ext cx="7407900" cy="2149800"/>
          </a:xfrm>
          <a:prstGeom prst="rect">
            <a:avLst/>
          </a:prstGeom>
          <a:noFill/>
          <a:ln>
            <a:noFill/>
          </a:ln>
        </p:spPr>
        <p:txBody>
          <a:bodyPr spcFirstLastPara="1" wrap="square" lIns="0" tIns="45700" rIns="91425" bIns="45700" anchor="b">
            <a:noAutofit/>
          </a:bodyPr>
          <a:lstStyle>
            <a:lvl1pPr algn="ctr">
              <a:lnSpc>
                <a:spcPct val="90000"/>
              </a:lnSpc>
              <a:spcBef>
                <a:spcPts val="0"/>
              </a:spcBef>
              <a:spcAft>
                <a:spcPts val="0"/>
              </a:spcAft>
              <a:buSzPts val="2400"/>
              <a:buNone/>
              <a:defRPr sz="3000"/>
            </a:lvl1pPr>
            <a:lvl2pPr algn="ctr">
              <a:lnSpc>
                <a:spcPct val="100000"/>
              </a:lnSpc>
              <a:spcBef>
                <a:spcPts val="0"/>
              </a:spcBef>
              <a:spcAft>
                <a:spcPts val="0"/>
              </a:spcAft>
              <a:buSzPts val="2400"/>
              <a:buNone/>
              <a:defRPr sz="3000"/>
            </a:lvl2pPr>
            <a:lvl3pPr algn="ctr">
              <a:lnSpc>
                <a:spcPct val="100000"/>
              </a:lnSpc>
              <a:spcBef>
                <a:spcPts val="0"/>
              </a:spcBef>
              <a:spcAft>
                <a:spcPts val="0"/>
              </a:spcAft>
              <a:buSzPts val="2400"/>
              <a:buNone/>
              <a:defRPr sz="3000"/>
            </a:lvl3pPr>
            <a:lvl4pPr algn="ctr">
              <a:lnSpc>
                <a:spcPct val="100000"/>
              </a:lnSpc>
              <a:spcBef>
                <a:spcPts val="0"/>
              </a:spcBef>
              <a:spcAft>
                <a:spcPts val="0"/>
              </a:spcAft>
              <a:buSzPts val="2400"/>
              <a:buNone/>
              <a:defRPr sz="3000"/>
            </a:lvl4pPr>
            <a:lvl5pPr algn="ctr">
              <a:lnSpc>
                <a:spcPct val="100000"/>
              </a:lnSpc>
              <a:spcBef>
                <a:spcPts val="0"/>
              </a:spcBef>
              <a:spcAft>
                <a:spcPts val="0"/>
              </a:spcAft>
              <a:buSzPts val="2400"/>
              <a:buNone/>
              <a:defRPr sz="3000"/>
            </a:lvl5pPr>
            <a:lvl6pPr algn="ctr">
              <a:lnSpc>
                <a:spcPct val="100000"/>
              </a:lnSpc>
              <a:spcBef>
                <a:spcPts val="0"/>
              </a:spcBef>
              <a:spcAft>
                <a:spcPts val="0"/>
              </a:spcAft>
              <a:buSzPts val="2400"/>
              <a:buNone/>
              <a:defRPr sz="3000"/>
            </a:lvl6pPr>
            <a:lvl7pPr algn="ctr">
              <a:lnSpc>
                <a:spcPct val="100000"/>
              </a:lnSpc>
              <a:spcBef>
                <a:spcPts val="0"/>
              </a:spcBef>
              <a:spcAft>
                <a:spcPts val="0"/>
              </a:spcAft>
              <a:buSzPts val="2400"/>
              <a:buNone/>
              <a:defRPr sz="3000"/>
            </a:lvl7pPr>
            <a:lvl8pPr algn="ctr">
              <a:lnSpc>
                <a:spcPct val="100000"/>
              </a:lnSpc>
              <a:spcBef>
                <a:spcPts val="0"/>
              </a:spcBef>
              <a:spcAft>
                <a:spcPts val="0"/>
              </a:spcAft>
              <a:buSzPts val="2400"/>
              <a:buNone/>
              <a:defRPr sz="3000"/>
            </a:lvl8pPr>
            <a:lvl9pPr algn="ctr">
              <a:lnSpc>
                <a:spcPct val="100000"/>
              </a:lnSpc>
              <a:spcBef>
                <a:spcPts val="0"/>
              </a:spcBef>
              <a:spcAft>
                <a:spcPts val="0"/>
              </a:spcAft>
              <a:buSzPts val="2400"/>
              <a:buNone/>
              <a:defRPr sz="3000"/>
            </a:lvl9pPr>
          </a:lstStyle>
          <a:p>
            <a:endParaRPr/>
          </a:p>
        </p:txBody>
      </p:sp>
      <p:sp>
        <p:nvSpPr>
          <p:cNvPr id="96" name="Google Shape;96;p22">
            <a:extLst>
              <a:ext uri="{FF2B5EF4-FFF2-40B4-BE49-F238E27FC236}">
                <a16:creationId xmlns:a16="http://schemas.microsoft.com/office/drawing/2014/main" id="{1EA046CF-20D7-4B98-9924-5A8683FF9FAF}"/>
              </a:ext>
            </a:extLst>
          </p:cNvPr>
          <p:cNvSpPr>
            <a:spLocks noGrp="1"/>
          </p:cNvSpPr>
          <p:nvPr>
            <p:ph type="subTitle" idx="1"/>
          </p:nvPr>
        </p:nvSpPr>
        <p:spPr>
          <a:xfrm>
            <a:off x="868050" y="3562725"/>
            <a:ext cx="7407900" cy="555000"/>
          </a:xfrm>
          <a:prstGeom prst="rect">
            <a:avLst/>
          </a:prstGeom>
          <a:noFill/>
          <a:ln>
            <a:noFill/>
          </a:ln>
        </p:spPr>
        <p:txBody>
          <a:bodyPr spcFirstLastPara="1" wrap="square" lIns="0" tIns="45700" rIns="91425" bIns="45700" anchor="t">
            <a:noAutofit/>
          </a:bodyPr>
          <a:lstStyle>
            <a:lvl1pPr algn="ctr">
              <a:lnSpc>
                <a:spcPct val="100000"/>
              </a:lnSpc>
              <a:spcBef>
                <a:spcPts val="800"/>
              </a:spcBef>
              <a:spcAft>
                <a:spcPts val="0"/>
              </a:spcAft>
              <a:buSzPts val="1400"/>
              <a:buNone/>
              <a:defRPr>
                <a:solidFill>
                  <a:schemeClr val="dk2"/>
                </a:solidFill>
              </a:defRPr>
            </a:lvl1pPr>
            <a:lvl2pPr algn="ctr">
              <a:lnSpc>
                <a:spcPct val="100000"/>
              </a:lnSpc>
              <a:spcBef>
                <a:spcPts val="800"/>
              </a:spcBef>
              <a:spcAft>
                <a:spcPts val="0"/>
              </a:spcAft>
              <a:buSzPts val="1400"/>
              <a:buNone/>
              <a:defRPr>
                <a:solidFill>
                  <a:schemeClr val="dk2"/>
                </a:solidFill>
              </a:defRPr>
            </a:lvl2pPr>
            <a:lvl3pPr algn="ctr">
              <a:lnSpc>
                <a:spcPct val="100000"/>
              </a:lnSpc>
              <a:spcBef>
                <a:spcPts val="800"/>
              </a:spcBef>
              <a:spcAft>
                <a:spcPts val="0"/>
              </a:spcAft>
              <a:buSzPts val="1400"/>
              <a:buNone/>
              <a:defRPr>
                <a:solidFill>
                  <a:schemeClr val="dk2"/>
                </a:solidFill>
              </a:defRPr>
            </a:lvl3pPr>
            <a:lvl4pPr algn="ctr">
              <a:lnSpc>
                <a:spcPct val="100000"/>
              </a:lnSpc>
              <a:spcBef>
                <a:spcPts val="800"/>
              </a:spcBef>
              <a:spcAft>
                <a:spcPts val="0"/>
              </a:spcAft>
              <a:buSzPts val="1400"/>
              <a:buNone/>
              <a:defRPr>
                <a:solidFill>
                  <a:schemeClr val="dk2"/>
                </a:solidFill>
              </a:defRPr>
            </a:lvl4pPr>
            <a:lvl5pPr algn="ctr">
              <a:lnSpc>
                <a:spcPct val="100000"/>
              </a:lnSpc>
              <a:spcBef>
                <a:spcPts val="800"/>
              </a:spcBef>
              <a:spcAft>
                <a:spcPts val="0"/>
              </a:spcAft>
              <a:buSzPts val="1400"/>
              <a:buNone/>
              <a:defRPr>
                <a:solidFill>
                  <a:schemeClr val="dk2"/>
                </a:solidFill>
              </a:defRPr>
            </a:lvl5pPr>
            <a:lvl6pPr algn="ctr">
              <a:lnSpc>
                <a:spcPct val="100000"/>
              </a:lnSpc>
              <a:spcBef>
                <a:spcPts val="800"/>
              </a:spcBef>
              <a:spcAft>
                <a:spcPts val="0"/>
              </a:spcAft>
              <a:buSzPts val="1400"/>
              <a:buNone/>
              <a:defRPr>
                <a:solidFill>
                  <a:schemeClr val="dk2"/>
                </a:solidFill>
              </a:defRPr>
            </a:lvl6pPr>
            <a:lvl7pPr algn="ctr">
              <a:lnSpc>
                <a:spcPct val="100000"/>
              </a:lnSpc>
              <a:spcBef>
                <a:spcPts val="800"/>
              </a:spcBef>
              <a:spcAft>
                <a:spcPts val="0"/>
              </a:spcAft>
              <a:buSzPts val="1400"/>
              <a:buNone/>
              <a:defRPr>
                <a:solidFill>
                  <a:schemeClr val="dk2"/>
                </a:solidFill>
              </a:defRPr>
            </a:lvl7pPr>
            <a:lvl8pPr algn="ctr">
              <a:lnSpc>
                <a:spcPct val="100000"/>
              </a:lnSpc>
              <a:spcBef>
                <a:spcPts val="800"/>
              </a:spcBef>
              <a:spcAft>
                <a:spcPts val="0"/>
              </a:spcAft>
              <a:buSzPts val="1400"/>
              <a:buNone/>
              <a:defRPr>
                <a:solidFill>
                  <a:schemeClr val="dk2"/>
                </a:solidFill>
              </a:defRPr>
            </a:lvl8pPr>
            <a:lvl9pPr algn="ctr">
              <a:lnSpc>
                <a:spcPct val="100000"/>
              </a:lnSpc>
              <a:spcBef>
                <a:spcPts val="800"/>
              </a:spcBef>
              <a:spcAft>
                <a:spcPts val="0"/>
              </a:spcAft>
              <a:buSzPts val="1400"/>
              <a:buNone/>
              <a:defRPr>
                <a:solidFill>
                  <a:schemeClr val="dk2"/>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Border_Powder">
  <p:cSld name="Border_Powder">
    <p:bg>
      <p:bgPr>
        <a:solidFill>
          <a:schemeClr val="lt1"/>
        </a:solidFill>
        <a:effectLst/>
      </p:bgPr>
    </p:bg>
    <p:spTree>
      <p:nvGrpSpPr>
        <p:cNvPr id="1" name=""/>
        <p:cNvGrpSpPr/>
        <p:nvPr/>
      </p:nvGrpSpPr>
      <p:grpSpPr>
        <a:xfrm>
          <a:off x="0" y="0"/>
          <a:ext cx="0" cy="0"/>
          <a:chOff x="0" y="0"/>
          <a:chExt cx="0" cy="0"/>
        </a:xfrm>
      </p:grpSpPr>
      <p:sp>
        <p:nvSpPr>
          <p:cNvPr id="98" name="Google Shape;98;p23">
            <a:extLst>
              <a:ext uri="{FF2B5EF4-FFF2-40B4-BE49-F238E27FC236}">
                <a16:creationId xmlns:a16="http://schemas.microsoft.com/office/drawing/2014/main" id="{D803E91F-970D-4ADD-8AC5-2A1B993B508F}"/>
              </a:ext>
            </a:extLst>
          </p:cNvPr>
          <p:cNvSpPr>
            <a:spLocks noGrp="1"/>
          </p:cNvSpPr>
          <p:nvPr/>
        </p:nvSpPr>
        <p:spPr>
          <a:xfrm>
            <a:off x="242850" y="210150"/>
            <a:ext cx="8658300" cy="4723200"/>
          </a:xfrm>
          <a:prstGeom prst="roundRect">
            <a:avLst>
              <a:gd name="adj" fmla="val 2277"/>
            </a:avLst>
          </a:prstGeom>
          <a:solidFill>
            <a:srgbClr val="D7EFF6"/>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99" name="Google Shape;99;p23">
            <a:extLst>
              <a:ext uri="{FF2B5EF4-FFF2-40B4-BE49-F238E27FC236}">
                <a16:creationId xmlns:a16="http://schemas.microsoft.com/office/drawing/2014/main" id="{7D47C12E-5FFF-46A7-BEC6-2CCFA5E264DC}"/>
              </a:ext>
            </a:extLst>
          </p:cNvPr>
          <p:cNvSpPr>
            <a:spLocks noGrp="1"/>
          </p:cNvSpPr>
          <p:nvPr>
            <p:ph type="title"/>
          </p:nvPr>
        </p:nvSpPr>
        <p:spPr>
          <a:xfrm>
            <a:off x="868050" y="1283800"/>
            <a:ext cx="7407900" cy="2149800"/>
          </a:xfrm>
          <a:prstGeom prst="rect">
            <a:avLst/>
          </a:prstGeom>
          <a:noFill/>
          <a:ln>
            <a:noFill/>
          </a:ln>
        </p:spPr>
        <p:txBody>
          <a:bodyPr spcFirstLastPara="1" wrap="square" lIns="0" tIns="45700" rIns="91425" bIns="45700" anchor="b">
            <a:noAutofit/>
          </a:bodyPr>
          <a:lstStyle>
            <a:lvl1pPr algn="ctr">
              <a:lnSpc>
                <a:spcPct val="90000"/>
              </a:lnSpc>
              <a:spcBef>
                <a:spcPts val="0"/>
              </a:spcBef>
              <a:spcAft>
                <a:spcPts val="0"/>
              </a:spcAft>
              <a:buSzPts val="2400"/>
              <a:buNone/>
              <a:defRPr sz="3000"/>
            </a:lvl1pPr>
            <a:lvl2pPr algn="ctr">
              <a:lnSpc>
                <a:spcPct val="100000"/>
              </a:lnSpc>
              <a:spcBef>
                <a:spcPts val="0"/>
              </a:spcBef>
              <a:spcAft>
                <a:spcPts val="0"/>
              </a:spcAft>
              <a:buSzPts val="2400"/>
              <a:buNone/>
              <a:defRPr sz="3000"/>
            </a:lvl2pPr>
            <a:lvl3pPr algn="ctr">
              <a:lnSpc>
                <a:spcPct val="100000"/>
              </a:lnSpc>
              <a:spcBef>
                <a:spcPts val="0"/>
              </a:spcBef>
              <a:spcAft>
                <a:spcPts val="0"/>
              </a:spcAft>
              <a:buSzPts val="2400"/>
              <a:buNone/>
              <a:defRPr sz="3000"/>
            </a:lvl3pPr>
            <a:lvl4pPr algn="ctr">
              <a:lnSpc>
                <a:spcPct val="100000"/>
              </a:lnSpc>
              <a:spcBef>
                <a:spcPts val="0"/>
              </a:spcBef>
              <a:spcAft>
                <a:spcPts val="0"/>
              </a:spcAft>
              <a:buSzPts val="2400"/>
              <a:buNone/>
              <a:defRPr sz="3000"/>
            </a:lvl4pPr>
            <a:lvl5pPr algn="ctr">
              <a:lnSpc>
                <a:spcPct val="100000"/>
              </a:lnSpc>
              <a:spcBef>
                <a:spcPts val="0"/>
              </a:spcBef>
              <a:spcAft>
                <a:spcPts val="0"/>
              </a:spcAft>
              <a:buSzPts val="2400"/>
              <a:buNone/>
              <a:defRPr sz="3000"/>
            </a:lvl5pPr>
            <a:lvl6pPr algn="ctr">
              <a:lnSpc>
                <a:spcPct val="100000"/>
              </a:lnSpc>
              <a:spcBef>
                <a:spcPts val="0"/>
              </a:spcBef>
              <a:spcAft>
                <a:spcPts val="0"/>
              </a:spcAft>
              <a:buSzPts val="2400"/>
              <a:buNone/>
              <a:defRPr sz="3000"/>
            </a:lvl6pPr>
            <a:lvl7pPr algn="ctr">
              <a:lnSpc>
                <a:spcPct val="100000"/>
              </a:lnSpc>
              <a:spcBef>
                <a:spcPts val="0"/>
              </a:spcBef>
              <a:spcAft>
                <a:spcPts val="0"/>
              </a:spcAft>
              <a:buSzPts val="2400"/>
              <a:buNone/>
              <a:defRPr sz="3000"/>
            </a:lvl7pPr>
            <a:lvl8pPr algn="ctr">
              <a:lnSpc>
                <a:spcPct val="100000"/>
              </a:lnSpc>
              <a:spcBef>
                <a:spcPts val="0"/>
              </a:spcBef>
              <a:spcAft>
                <a:spcPts val="0"/>
              </a:spcAft>
              <a:buSzPts val="2400"/>
              <a:buNone/>
              <a:defRPr sz="3000"/>
            </a:lvl8pPr>
            <a:lvl9pPr algn="ctr">
              <a:lnSpc>
                <a:spcPct val="100000"/>
              </a:lnSpc>
              <a:spcBef>
                <a:spcPts val="0"/>
              </a:spcBef>
              <a:spcAft>
                <a:spcPts val="0"/>
              </a:spcAft>
              <a:buSzPts val="2400"/>
              <a:buNone/>
              <a:defRPr sz="3000"/>
            </a:lvl9pPr>
          </a:lstStyle>
          <a:p>
            <a:endParaRPr/>
          </a:p>
        </p:txBody>
      </p:sp>
      <p:sp>
        <p:nvSpPr>
          <p:cNvPr id="100" name="Google Shape;100;p23">
            <a:extLst>
              <a:ext uri="{FF2B5EF4-FFF2-40B4-BE49-F238E27FC236}">
                <a16:creationId xmlns:a16="http://schemas.microsoft.com/office/drawing/2014/main" id="{0342BB5F-A67E-40F9-BCBD-A022DBC56477}"/>
              </a:ext>
            </a:extLst>
          </p:cNvPr>
          <p:cNvSpPr>
            <a:spLocks noGrp="1"/>
          </p:cNvSpPr>
          <p:nvPr>
            <p:ph type="subTitle" idx="1"/>
          </p:nvPr>
        </p:nvSpPr>
        <p:spPr>
          <a:xfrm>
            <a:off x="868050" y="3562725"/>
            <a:ext cx="7407900" cy="555000"/>
          </a:xfrm>
          <a:prstGeom prst="rect">
            <a:avLst/>
          </a:prstGeom>
          <a:noFill/>
          <a:ln>
            <a:noFill/>
          </a:ln>
        </p:spPr>
        <p:txBody>
          <a:bodyPr spcFirstLastPara="1" wrap="square" lIns="0" tIns="45700" rIns="91425" bIns="45700" anchor="t">
            <a:noAutofit/>
          </a:bodyPr>
          <a:lstStyle>
            <a:lvl1pPr algn="ctr">
              <a:lnSpc>
                <a:spcPct val="100000"/>
              </a:lnSpc>
              <a:spcBef>
                <a:spcPts val="800"/>
              </a:spcBef>
              <a:spcAft>
                <a:spcPts val="0"/>
              </a:spcAft>
              <a:buSzPts val="1400"/>
              <a:buNone/>
              <a:defRPr>
                <a:solidFill>
                  <a:schemeClr val="dk2"/>
                </a:solidFill>
              </a:defRPr>
            </a:lvl1pPr>
            <a:lvl2pPr algn="ctr">
              <a:lnSpc>
                <a:spcPct val="100000"/>
              </a:lnSpc>
              <a:spcBef>
                <a:spcPts val="800"/>
              </a:spcBef>
              <a:spcAft>
                <a:spcPts val="0"/>
              </a:spcAft>
              <a:buSzPts val="1400"/>
              <a:buNone/>
              <a:defRPr>
                <a:solidFill>
                  <a:schemeClr val="dk2"/>
                </a:solidFill>
              </a:defRPr>
            </a:lvl2pPr>
            <a:lvl3pPr algn="ctr">
              <a:lnSpc>
                <a:spcPct val="100000"/>
              </a:lnSpc>
              <a:spcBef>
                <a:spcPts val="800"/>
              </a:spcBef>
              <a:spcAft>
                <a:spcPts val="0"/>
              </a:spcAft>
              <a:buSzPts val="1400"/>
              <a:buNone/>
              <a:defRPr>
                <a:solidFill>
                  <a:schemeClr val="dk2"/>
                </a:solidFill>
              </a:defRPr>
            </a:lvl3pPr>
            <a:lvl4pPr algn="ctr">
              <a:lnSpc>
                <a:spcPct val="100000"/>
              </a:lnSpc>
              <a:spcBef>
                <a:spcPts val="800"/>
              </a:spcBef>
              <a:spcAft>
                <a:spcPts val="0"/>
              </a:spcAft>
              <a:buSzPts val="1400"/>
              <a:buNone/>
              <a:defRPr>
                <a:solidFill>
                  <a:schemeClr val="dk2"/>
                </a:solidFill>
              </a:defRPr>
            </a:lvl4pPr>
            <a:lvl5pPr algn="ctr">
              <a:lnSpc>
                <a:spcPct val="100000"/>
              </a:lnSpc>
              <a:spcBef>
                <a:spcPts val="800"/>
              </a:spcBef>
              <a:spcAft>
                <a:spcPts val="0"/>
              </a:spcAft>
              <a:buSzPts val="1400"/>
              <a:buNone/>
              <a:defRPr>
                <a:solidFill>
                  <a:schemeClr val="dk2"/>
                </a:solidFill>
              </a:defRPr>
            </a:lvl5pPr>
            <a:lvl6pPr algn="ctr">
              <a:lnSpc>
                <a:spcPct val="100000"/>
              </a:lnSpc>
              <a:spcBef>
                <a:spcPts val="800"/>
              </a:spcBef>
              <a:spcAft>
                <a:spcPts val="0"/>
              </a:spcAft>
              <a:buSzPts val="1400"/>
              <a:buNone/>
              <a:defRPr>
                <a:solidFill>
                  <a:schemeClr val="dk2"/>
                </a:solidFill>
              </a:defRPr>
            </a:lvl6pPr>
            <a:lvl7pPr algn="ctr">
              <a:lnSpc>
                <a:spcPct val="100000"/>
              </a:lnSpc>
              <a:spcBef>
                <a:spcPts val="800"/>
              </a:spcBef>
              <a:spcAft>
                <a:spcPts val="0"/>
              </a:spcAft>
              <a:buSzPts val="1400"/>
              <a:buNone/>
              <a:defRPr>
                <a:solidFill>
                  <a:schemeClr val="dk2"/>
                </a:solidFill>
              </a:defRPr>
            </a:lvl7pPr>
            <a:lvl8pPr algn="ctr">
              <a:lnSpc>
                <a:spcPct val="100000"/>
              </a:lnSpc>
              <a:spcBef>
                <a:spcPts val="800"/>
              </a:spcBef>
              <a:spcAft>
                <a:spcPts val="0"/>
              </a:spcAft>
              <a:buSzPts val="1400"/>
              <a:buNone/>
              <a:defRPr>
                <a:solidFill>
                  <a:schemeClr val="dk2"/>
                </a:solidFill>
              </a:defRPr>
            </a:lvl8pPr>
            <a:lvl9pPr algn="ctr">
              <a:lnSpc>
                <a:spcPct val="100000"/>
              </a:lnSpc>
              <a:spcBef>
                <a:spcPts val="800"/>
              </a:spcBef>
              <a:spcAft>
                <a:spcPts val="0"/>
              </a:spcAft>
              <a:buSzPts val="1400"/>
              <a:buNone/>
              <a:defRPr>
                <a:solidFill>
                  <a:schemeClr val="dk2"/>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_white" type="blank">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Logo_Meadow">
  <p:cSld name="Logo_Meadow">
    <p:bg>
      <p:bgPr>
        <a:solidFill>
          <a:schemeClr val="accent2"/>
        </a:solidFill>
        <a:effectLst/>
      </p:bgPr>
    </p:bg>
    <p:spTree>
      <p:nvGrpSpPr>
        <p:cNvPr id="1" name=""/>
        <p:cNvGrpSpPr/>
        <p:nvPr/>
      </p:nvGrpSpPr>
      <p:grpSpPr>
        <a:xfrm>
          <a:off x="0" y="0"/>
          <a:ext cx="0" cy="0"/>
          <a:chOff x="0" y="0"/>
          <a:chExt cx="0" cy="0"/>
        </a:xfrm>
      </p:grpSpPr>
      <p:pic>
        <p:nvPicPr>
          <p:cNvPr id="2" name="Google Shape;104;p25"/>
          <p:cNvPicPr>
            <a:picLocks noChangeAspect="1"/>
          </p:cNvPicPr>
          <p:nvPr/>
        </p:nvPicPr>
        <p:blipFill rotWithShape="1">
          <a:blip r:embed="rId2">
            <a:alphaModFix/>
          </a:blip>
          <a:srcRect/>
          <a:stretch/>
        </p:blipFill>
        <p:spPr>
          <a:xfrm>
            <a:off x="1213833" y="2028178"/>
            <a:ext cx="6716331" cy="1087144"/>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Logo_Island">
  <p:cSld name="Logo_Island">
    <p:bg>
      <p:bgPr>
        <a:solidFill>
          <a:schemeClr val="accent3"/>
        </a:solidFill>
        <a:effectLst/>
      </p:bgPr>
    </p:bg>
    <p:spTree>
      <p:nvGrpSpPr>
        <p:cNvPr id="1" name=""/>
        <p:cNvGrpSpPr/>
        <p:nvPr/>
      </p:nvGrpSpPr>
      <p:grpSpPr>
        <a:xfrm>
          <a:off x="0" y="0"/>
          <a:ext cx="0" cy="0"/>
          <a:chOff x="0" y="0"/>
          <a:chExt cx="0" cy="0"/>
        </a:xfrm>
      </p:grpSpPr>
      <p:pic>
        <p:nvPicPr>
          <p:cNvPr id="2" name="Google Shape;106;p26"/>
          <p:cNvPicPr>
            <a:picLocks noChangeAspect="1"/>
          </p:cNvPicPr>
          <p:nvPr/>
        </p:nvPicPr>
        <p:blipFill rotWithShape="1">
          <a:blip r:embed="rId2">
            <a:alphaModFix/>
          </a:blip>
          <a:srcRect/>
          <a:stretch/>
        </p:blipFill>
        <p:spPr>
          <a:xfrm>
            <a:off x="1213833" y="2028178"/>
            <a:ext cx="6716331" cy="1087144"/>
          </a:xfrm>
          <a:prstGeom prst="rect">
            <a:avLst/>
          </a:prstGeom>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Logo_Robins Egg">
  <p:cSld name="Logo_Robins Egg">
    <p:bg>
      <p:bgPr>
        <a:solidFill>
          <a:schemeClr val="accent4"/>
        </a:solidFill>
        <a:effectLst/>
      </p:bgPr>
    </p:bg>
    <p:spTree>
      <p:nvGrpSpPr>
        <p:cNvPr id="1" name=""/>
        <p:cNvGrpSpPr/>
        <p:nvPr/>
      </p:nvGrpSpPr>
      <p:grpSpPr>
        <a:xfrm>
          <a:off x="0" y="0"/>
          <a:ext cx="0" cy="0"/>
          <a:chOff x="0" y="0"/>
          <a:chExt cx="0" cy="0"/>
        </a:xfrm>
      </p:grpSpPr>
      <p:pic>
        <p:nvPicPr>
          <p:cNvPr id="2" name="Google Shape;108;p27"/>
          <p:cNvPicPr>
            <a:picLocks noChangeAspect="1"/>
          </p:cNvPicPr>
          <p:nvPr/>
        </p:nvPicPr>
        <p:blipFill rotWithShape="1">
          <a:blip r:embed="rId2">
            <a:alphaModFix/>
          </a:blip>
          <a:srcRect/>
          <a:stretch/>
        </p:blipFill>
        <p:spPr>
          <a:xfrm>
            <a:off x="1213833" y="2028178"/>
            <a:ext cx="6716331" cy="1087144"/>
          </a:xfrm>
          <a:prstGeom prst="rect">
            <a:avLst/>
          </a:prstGeom>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Logo_Powder">
  <p:cSld name="Logo_Powder">
    <p:bg>
      <p:bgPr>
        <a:solidFill>
          <a:srgbClr val="D7EFF6"/>
        </a:solidFill>
        <a:effectLst/>
      </p:bgPr>
    </p:bg>
    <p:spTree>
      <p:nvGrpSpPr>
        <p:cNvPr id="1" name=""/>
        <p:cNvGrpSpPr/>
        <p:nvPr/>
      </p:nvGrpSpPr>
      <p:grpSpPr>
        <a:xfrm>
          <a:off x="0" y="0"/>
          <a:ext cx="0" cy="0"/>
          <a:chOff x="0" y="0"/>
          <a:chExt cx="0" cy="0"/>
        </a:xfrm>
      </p:grpSpPr>
      <p:pic>
        <p:nvPicPr>
          <p:cNvPr id="2" name="Google Shape;110;p28"/>
          <p:cNvPicPr>
            <a:picLocks noChangeAspect="1"/>
          </p:cNvPicPr>
          <p:nvPr/>
        </p:nvPicPr>
        <p:blipFill rotWithShape="1">
          <a:blip r:embed="rId2">
            <a:alphaModFix/>
          </a:blip>
          <a:srcRect/>
          <a:stretch/>
        </p:blipFill>
        <p:spPr>
          <a:xfrm>
            <a:off x="1213833" y="2028178"/>
            <a:ext cx="6716331" cy="1087144"/>
          </a:xfrm>
          <a:prstGeom prst="rect">
            <a:avLst/>
          </a:prstGeom>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itle Slide_Denim 1">
  <p:cSld name="Title Slide_Denim_1">
    <p:bg>
      <p:bgPr>
        <a:solidFill>
          <a:schemeClr val="dk2"/>
        </a:solidFill>
        <a:effectLst/>
      </p:bgPr>
    </p:bg>
    <p:spTree>
      <p:nvGrpSpPr>
        <p:cNvPr id="1" name=""/>
        <p:cNvGrpSpPr/>
        <p:nvPr/>
      </p:nvGrpSpPr>
      <p:grpSpPr>
        <a:xfrm>
          <a:off x="0" y="0"/>
          <a:ext cx="0" cy="0"/>
          <a:chOff x="0" y="0"/>
          <a:chExt cx="0" cy="0"/>
        </a:xfrm>
      </p:grpSpPr>
      <p:pic>
        <p:nvPicPr>
          <p:cNvPr id="116" name="Google Shape;112;p29"/>
          <p:cNvPicPr>
            <a:picLocks noChangeAspect="1"/>
          </p:cNvPicPr>
          <p:nvPr/>
        </p:nvPicPr>
        <p:blipFill rotWithShape="1">
          <a:blip r:embed="rId2">
            <a:alphaModFix/>
          </a:blip>
          <a:srcRect/>
          <a:stretch/>
        </p:blipFill>
        <p:spPr>
          <a:xfrm>
            <a:off x="570500" y="564550"/>
            <a:ext cx="2490650" cy="403140"/>
          </a:xfrm>
          <a:prstGeom prst="rect">
            <a:avLst/>
          </a:prstGeom>
          <a:ln>
            <a:noFill/>
          </a:ln>
        </p:spPr>
      </p:pic>
      <p:sp>
        <p:nvSpPr>
          <p:cNvPr id="113" name="Google Shape;113;p29">
            <a:extLst>
              <a:ext uri="{FF2B5EF4-FFF2-40B4-BE49-F238E27FC236}">
                <a16:creationId xmlns:a16="http://schemas.microsoft.com/office/drawing/2014/main" id="{31A723F2-D391-40B9-87D4-E40874D42499}"/>
              </a:ext>
            </a:extLst>
          </p:cNvPr>
          <p:cNvSpPr>
            <a:spLocks noGrp="1"/>
          </p:cNvSpPr>
          <p:nvPr>
            <p:ph type="ctrTitle"/>
          </p:nvPr>
        </p:nvSpPr>
        <p:spPr>
          <a:xfrm>
            <a:off x="570503"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Clr>
                <a:schemeClr val="lt1"/>
              </a:buClr>
              <a:buSzPts val="3600"/>
              <a:buNone/>
              <a:defRPr sz="3600" i="0">
                <a:solidFill>
                  <a:schemeClr val="lt1"/>
                </a:solidFill>
              </a:defRPr>
            </a:lvl1pPr>
            <a:lvl2pPr algn="l">
              <a:lnSpc>
                <a:spcPct val="100000"/>
              </a:lnSpc>
              <a:spcBef>
                <a:spcPts val="0"/>
              </a:spcBef>
              <a:spcAft>
                <a:spcPts val="0"/>
              </a:spcAft>
              <a:buClr>
                <a:schemeClr val="lt1"/>
              </a:buClr>
              <a:buSzPts val="2400"/>
              <a:buNone/>
              <a:defRPr>
                <a:solidFill>
                  <a:schemeClr val="lt1"/>
                </a:solidFill>
              </a:defRPr>
            </a:lvl2pPr>
            <a:lvl3pPr algn="l">
              <a:lnSpc>
                <a:spcPct val="100000"/>
              </a:lnSpc>
              <a:spcBef>
                <a:spcPts val="0"/>
              </a:spcBef>
              <a:spcAft>
                <a:spcPts val="0"/>
              </a:spcAft>
              <a:buClr>
                <a:schemeClr val="lt1"/>
              </a:buClr>
              <a:buSzPts val="2400"/>
              <a:buNone/>
              <a:defRPr>
                <a:solidFill>
                  <a:schemeClr val="lt1"/>
                </a:solidFill>
              </a:defRPr>
            </a:lvl3pPr>
            <a:lvl4pPr algn="l">
              <a:lnSpc>
                <a:spcPct val="100000"/>
              </a:lnSpc>
              <a:spcBef>
                <a:spcPts val="0"/>
              </a:spcBef>
              <a:spcAft>
                <a:spcPts val="0"/>
              </a:spcAft>
              <a:buClr>
                <a:schemeClr val="lt1"/>
              </a:buClr>
              <a:buSzPts val="2400"/>
              <a:buNone/>
              <a:defRPr>
                <a:solidFill>
                  <a:schemeClr val="lt1"/>
                </a:solidFill>
              </a:defRPr>
            </a:lvl4pPr>
            <a:lvl5pPr algn="l">
              <a:lnSpc>
                <a:spcPct val="100000"/>
              </a:lnSpc>
              <a:spcBef>
                <a:spcPts val="0"/>
              </a:spcBef>
              <a:spcAft>
                <a:spcPts val="0"/>
              </a:spcAft>
              <a:buClr>
                <a:schemeClr val="lt1"/>
              </a:buClr>
              <a:buSzPts val="2400"/>
              <a:buNone/>
              <a:defRPr>
                <a:solidFill>
                  <a:schemeClr val="lt1"/>
                </a:solidFill>
              </a:defRPr>
            </a:lvl5pPr>
            <a:lvl6pPr algn="l">
              <a:lnSpc>
                <a:spcPct val="100000"/>
              </a:lnSpc>
              <a:spcBef>
                <a:spcPts val="0"/>
              </a:spcBef>
              <a:spcAft>
                <a:spcPts val="0"/>
              </a:spcAft>
              <a:buClr>
                <a:schemeClr val="lt1"/>
              </a:buClr>
              <a:buSzPts val="2400"/>
              <a:buNone/>
              <a:defRPr>
                <a:solidFill>
                  <a:schemeClr val="lt1"/>
                </a:solidFill>
              </a:defRPr>
            </a:lvl6pPr>
            <a:lvl7pPr algn="l">
              <a:lnSpc>
                <a:spcPct val="100000"/>
              </a:lnSpc>
              <a:spcBef>
                <a:spcPts val="0"/>
              </a:spcBef>
              <a:spcAft>
                <a:spcPts val="0"/>
              </a:spcAft>
              <a:buClr>
                <a:schemeClr val="lt1"/>
              </a:buClr>
              <a:buSzPts val="2400"/>
              <a:buNone/>
              <a:defRPr>
                <a:solidFill>
                  <a:schemeClr val="lt1"/>
                </a:solidFill>
              </a:defRPr>
            </a:lvl7pPr>
            <a:lvl8pPr algn="l">
              <a:lnSpc>
                <a:spcPct val="100000"/>
              </a:lnSpc>
              <a:spcBef>
                <a:spcPts val="0"/>
              </a:spcBef>
              <a:spcAft>
                <a:spcPts val="0"/>
              </a:spcAft>
              <a:buClr>
                <a:schemeClr val="lt1"/>
              </a:buClr>
              <a:buSzPts val="2400"/>
              <a:buNone/>
              <a:defRPr>
                <a:solidFill>
                  <a:schemeClr val="lt1"/>
                </a:solidFill>
              </a:defRPr>
            </a:lvl8pPr>
            <a:lvl9pPr algn="l">
              <a:lnSpc>
                <a:spcPct val="100000"/>
              </a:lnSpc>
              <a:spcBef>
                <a:spcPts val="0"/>
              </a:spcBef>
              <a:spcAft>
                <a:spcPts val="0"/>
              </a:spcAft>
              <a:buClr>
                <a:schemeClr val="lt1"/>
              </a:buClr>
              <a:buSzPts val="2400"/>
              <a:buNone/>
              <a:defRPr>
                <a:solidFill>
                  <a:schemeClr val="lt1"/>
                </a:solidFill>
              </a:defRPr>
            </a:lvl9pPr>
          </a:lstStyle>
          <a:p>
            <a:endParaRPr/>
          </a:p>
        </p:txBody>
      </p:sp>
      <p:sp>
        <p:nvSpPr>
          <p:cNvPr id="114" name="Google Shape;114;p29">
            <a:extLst>
              <a:ext uri="{FF2B5EF4-FFF2-40B4-BE49-F238E27FC236}">
                <a16:creationId xmlns:a16="http://schemas.microsoft.com/office/drawing/2014/main" id="{5F74CDFE-26A6-4A7F-A5DF-C66FEE077B19}"/>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800"/>
              </a:spcBef>
              <a:spcAft>
                <a:spcPts val="0"/>
              </a:spcAft>
              <a:buClr>
                <a:schemeClr val="lt1"/>
              </a:buClr>
              <a:buSzPts val="1600"/>
              <a:buFont typeface="Montserrat SemiBold"/>
              <a:buNone/>
              <a:defRPr sz="1600" i="0">
                <a:solidFill>
                  <a:schemeClr val="lt1"/>
                </a:solidFill>
                <a:latin typeface="Montserrat SemiBold"/>
                <a:ea typeface="Montserrat SemiBold"/>
                <a:cs typeface="Montserrat SemiBold"/>
              </a:defRPr>
            </a:lvl1pPr>
            <a:lvl2pPr algn="ctr">
              <a:lnSpc>
                <a:spcPct val="90000"/>
              </a:lnSpc>
              <a:spcBef>
                <a:spcPts val="400"/>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defRPr>
            </a:lvl2pPr>
            <a:lvl3pPr algn="ctr">
              <a:lnSpc>
                <a:spcPct val="90000"/>
              </a:lnSpc>
              <a:spcBef>
                <a:spcPts val="400"/>
              </a:spcBef>
              <a:spcAft>
                <a:spcPts val="0"/>
              </a:spcAft>
              <a:buClr>
                <a:schemeClr val="lt1"/>
              </a:buClr>
              <a:buSzPts val="1400"/>
              <a:buFont typeface="Montserrat SemiBold"/>
              <a:buNone/>
              <a:defRPr sz="1400">
                <a:solidFill>
                  <a:schemeClr val="lt1"/>
                </a:solidFill>
                <a:latin typeface="Montserrat SemiBold"/>
                <a:ea typeface="Montserrat SemiBold"/>
                <a:cs typeface="Montserrat SemiBold"/>
              </a:defRPr>
            </a:lvl3pPr>
            <a:lvl4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4pPr>
            <a:lvl5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5pPr>
            <a:lvl6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6pPr>
            <a:lvl7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7pPr>
            <a:lvl8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8pPr>
            <a:lvl9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itle Slide_Meadow 1">
  <p:cSld name="Title Slide_Meadow_1">
    <p:bg>
      <p:bgPr>
        <a:solidFill>
          <a:schemeClr val="accent2"/>
        </a:solidFill>
        <a:effectLst/>
      </p:bgPr>
    </p:bg>
    <p:spTree>
      <p:nvGrpSpPr>
        <p:cNvPr id="1" name=""/>
        <p:cNvGrpSpPr/>
        <p:nvPr/>
      </p:nvGrpSpPr>
      <p:grpSpPr>
        <a:xfrm>
          <a:off x="0" y="0"/>
          <a:ext cx="0" cy="0"/>
          <a:chOff x="0" y="0"/>
          <a:chExt cx="0" cy="0"/>
        </a:xfrm>
      </p:grpSpPr>
      <p:pic>
        <p:nvPicPr>
          <p:cNvPr id="120" name="Google Shape;116;p30"/>
          <p:cNvPicPr>
            <a:picLocks noChangeAspect="1"/>
          </p:cNvPicPr>
          <p:nvPr/>
        </p:nvPicPr>
        <p:blipFill rotWithShape="1">
          <a:blip r:embed="rId2">
            <a:alphaModFix/>
          </a:blip>
          <a:srcRect/>
          <a:stretch/>
        </p:blipFill>
        <p:spPr>
          <a:xfrm>
            <a:off x="570500" y="564548"/>
            <a:ext cx="2490650" cy="403150"/>
          </a:xfrm>
          <a:prstGeom prst="rect">
            <a:avLst/>
          </a:prstGeom>
          <a:ln>
            <a:noFill/>
          </a:ln>
        </p:spPr>
      </p:pic>
      <p:sp>
        <p:nvSpPr>
          <p:cNvPr id="117" name="Google Shape;117;p30">
            <a:extLst>
              <a:ext uri="{FF2B5EF4-FFF2-40B4-BE49-F238E27FC236}">
                <a16:creationId xmlns:a16="http://schemas.microsoft.com/office/drawing/2014/main" id="{7FB13D6F-888E-4DE9-B75E-641133CC5755}"/>
              </a:ext>
            </a:extLst>
          </p:cNvPr>
          <p:cNvSpPr>
            <a:spLocks noGrp="1"/>
          </p:cNvSpPr>
          <p:nvPr>
            <p:ph type="ctrTitle"/>
          </p:nvPr>
        </p:nvSpPr>
        <p:spPr>
          <a:xfrm>
            <a:off x="570503"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Clr>
                <a:schemeClr val="lt1"/>
              </a:buClr>
              <a:buSzPts val="3600"/>
              <a:buNone/>
              <a:defRPr sz="3600" i="0">
                <a:solidFill>
                  <a:schemeClr val="lt1"/>
                </a:solidFill>
              </a:defRPr>
            </a:lvl1pPr>
            <a:lvl2pPr algn="l">
              <a:lnSpc>
                <a:spcPct val="100000"/>
              </a:lnSpc>
              <a:spcBef>
                <a:spcPts val="0"/>
              </a:spcBef>
              <a:spcAft>
                <a:spcPts val="0"/>
              </a:spcAft>
              <a:buClr>
                <a:schemeClr val="lt1"/>
              </a:buClr>
              <a:buSzPts val="2400"/>
              <a:buNone/>
              <a:defRPr>
                <a:solidFill>
                  <a:schemeClr val="lt1"/>
                </a:solidFill>
              </a:defRPr>
            </a:lvl2pPr>
            <a:lvl3pPr algn="l">
              <a:lnSpc>
                <a:spcPct val="100000"/>
              </a:lnSpc>
              <a:spcBef>
                <a:spcPts val="0"/>
              </a:spcBef>
              <a:spcAft>
                <a:spcPts val="0"/>
              </a:spcAft>
              <a:buClr>
                <a:schemeClr val="lt1"/>
              </a:buClr>
              <a:buSzPts val="2400"/>
              <a:buNone/>
              <a:defRPr>
                <a:solidFill>
                  <a:schemeClr val="lt1"/>
                </a:solidFill>
              </a:defRPr>
            </a:lvl3pPr>
            <a:lvl4pPr algn="l">
              <a:lnSpc>
                <a:spcPct val="100000"/>
              </a:lnSpc>
              <a:spcBef>
                <a:spcPts val="0"/>
              </a:spcBef>
              <a:spcAft>
                <a:spcPts val="0"/>
              </a:spcAft>
              <a:buClr>
                <a:schemeClr val="lt1"/>
              </a:buClr>
              <a:buSzPts val="2400"/>
              <a:buNone/>
              <a:defRPr>
                <a:solidFill>
                  <a:schemeClr val="lt1"/>
                </a:solidFill>
              </a:defRPr>
            </a:lvl4pPr>
            <a:lvl5pPr algn="l">
              <a:lnSpc>
                <a:spcPct val="100000"/>
              </a:lnSpc>
              <a:spcBef>
                <a:spcPts val="0"/>
              </a:spcBef>
              <a:spcAft>
                <a:spcPts val="0"/>
              </a:spcAft>
              <a:buClr>
                <a:schemeClr val="lt1"/>
              </a:buClr>
              <a:buSzPts val="2400"/>
              <a:buNone/>
              <a:defRPr>
                <a:solidFill>
                  <a:schemeClr val="lt1"/>
                </a:solidFill>
              </a:defRPr>
            </a:lvl5pPr>
            <a:lvl6pPr algn="l">
              <a:lnSpc>
                <a:spcPct val="100000"/>
              </a:lnSpc>
              <a:spcBef>
                <a:spcPts val="0"/>
              </a:spcBef>
              <a:spcAft>
                <a:spcPts val="0"/>
              </a:spcAft>
              <a:buClr>
                <a:schemeClr val="lt1"/>
              </a:buClr>
              <a:buSzPts val="2400"/>
              <a:buNone/>
              <a:defRPr>
                <a:solidFill>
                  <a:schemeClr val="lt1"/>
                </a:solidFill>
              </a:defRPr>
            </a:lvl6pPr>
            <a:lvl7pPr algn="l">
              <a:lnSpc>
                <a:spcPct val="100000"/>
              </a:lnSpc>
              <a:spcBef>
                <a:spcPts val="0"/>
              </a:spcBef>
              <a:spcAft>
                <a:spcPts val="0"/>
              </a:spcAft>
              <a:buClr>
                <a:schemeClr val="lt1"/>
              </a:buClr>
              <a:buSzPts val="2400"/>
              <a:buNone/>
              <a:defRPr>
                <a:solidFill>
                  <a:schemeClr val="lt1"/>
                </a:solidFill>
              </a:defRPr>
            </a:lvl7pPr>
            <a:lvl8pPr algn="l">
              <a:lnSpc>
                <a:spcPct val="100000"/>
              </a:lnSpc>
              <a:spcBef>
                <a:spcPts val="0"/>
              </a:spcBef>
              <a:spcAft>
                <a:spcPts val="0"/>
              </a:spcAft>
              <a:buClr>
                <a:schemeClr val="lt1"/>
              </a:buClr>
              <a:buSzPts val="2400"/>
              <a:buNone/>
              <a:defRPr>
                <a:solidFill>
                  <a:schemeClr val="lt1"/>
                </a:solidFill>
              </a:defRPr>
            </a:lvl8pPr>
            <a:lvl9pPr algn="l">
              <a:lnSpc>
                <a:spcPct val="100000"/>
              </a:lnSpc>
              <a:spcBef>
                <a:spcPts val="0"/>
              </a:spcBef>
              <a:spcAft>
                <a:spcPts val="0"/>
              </a:spcAft>
              <a:buClr>
                <a:schemeClr val="lt1"/>
              </a:buClr>
              <a:buSzPts val="2400"/>
              <a:buNone/>
              <a:defRPr>
                <a:solidFill>
                  <a:schemeClr val="lt1"/>
                </a:solidFill>
              </a:defRPr>
            </a:lvl9pPr>
          </a:lstStyle>
          <a:p>
            <a:endParaRPr/>
          </a:p>
        </p:txBody>
      </p:sp>
      <p:sp>
        <p:nvSpPr>
          <p:cNvPr id="118" name="Google Shape;118;p30">
            <a:extLst>
              <a:ext uri="{FF2B5EF4-FFF2-40B4-BE49-F238E27FC236}">
                <a16:creationId xmlns:a16="http://schemas.microsoft.com/office/drawing/2014/main" id="{AE9CE6A6-6CF5-4384-9051-C904B7F17C8C}"/>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800"/>
              </a:spcBef>
              <a:spcAft>
                <a:spcPts val="0"/>
              </a:spcAft>
              <a:buClr>
                <a:schemeClr val="lt1"/>
              </a:buClr>
              <a:buSzPts val="1600"/>
              <a:buFont typeface="Montserrat SemiBold"/>
              <a:buNone/>
              <a:defRPr sz="1600" i="0">
                <a:solidFill>
                  <a:schemeClr val="lt1"/>
                </a:solidFill>
                <a:latin typeface="Montserrat SemiBold"/>
                <a:ea typeface="Montserrat SemiBold"/>
                <a:cs typeface="Montserrat SemiBold"/>
              </a:defRPr>
            </a:lvl1pPr>
            <a:lvl2pPr algn="ctr">
              <a:lnSpc>
                <a:spcPct val="90000"/>
              </a:lnSpc>
              <a:spcBef>
                <a:spcPts val="400"/>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defRPr>
            </a:lvl2pPr>
            <a:lvl3pPr algn="ctr">
              <a:lnSpc>
                <a:spcPct val="90000"/>
              </a:lnSpc>
              <a:spcBef>
                <a:spcPts val="400"/>
              </a:spcBef>
              <a:spcAft>
                <a:spcPts val="0"/>
              </a:spcAft>
              <a:buClr>
                <a:schemeClr val="lt1"/>
              </a:buClr>
              <a:buSzPts val="1400"/>
              <a:buFont typeface="Montserrat SemiBold"/>
              <a:buNone/>
              <a:defRPr sz="1400">
                <a:solidFill>
                  <a:schemeClr val="lt1"/>
                </a:solidFill>
                <a:latin typeface="Montserrat SemiBold"/>
                <a:ea typeface="Montserrat SemiBold"/>
                <a:cs typeface="Montserrat SemiBold"/>
              </a:defRPr>
            </a:lvl3pPr>
            <a:lvl4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4pPr>
            <a:lvl5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5pPr>
            <a:lvl6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6pPr>
            <a:lvl7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7pPr>
            <a:lvl8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8pPr>
            <a:lvl9pPr algn="ctr">
              <a:lnSpc>
                <a:spcPct val="90000"/>
              </a:lnSpc>
              <a:spcBef>
                <a:spcPts val="400"/>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itle Slide_Island 1">
  <p:cSld name="TITLE_1">
    <p:bg>
      <p:bgPr>
        <a:solidFill>
          <a:schemeClr val="accent3"/>
        </a:solidFill>
        <a:effectLst/>
      </p:bgPr>
    </p:bg>
    <p:spTree>
      <p:nvGrpSpPr>
        <p:cNvPr id="1" name=""/>
        <p:cNvGrpSpPr/>
        <p:nvPr/>
      </p:nvGrpSpPr>
      <p:grpSpPr>
        <a:xfrm>
          <a:off x="0" y="0"/>
          <a:ext cx="0" cy="0"/>
          <a:chOff x="0" y="0"/>
          <a:chExt cx="0" cy="0"/>
        </a:xfrm>
      </p:grpSpPr>
      <p:pic>
        <p:nvPicPr>
          <p:cNvPr id="124" name="Google Shape;120;p31"/>
          <p:cNvPicPr>
            <a:picLocks noChangeAspect="1"/>
          </p:cNvPicPr>
          <p:nvPr/>
        </p:nvPicPr>
        <p:blipFill rotWithShape="1">
          <a:blip r:embed="rId2">
            <a:alphaModFix/>
          </a:blip>
          <a:srcRect/>
          <a:stretch/>
        </p:blipFill>
        <p:spPr>
          <a:xfrm>
            <a:off x="570500" y="564548"/>
            <a:ext cx="2490650" cy="403144"/>
          </a:xfrm>
          <a:prstGeom prst="rect">
            <a:avLst/>
          </a:prstGeom>
          <a:ln>
            <a:noFill/>
          </a:ln>
        </p:spPr>
      </p:pic>
      <p:sp>
        <p:nvSpPr>
          <p:cNvPr id="121" name="Google Shape;121;p31">
            <a:extLst>
              <a:ext uri="{FF2B5EF4-FFF2-40B4-BE49-F238E27FC236}">
                <a16:creationId xmlns:a16="http://schemas.microsoft.com/office/drawing/2014/main" id="{DAC69C83-ACCE-450B-B413-A10E2C4D0AB5}"/>
              </a:ext>
            </a:extLst>
          </p:cNvPr>
          <p:cNvSpPr>
            <a:spLocks noGrp="1"/>
          </p:cNvSpPr>
          <p:nvPr>
            <p:ph type="ctrTitle"/>
          </p:nvPr>
        </p:nvSpPr>
        <p:spPr>
          <a:xfrm>
            <a:off x="570503"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SzPts val="3600"/>
              <a:buNone/>
              <a:defRPr sz="3600" i="0"/>
            </a:lvl1pPr>
            <a:lvl2pPr algn="l">
              <a:lnSpc>
                <a:spcPct val="100000"/>
              </a:lnSpc>
              <a:spcBef>
                <a:spcPts val="0"/>
              </a:spcBef>
              <a:spcAft>
                <a:spcPts val="0"/>
              </a:spcAft>
              <a:buClr>
                <a:schemeClr val="dk2"/>
              </a:buClr>
              <a:buSzPts val="2400"/>
              <a:buNone/>
              <a:defRPr>
                <a:solidFill>
                  <a:schemeClr val="dk2"/>
                </a:solidFill>
              </a:defRPr>
            </a:lvl2pPr>
            <a:lvl3pPr algn="l">
              <a:lnSpc>
                <a:spcPct val="100000"/>
              </a:lnSpc>
              <a:spcBef>
                <a:spcPts val="0"/>
              </a:spcBef>
              <a:spcAft>
                <a:spcPts val="0"/>
              </a:spcAft>
              <a:buClr>
                <a:schemeClr val="dk2"/>
              </a:buClr>
              <a:buSzPts val="2400"/>
              <a:buNone/>
              <a:defRPr>
                <a:solidFill>
                  <a:schemeClr val="dk2"/>
                </a:solidFill>
              </a:defRPr>
            </a:lvl3pPr>
            <a:lvl4pPr algn="l">
              <a:lnSpc>
                <a:spcPct val="100000"/>
              </a:lnSpc>
              <a:spcBef>
                <a:spcPts val="0"/>
              </a:spcBef>
              <a:spcAft>
                <a:spcPts val="0"/>
              </a:spcAft>
              <a:buClr>
                <a:schemeClr val="dk2"/>
              </a:buClr>
              <a:buSzPts val="2400"/>
              <a:buNone/>
              <a:defRPr>
                <a:solidFill>
                  <a:schemeClr val="dk2"/>
                </a:solidFill>
              </a:defRPr>
            </a:lvl4pPr>
            <a:lvl5pPr algn="l">
              <a:lnSpc>
                <a:spcPct val="100000"/>
              </a:lnSpc>
              <a:spcBef>
                <a:spcPts val="0"/>
              </a:spcBef>
              <a:spcAft>
                <a:spcPts val="0"/>
              </a:spcAft>
              <a:buClr>
                <a:schemeClr val="dk2"/>
              </a:buClr>
              <a:buSzPts val="2400"/>
              <a:buNone/>
              <a:defRPr>
                <a:solidFill>
                  <a:schemeClr val="dk2"/>
                </a:solidFill>
              </a:defRPr>
            </a:lvl5pPr>
            <a:lvl6pPr algn="l">
              <a:lnSpc>
                <a:spcPct val="100000"/>
              </a:lnSpc>
              <a:spcBef>
                <a:spcPts val="0"/>
              </a:spcBef>
              <a:spcAft>
                <a:spcPts val="0"/>
              </a:spcAft>
              <a:buClr>
                <a:schemeClr val="dk2"/>
              </a:buClr>
              <a:buSzPts val="2400"/>
              <a:buNone/>
              <a:defRPr>
                <a:solidFill>
                  <a:schemeClr val="dk2"/>
                </a:solidFill>
              </a:defRPr>
            </a:lvl6pPr>
            <a:lvl7pPr algn="l">
              <a:lnSpc>
                <a:spcPct val="100000"/>
              </a:lnSpc>
              <a:spcBef>
                <a:spcPts val="0"/>
              </a:spcBef>
              <a:spcAft>
                <a:spcPts val="0"/>
              </a:spcAft>
              <a:buClr>
                <a:schemeClr val="dk2"/>
              </a:buClr>
              <a:buSzPts val="2400"/>
              <a:buNone/>
              <a:defRPr>
                <a:solidFill>
                  <a:schemeClr val="dk2"/>
                </a:solidFill>
              </a:defRPr>
            </a:lvl7pPr>
            <a:lvl8pPr algn="l">
              <a:lnSpc>
                <a:spcPct val="100000"/>
              </a:lnSpc>
              <a:spcBef>
                <a:spcPts val="0"/>
              </a:spcBef>
              <a:spcAft>
                <a:spcPts val="0"/>
              </a:spcAft>
              <a:buClr>
                <a:schemeClr val="dk2"/>
              </a:buClr>
              <a:buSzPts val="2400"/>
              <a:buNone/>
              <a:defRPr>
                <a:solidFill>
                  <a:schemeClr val="dk2"/>
                </a:solidFill>
              </a:defRPr>
            </a:lvl8pPr>
            <a:lvl9pPr algn="l">
              <a:lnSpc>
                <a:spcPct val="100000"/>
              </a:lnSpc>
              <a:spcBef>
                <a:spcPts val="0"/>
              </a:spcBef>
              <a:spcAft>
                <a:spcPts val="0"/>
              </a:spcAft>
              <a:buClr>
                <a:schemeClr val="dk2"/>
              </a:buClr>
              <a:buSzPts val="2400"/>
              <a:buNone/>
              <a:defRPr>
                <a:solidFill>
                  <a:schemeClr val="dk2"/>
                </a:solidFill>
              </a:defRPr>
            </a:lvl9pPr>
          </a:lstStyle>
          <a:p>
            <a:endParaRPr/>
          </a:p>
        </p:txBody>
      </p:sp>
      <p:sp>
        <p:nvSpPr>
          <p:cNvPr id="122" name="Google Shape;122;p31">
            <a:extLst>
              <a:ext uri="{FF2B5EF4-FFF2-40B4-BE49-F238E27FC236}">
                <a16:creationId xmlns:a16="http://schemas.microsoft.com/office/drawing/2014/main" id="{100E1F77-DC4F-4437-BB8C-A9E413CE8C83}"/>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800"/>
              </a:spcBef>
              <a:spcAft>
                <a:spcPts val="0"/>
              </a:spcAft>
              <a:buClr>
                <a:schemeClr val="dk2"/>
              </a:buClr>
              <a:buSzPts val="1600"/>
              <a:buFont typeface="Montserrat SemiBold"/>
              <a:buNone/>
              <a:defRPr sz="1600" i="0">
                <a:solidFill>
                  <a:schemeClr val="dk2"/>
                </a:solidFill>
                <a:latin typeface="Montserrat SemiBold"/>
                <a:ea typeface="Montserrat SemiBold"/>
                <a:cs typeface="Montserrat SemiBold"/>
              </a:defRPr>
            </a:lvl1pPr>
            <a:lvl2pPr algn="ctr">
              <a:lnSpc>
                <a:spcPct val="90000"/>
              </a:lnSpc>
              <a:spcBef>
                <a:spcPts val="400"/>
              </a:spcBef>
              <a:spcAft>
                <a:spcPts val="0"/>
              </a:spcAft>
              <a:buClr>
                <a:schemeClr val="dk2"/>
              </a:buClr>
              <a:buSzPts val="1500"/>
              <a:buFont typeface="Montserrat SemiBold"/>
              <a:buNone/>
              <a:defRPr sz="1500">
                <a:solidFill>
                  <a:schemeClr val="dk2"/>
                </a:solidFill>
                <a:latin typeface="Montserrat SemiBold"/>
                <a:ea typeface="Montserrat SemiBold"/>
                <a:cs typeface="Montserrat SemiBold"/>
              </a:defRPr>
            </a:lvl2pPr>
            <a:lvl3pPr algn="ctr">
              <a:lnSpc>
                <a:spcPct val="90000"/>
              </a:lnSpc>
              <a:spcBef>
                <a:spcPts val="400"/>
              </a:spcBef>
              <a:spcAft>
                <a:spcPts val="0"/>
              </a:spcAft>
              <a:buClr>
                <a:schemeClr val="dk2"/>
              </a:buClr>
              <a:buSzPts val="1400"/>
              <a:buFont typeface="Montserrat SemiBold"/>
              <a:buNone/>
              <a:defRPr sz="1400">
                <a:solidFill>
                  <a:schemeClr val="dk2"/>
                </a:solidFill>
                <a:latin typeface="Montserrat SemiBold"/>
                <a:ea typeface="Montserrat SemiBold"/>
                <a:cs typeface="Montserrat SemiBold"/>
              </a:defRPr>
            </a:lvl3pPr>
            <a:lvl4pPr algn="ctr">
              <a:lnSpc>
                <a:spcPct val="90000"/>
              </a:lnSpc>
              <a:spcBef>
                <a:spcPts val="400"/>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4pPr>
            <a:lvl5pPr algn="ctr">
              <a:lnSpc>
                <a:spcPct val="90000"/>
              </a:lnSpc>
              <a:spcBef>
                <a:spcPts val="400"/>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5pPr>
            <a:lvl6pPr algn="ctr">
              <a:lnSpc>
                <a:spcPct val="90000"/>
              </a:lnSpc>
              <a:spcBef>
                <a:spcPts val="400"/>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6pPr>
            <a:lvl7pPr algn="ctr">
              <a:lnSpc>
                <a:spcPct val="90000"/>
              </a:lnSpc>
              <a:spcBef>
                <a:spcPts val="400"/>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7pPr>
            <a:lvl8pPr algn="ctr">
              <a:lnSpc>
                <a:spcPct val="90000"/>
              </a:lnSpc>
              <a:spcBef>
                <a:spcPts val="400"/>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8pPr>
            <a:lvl9pPr algn="ctr">
              <a:lnSpc>
                <a:spcPct val="90000"/>
              </a:lnSpc>
              <a:spcBef>
                <a:spcPts val="400"/>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_Powder">
  <p:cSld name="Title Only_Powder">
    <p:bg>
      <p:bgPr>
        <a:solidFill>
          <a:srgbClr val="D7EFF6"/>
        </a:solidFill>
        <a:effectLst/>
      </p:bgPr>
    </p:bg>
    <p:spTree>
      <p:nvGrpSpPr>
        <p:cNvPr id="1" name=""/>
        <p:cNvGrpSpPr/>
        <p:nvPr/>
      </p:nvGrpSpPr>
      <p:grpSpPr>
        <a:xfrm>
          <a:off x="0" y="0"/>
          <a:ext cx="0" cy="0"/>
          <a:chOff x="0" y="0"/>
          <a:chExt cx="0" cy="0"/>
        </a:xfrm>
      </p:grpSpPr>
      <p:sp>
        <p:nvSpPr>
          <p:cNvPr id="124" name="Google Shape;124;p32">
            <a:extLst>
              <a:ext uri="{FF2B5EF4-FFF2-40B4-BE49-F238E27FC236}">
                <a16:creationId xmlns:a16="http://schemas.microsoft.com/office/drawing/2014/main" id="{2AADB98F-2944-440C-BFE4-ABF7E540D954}"/>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_Robins Egg">
  <p:cSld name="Title Only_Powder_1">
    <p:bg>
      <p:bgPr>
        <a:solidFill>
          <a:schemeClr val="accent4"/>
        </a:solidFill>
        <a:effectLst/>
      </p:bgPr>
    </p:bg>
    <p:spTree>
      <p:nvGrpSpPr>
        <p:cNvPr id="1" name=""/>
        <p:cNvGrpSpPr/>
        <p:nvPr/>
      </p:nvGrpSpPr>
      <p:grpSpPr>
        <a:xfrm>
          <a:off x="0" y="0"/>
          <a:ext cx="0" cy="0"/>
          <a:chOff x="0" y="0"/>
          <a:chExt cx="0" cy="0"/>
        </a:xfrm>
      </p:grpSpPr>
      <p:sp>
        <p:nvSpPr>
          <p:cNvPr id="127" name="Google Shape;127;p33">
            <a:extLst>
              <a:ext uri="{FF2B5EF4-FFF2-40B4-BE49-F238E27FC236}">
                <a16:creationId xmlns:a16="http://schemas.microsoft.com/office/drawing/2014/main" id="{11C3454D-A785-41BB-A5EF-C237FE0F9C65}"/>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_Meadow">
  <p:cSld name="Title Only_Powder_1_1_1">
    <p:bg>
      <p:bgPr>
        <a:solidFill>
          <a:schemeClr val="accent2"/>
        </a:solidFill>
        <a:effectLst/>
      </p:bgPr>
    </p:bg>
    <p:spTree>
      <p:nvGrpSpPr>
        <p:cNvPr id="1" name=""/>
        <p:cNvGrpSpPr/>
        <p:nvPr/>
      </p:nvGrpSpPr>
      <p:grpSpPr>
        <a:xfrm>
          <a:off x="0" y="0"/>
          <a:ext cx="0" cy="0"/>
          <a:chOff x="0" y="0"/>
          <a:chExt cx="0" cy="0"/>
        </a:xfrm>
      </p:grpSpPr>
      <p:sp>
        <p:nvSpPr>
          <p:cNvPr id="130" name="Google Shape;130;p34">
            <a:extLst>
              <a:ext uri="{FF2B5EF4-FFF2-40B4-BE49-F238E27FC236}">
                <a16:creationId xmlns:a16="http://schemas.microsoft.com/office/drawing/2014/main" id="{00468E40-1DE0-4F0E-8657-AD5F2FFE4898}"/>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SzPts val="2400"/>
              <a:buFont typeface="Arial"/>
              <a:buNone/>
              <a:defRPr/>
            </a:lvl1pPr>
            <a:lvl2pPr algn="l">
              <a:lnSpc>
                <a:spcPct val="100000"/>
              </a:lnSpc>
              <a:spcBef>
                <a:spcPts val="0"/>
              </a:spcBef>
              <a:spcAft>
                <a:spcPts val="0"/>
              </a:spcAft>
              <a:buSzPts val="2400"/>
              <a:buNone/>
              <a:defRPr/>
            </a:lvl2pPr>
            <a:lvl3pPr algn="l">
              <a:lnSpc>
                <a:spcPct val="100000"/>
              </a:lnSpc>
              <a:spcBef>
                <a:spcPts val="0"/>
              </a:spcBef>
              <a:spcAft>
                <a:spcPts val="0"/>
              </a:spcAft>
              <a:buSzPts val="2400"/>
              <a:buNone/>
              <a:defRPr/>
            </a:lvl3pPr>
            <a:lvl4pPr algn="l">
              <a:lnSpc>
                <a:spcPct val="100000"/>
              </a:lnSpc>
              <a:spcBef>
                <a:spcPts val="0"/>
              </a:spcBef>
              <a:spcAft>
                <a:spcPts val="0"/>
              </a:spcAft>
              <a:buSzPts val="2400"/>
              <a:buNone/>
              <a:defRPr/>
            </a:lvl4pPr>
            <a:lvl5pPr algn="l">
              <a:lnSpc>
                <a:spcPct val="100000"/>
              </a:lnSpc>
              <a:spcBef>
                <a:spcPts val="0"/>
              </a:spcBef>
              <a:spcAft>
                <a:spcPts val="0"/>
              </a:spcAft>
              <a:buSzPts val="2400"/>
              <a:buNone/>
              <a:defRPr/>
            </a:lvl5pPr>
            <a:lvl6pPr algn="l">
              <a:lnSpc>
                <a:spcPct val="100000"/>
              </a:lnSpc>
              <a:spcBef>
                <a:spcPts val="0"/>
              </a:spcBef>
              <a:spcAft>
                <a:spcPts val="0"/>
              </a:spcAft>
              <a:buSzPts val="2400"/>
              <a:buNone/>
              <a:defRPr/>
            </a:lvl6pPr>
            <a:lvl7pPr algn="l">
              <a:lnSpc>
                <a:spcPct val="100000"/>
              </a:lnSpc>
              <a:spcBef>
                <a:spcPts val="0"/>
              </a:spcBef>
              <a:spcAft>
                <a:spcPts val="0"/>
              </a:spcAft>
              <a:buSzPts val="2400"/>
              <a:buNone/>
              <a:defRPr/>
            </a:lvl7pPr>
            <a:lvl8pPr algn="l">
              <a:lnSpc>
                <a:spcPct val="100000"/>
              </a:lnSpc>
              <a:spcBef>
                <a:spcPts val="0"/>
              </a:spcBef>
              <a:spcAft>
                <a:spcPts val="0"/>
              </a:spcAft>
              <a:buSzPts val="2400"/>
              <a:buNone/>
              <a:defRPr/>
            </a:lvl8pPr>
            <a:lvl9pPr algn="l">
              <a:lnSpc>
                <a:spcPct val="100000"/>
              </a:lnSpc>
              <a:spcBef>
                <a:spcPts val="0"/>
              </a:spcBef>
              <a:spcAft>
                <a:spcPts val="0"/>
              </a:spcAft>
              <a:buSzPts val="2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Border_Island">
  <p:cSld name="Border_Island">
    <p:bg>
      <p:bgPr>
        <a:solidFill>
          <a:schemeClr val="lt1"/>
        </a:solidFill>
        <a:effectLst/>
      </p:bgPr>
    </p:bg>
    <p:spTree>
      <p:nvGrpSpPr>
        <p:cNvPr id="1" name=""/>
        <p:cNvGrpSpPr/>
        <p:nvPr/>
      </p:nvGrpSpPr>
      <p:grpSpPr>
        <a:xfrm>
          <a:off x="0" y="0"/>
          <a:ext cx="0" cy="0"/>
          <a:chOff x="0" y="0"/>
          <a:chExt cx="0" cy="0"/>
        </a:xfrm>
      </p:grpSpPr>
      <p:sp>
        <p:nvSpPr>
          <p:cNvPr id="133" name="Google Shape;133;p35">
            <a:extLst>
              <a:ext uri="{FF2B5EF4-FFF2-40B4-BE49-F238E27FC236}">
                <a16:creationId xmlns:a16="http://schemas.microsoft.com/office/drawing/2014/main" id="{EAAEDA54-F341-4019-BC2B-EF1A1A124630}"/>
              </a:ext>
            </a:extLst>
          </p:cNvPr>
          <p:cNvSpPr>
            <a:spLocks noGrp="1"/>
          </p:cNvSpPr>
          <p:nvPr/>
        </p:nvSpPr>
        <p:spPr>
          <a:xfrm>
            <a:off x="242850" y="210150"/>
            <a:ext cx="8658300" cy="4723200"/>
          </a:xfrm>
          <a:prstGeom prst="roundRect">
            <a:avLst>
              <a:gd name="adj" fmla="val 2277"/>
            </a:avLst>
          </a:prstGeom>
          <a:solidFill>
            <a:schemeClr val="accent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134" name="Google Shape;134;p35">
            <a:extLst>
              <a:ext uri="{FF2B5EF4-FFF2-40B4-BE49-F238E27FC236}">
                <a16:creationId xmlns:a16="http://schemas.microsoft.com/office/drawing/2014/main" id="{C54E8C9C-4C15-440C-84C1-03766D4549B9}"/>
              </a:ext>
            </a:extLst>
          </p:cNvPr>
          <p:cNvSpPr>
            <a:spLocks noGrp="1"/>
          </p:cNvSpPr>
          <p:nvPr>
            <p:ph type="title"/>
          </p:nvPr>
        </p:nvSpPr>
        <p:spPr>
          <a:xfrm>
            <a:off x="868050" y="1283800"/>
            <a:ext cx="7407900" cy="2149800"/>
          </a:xfrm>
          <a:prstGeom prst="rect">
            <a:avLst/>
          </a:prstGeom>
          <a:noFill/>
          <a:ln>
            <a:noFill/>
          </a:ln>
        </p:spPr>
        <p:txBody>
          <a:bodyPr spcFirstLastPara="1" wrap="square" lIns="0" tIns="45700" rIns="91425" bIns="45700" anchor="b">
            <a:noAutofit/>
          </a:bodyPr>
          <a:lstStyle>
            <a:lvl1pPr algn="ctr">
              <a:lnSpc>
                <a:spcPct val="90000"/>
              </a:lnSpc>
              <a:spcBef>
                <a:spcPts val="0"/>
              </a:spcBef>
              <a:spcAft>
                <a:spcPts val="0"/>
              </a:spcAft>
              <a:buSzPts val="2400"/>
              <a:buNone/>
              <a:defRPr sz="3000"/>
            </a:lvl1pPr>
            <a:lvl2pPr algn="ctr">
              <a:lnSpc>
                <a:spcPct val="100000"/>
              </a:lnSpc>
              <a:spcBef>
                <a:spcPts val="0"/>
              </a:spcBef>
              <a:spcAft>
                <a:spcPts val="0"/>
              </a:spcAft>
              <a:buSzPts val="2400"/>
              <a:buNone/>
              <a:defRPr sz="3000"/>
            </a:lvl2pPr>
            <a:lvl3pPr algn="ctr">
              <a:lnSpc>
                <a:spcPct val="100000"/>
              </a:lnSpc>
              <a:spcBef>
                <a:spcPts val="0"/>
              </a:spcBef>
              <a:spcAft>
                <a:spcPts val="0"/>
              </a:spcAft>
              <a:buSzPts val="2400"/>
              <a:buNone/>
              <a:defRPr sz="3000"/>
            </a:lvl3pPr>
            <a:lvl4pPr algn="ctr">
              <a:lnSpc>
                <a:spcPct val="100000"/>
              </a:lnSpc>
              <a:spcBef>
                <a:spcPts val="0"/>
              </a:spcBef>
              <a:spcAft>
                <a:spcPts val="0"/>
              </a:spcAft>
              <a:buSzPts val="2400"/>
              <a:buNone/>
              <a:defRPr sz="3000"/>
            </a:lvl4pPr>
            <a:lvl5pPr algn="ctr">
              <a:lnSpc>
                <a:spcPct val="100000"/>
              </a:lnSpc>
              <a:spcBef>
                <a:spcPts val="0"/>
              </a:spcBef>
              <a:spcAft>
                <a:spcPts val="0"/>
              </a:spcAft>
              <a:buSzPts val="2400"/>
              <a:buNone/>
              <a:defRPr sz="3000"/>
            </a:lvl5pPr>
            <a:lvl6pPr algn="ctr">
              <a:lnSpc>
                <a:spcPct val="100000"/>
              </a:lnSpc>
              <a:spcBef>
                <a:spcPts val="0"/>
              </a:spcBef>
              <a:spcAft>
                <a:spcPts val="0"/>
              </a:spcAft>
              <a:buSzPts val="2400"/>
              <a:buNone/>
              <a:defRPr sz="3000"/>
            </a:lvl6pPr>
            <a:lvl7pPr algn="ctr">
              <a:lnSpc>
                <a:spcPct val="100000"/>
              </a:lnSpc>
              <a:spcBef>
                <a:spcPts val="0"/>
              </a:spcBef>
              <a:spcAft>
                <a:spcPts val="0"/>
              </a:spcAft>
              <a:buSzPts val="2400"/>
              <a:buNone/>
              <a:defRPr sz="3000"/>
            </a:lvl7pPr>
            <a:lvl8pPr algn="ctr">
              <a:lnSpc>
                <a:spcPct val="100000"/>
              </a:lnSpc>
              <a:spcBef>
                <a:spcPts val="0"/>
              </a:spcBef>
              <a:spcAft>
                <a:spcPts val="0"/>
              </a:spcAft>
              <a:buSzPts val="2400"/>
              <a:buNone/>
              <a:defRPr sz="3000"/>
            </a:lvl8pPr>
            <a:lvl9pPr algn="ctr">
              <a:lnSpc>
                <a:spcPct val="100000"/>
              </a:lnSpc>
              <a:spcBef>
                <a:spcPts val="0"/>
              </a:spcBef>
              <a:spcAft>
                <a:spcPts val="0"/>
              </a:spcAft>
              <a:buSzPts val="2400"/>
              <a:buNone/>
              <a:defRPr sz="3000"/>
            </a:lvl9pPr>
          </a:lstStyle>
          <a:p>
            <a:endParaRPr/>
          </a:p>
        </p:txBody>
      </p:sp>
      <p:sp>
        <p:nvSpPr>
          <p:cNvPr id="135" name="Google Shape;135;p35">
            <a:extLst>
              <a:ext uri="{FF2B5EF4-FFF2-40B4-BE49-F238E27FC236}">
                <a16:creationId xmlns:a16="http://schemas.microsoft.com/office/drawing/2014/main" id="{AF8696AA-73B2-4FCB-8421-8D3582C47284}"/>
              </a:ext>
            </a:extLst>
          </p:cNvPr>
          <p:cNvSpPr>
            <a:spLocks noGrp="1"/>
          </p:cNvSpPr>
          <p:nvPr>
            <p:ph type="subTitle" idx="1"/>
          </p:nvPr>
        </p:nvSpPr>
        <p:spPr>
          <a:xfrm>
            <a:off x="868050" y="3562725"/>
            <a:ext cx="7407900" cy="555000"/>
          </a:xfrm>
          <a:prstGeom prst="rect">
            <a:avLst/>
          </a:prstGeom>
          <a:noFill/>
          <a:ln>
            <a:noFill/>
          </a:ln>
        </p:spPr>
        <p:txBody>
          <a:bodyPr spcFirstLastPara="1" wrap="square" lIns="0" tIns="45700" rIns="91425" bIns="45700" anchor="t">
            <a:noAutofit/>
          </a:bodyPr>
          <a:lstStyle>
            <a:lvl1pPr algn="ctr">
              <a:lnSpc>
                <a:spcPct val="100000"/>
              </a:lnSpc>
              <a:spcBef>
                <a:spcPts val="800"/>
              </a:spcBef>
              <a:spcAft>
                <a:spcPts val="0"/>
              </a:spcAft>
              <a:buSzPts val="1400"/>
              <a:buNone/>
              <a:defRPr>
                <a:solidFill>
                  <a:schemeClr val="dk2"/>
                </a:solidFill>
              </a:defRPr>
            </a:lvl1pPr>
            <a:lvl2pPr algn="ctr">
              <a:lnSpc>
                <a:spcPct val="100000"/>
              </a:lnSpc>
              <a:spcBef>
                <a:spcPts val="800"/>
              </a:spcBef>
              <a:spcAft>
                <a:spcPts val="0"/>
              </a:spcAft>
              <a:buSzPts val="1400"/>
              <a:buNone/>
              <a:defRPr>
                <a:solidFill>
                  <a:schemeClr val="dk2"/>
                </a:solidFill>
              </a:defRPr>
            </a:lvl2pPr>
            <a:lvl3pPr algn="ctr">
              <a:lnSpc>
                <a:spcPct val="100000"/>
              </a:lnSpc>
              <a:spcBef>
                <a:spcPts val="800"/>
              </a:spcBef>
              <a:spcAft>
                <a:spcPts val="0"/>
              </a:spcAft>
              <a:buSzPts val="1400"/>
              <a:buNone/>
              <a:defRPr>
                <a:solidFill>
                  <a:schemeClr val="dk2"/>
                </a:solidFill>
              </a:defRPr>
            </a:lvl3pPr>
            <a:lvl4pPr algn="ctr">
              <a:lnSpc>
                <a:spcPct val="100000"/>
              </a:lnSpc>
              <a:spcBef>
                <a:spcPts val="800"/>
              </a:spcBef>
              <a:spcAft>
                <a:spcPts val="0"/>
              </a:spcAft>
              <a:buSzPts val="1400"/>
              <a:buNone/>
              <a:defRPr>
                <a:solidFill>
                  <a:schemeClr val="dk2"/>
                </a:solidFill>
              </a:defRPr>
            </a:lvl4pPr>
            <a:lvl5pPr algn="ctr">
              <a:lnSpc>
                <a:spcPct val="100000"/>
              </a:lnSpc>
              <a:spcBef>
                <a:spcPts val="800"/>
              </a:spcBef>
              <a:spcAft>
                <a:spcPts val="0"/>
              </a:spcAft>
              <a:buSzPts val="1400"/>
              <a:buNone/>
              <a:defRPr>
                <a:solidFill>
                  <a:schemeClr val="dk2"/>
                </a:solidFill>
              </a:defRPr>
            </a:lvl5pPr>
            <a:lvl6pPr algn="ctr">
              <a:lnSpc>
                <a:spcPct val="100000"/>
              </a:lnSpc>
              <a:spcBef>
                <a:spcPts val="800"/>
              </a:spcBef>
              <a:spcAft>
                <a:spcPts val="0"/>
              </a:spcAft>
              <a:buSzPts val="1400"/>
              <a:buNone/>
              <a:defRPr>
                <a:solidFill>
                  <a:schemeClr val="dk2"/>
                </a:solidFill>
              </a:defRPr>
            </a:lvl6pPr>
            <a:lvl7pPr algn="ctr">
              <a:lnSpc>
                <a:spcPct val="100000"/>
              </a:lnSpc>
              <a:spcBef>
                <a:spcPts val="800"/>
              </a:spcBef>
              <a:spcAft>
                <a:spcPts val="0"/>
              </a:spcAft>
              <a:buSzPts val="1400"/>
              <a:buNone/>
              <a:defRPr>
                <a:solidFill>
                  <a:schemeClr val="dk2"/>
                </a:solidFill>
              </a:defRPr>
            </a:lvl7pPr>
            <a:lvl8pPr algn="ctr">
              <a:lnSpc>
                <a:spcPct val="100000"/>
              </a:lnSpc>
              <a:spcBef>
                <a:spcPts val="800"/>
              </a:spcBef>
              <a:spcAft>
                <a:spcPts val="0"/>
              </a:spcAft>
              <a:buSzPts val="1400"/>
              <a:buNone/>
              <a:defRPr>
                <a:solidFill>
                  <a:schemeClr val="dk2"/>
                </a:solidFill>
              </a:defRPr>
            </a:lvl8pPr>
            <a:lvl9pPr algn="ctr">
              <a:lnSpc>
                <a:spcPct val="100000"/>
              </a:lnSpc>
              <a:spcBef>
                <a:spcPts val="800"/>
              </a:spcBef>
              <a:spcAft>
                <a:spcPts val="0"/>
              </a:spcAft>
              <a:buSzPts val="1400"/>
              <a:buNone/>
              <a:defRPr>
                <a:solidFill>
                  <a:schemeClr val="dk2"/>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Border_Light Gray">
  <p:cSld name="Border_Powder_1">
    <p:bg>
      <p:bgPr>
        <a:solidFill>
          <a:schemeClr val="lt1"/>
        </a:solidFill>
        <a:effectLst/>
      </p:bgPr>
    </p:bg>
    <p:spTree>
      <p:nvGrpSpPr>
        <p:cNvPr id="1" name=""/>
        <p:cNvGrpSpPr/>
        <p:nvPr/>
      </p:nvGrpSpPr>
      <p:grpSpPr>
        <a:xfrm>
          <a:off x="0" y="0"/>
          <a:ext cx="0" cy="0"/>
          <a:chOff x="0" y="0"/>
          <a:chExt cx="0" cy="0"/>
        </a:xfrm>
      </p:grpSpPr>
      <p:sp>
        <p:nvSpPr>
          <p:cNvPr id="137" name="Google Shape;137;p36">
            <a:extLst>
              <a:ext uri="{FF2B5EF4-FFF2-40B4-BE49-F238E27FC236}">
                <a16:creationId xmlns:a16="http://schemas.microsoft.com/office/drawing/2014/main" id="{D6D24D82-E35F-435C-A955-3A4CAFDF6888}"/>
              </a:ext>
            </a:extLst>
          </p:cNvPr>
          <p:cNvSpPr>
            <a:spLocks noGrp="1"/>
          </p:cNvSpPr>
          <p:nvPr/>
        </p:nvSpPr>
        <p:spPr>
          <a:xfrm>
            <a:off x="242850" y="210150"/>
            <a:ext cx="8658300" cy="4723200"/>
          </a:xfrm>
          <a:prstGeom prst="roundRect">
            <a:avLst>
              <a:gd name="adj" fmla="val 2277"/>
            </a:avLst>
          </a:prstGeom>
          <a:solidFill>
            <a:srgbClr val="F3F3F3"/>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chemeClr val="dk1"/>
              </a:buClr>
              <a:buSzPts val="1400"/>
              <a:buFont typeface="Calibri"/>
              <a:buNone/>
            </a:pPr>
            <a:endParaRPr sz="1400" b="0" i="0" u="none" cap="none">
              <a:solidFill>
                <a:schemeClr val="dk1"/>
              </a:solidFill>
              <a:latin typeface="Calibri"/>
              <a:ea typeface="Calibri"/>
              <a:cs typeface="Calibri"/>
            </a:endParaRPr>
          </a:p>
        </p:txBody>
      </p:sp>
      <p:sp>
        <p:nvSpPr>
          <p:cNvPr id="138" name="Google Shape;138;p36">
            <a:extLst>
              <a:ext uri="{FF2B5EF4-FFF2-40B4-BE49-F238E27FC236}">
                <a16:creationId xmlns:a16="http://schemas.microsoft.com/office/drawing/2014/main" id="{44794A3D-DC11-44AA-B88F-6333C5B0C549}"/>
              </a:ext>
            </a:extLst>
          </p:cNvPr>
          <p:cNvSpPr>
            <a:spLocks noGrp="1"/>
          </p:cNvSpPr>
          <p:nvPr>
            <p:ph type="title"/>
          </p:nvPr>
        </p:nvSpPr>
        <p:spPr>
          <a:xfrm>
            <a:off x="868050" y="1283800"/>
            <a:ext cx="7407900" cy="2149800"/>
          </a:xfrm>
          <a:prstGeom prst="rect">
            <a:avLst/>
          </a:prstGeom>
          <a:noFill/>
          <a:ln>
            <a:noFill/>
          </a:ln>
        </p:spPr>
        <p:txBody>
          <a:bodyPr spcFirstLastPara="1" wrap="square" lIns="0" tIns="45700" rIns="91425" bIns="45700" anchor="b">
            <a:noAutofit/>
          </a:bodyPr>
          <a:lstStyle>
            <a:lvl1pPr algn="ctr">
              <a:lnSpc>
                <a:spcPct val="90000"/>
              </a:lnSpc>
              <a:spcBef>
                <a:spcPts val="0"/>
              </a:spcBef>
              <a:spcAft>
                <a:spcPts val="0"/>
              </a:spcAft>
              <a:buSzPts val="2400"/>
              <a:buNone/>
              <a:defRPr sz="3000"/>
            </a:lvl1pPr>
            <a:lvl2pPr algn="ctr">
              <a:lnSpc>
                <a:spcPct val="100000"/>
              </a:lnSpc>
              <a:spcBef>
                <a:spcPts val="0"/>
              </a:spcBef>
              <a:spcAft>
                <a:spcPts val="0"/>
              </a:spcAft>
              <a:buSzPts val="2400"/>
              <a:buNone/>
              <a:defRPr sz="3000"/>
            </a:lvl2pPr>
            <a:lvl3pPr algn="ctr">
              <a:lnSpc>
                <a:spcPct val="100000"/>
              </a:lnSpc>
              <a:spcBef>
                <a:spcPts val="0"/>
              </a:spcBef>
              <a:spcAft>
                <a:spcPts val="0"/>
              </a:spcAft>
              <a:buSzPts val="2400"/>
              <a:buNone/>
              <a:defRPr sz="3000"/>
            </a:lvl3pPr>
            <a:lvl4pPr algn="ctr">
              <a:lnSpc>
                <a:spcPct val="100000"/>
              </a:lnSpc>
              <a:spcBef>
                <a:spcPts val="0"/>
              </a:spcBef>
              <a:spcAft>
                <a:spcPts val="0"/>
              </a:spcAft>
              <a:buSzPts val="2400"/>
              <a:buNone/>
              <a:defRPr sz="3000"/>
            </a:lvl4pPr>
            <a:lvl5pPr algn="ctr">
              <a:lnSpc>
                <a:spcPct val="100000"/>
              </a:lnSpc>
              <a:spcBef>
                <a:spcPts val="0"/>
              </a:spcBef>
              <a:spcAft>
                <a:spcPts val="0"/>
              </a:spcAft>
              <a:buSzPts val="2400"/>
              <a:buNone/>
              <a:defRPr sz="3000"/>
            </a:lvl5pPr>
            <a:lvl6pPr algn="ctr">
              <a:lnSpc>
                <a:spcPct val="100000"/>
              </a:lnSpc>
              <a:spcBef>
                <a:spcPts val="0"/>
              </a:spcBef>
              <a:spcAft>
                <a:spcPts val="0"/>
              </a:spcAft>
              <a:buSzPts val="2400"/>
              <a:buNone/>
              <a:defRPr sz="3000"/>
            </a:lvl6pPr>
            <a:lvl7pPr algn="ctr">
              <a:lnSpc>
                <a:spcPct val="100000"/>
              </a:lnSpc>
              <a:spcBef>
                <a:spcPts val="0"/>
              </a:spcBef>
              <a:spcAft>
                <a:spcPts val="0"/>
              </a:spcAft>
              <a:buSzPts val="2400"/>
              <a:buNone/>
              <a:defRPr sz="3000"/>
            </a:lvl7pPr>
            <a:lvl8pPr algn="ctr">
              <a:lnSpc>
                <a:spcPct val="100000"/>
              </a:lnSpc>
              <a:spcBef>
                <a:spcPts val="0"/>
              </a:spcBef>
              <a:spcAft>
                <a:spcPts val="0"/>
              </a:spcAft>
              <a:buSzPts val="2400"/>
              <a:buNone/>
              <a:defRPr sz="3000"/>
            </a:lvl8pPr>
            <a:lvl9pPr algn="ctr">
              <a:lnSpc>
                <a:spcPct val="100000"/>
              </a:lnSpc>
              <a:spcBef>
                <a:spcPts val="0"/>
              </a:spcBef>
              <a:spcAft>
                <a:spcPts val="0"/>
              </a:spcAft>
              <a:buSzPts val="2400"/>
              <a:buNone/>
              <a:defRPr sz="3000"/>
            </a:lvl9pPr>
          </a:lstStyle>
          <a:p>
            <a:endParaRPr/>
          </a:p>
        </p:txBody>
      </p:sp>
      <p:sp>
        <p:nvSpPr>
          <p:cNvPr id="139" name="Google Shape;139;p36">
            <a:extLst>
              <a:ext uri="{FF2B5EF4-FFF2-40B4-BE49-F238E27FC236}">
                <a16:creationId xmlns:a16="http://schemas.microsoft.com/office/drawing/2014/main" id="{4982936C-57DA-4339-AA26-18DB0A5E1FBD}"/>
              </a:ext>
            </a:extLst>
          </p:cNvPr>
          <p:cNvSpPr>
            <a:spLocks noGrp="1"/>
          </p:cNvSpPr>
          <p:nvPr>
            <p:ph type="subTitle" idx="1"/>
          </p:nvPr>
        </p:nvSpPr>
        <p:spPr>
          <a:xfrm>
            <a:off x="868050" y="3562725"/>
            <a:ext cx="7407900" cy="555000"/>
          </a:xfrm>
          <a:prstGeom prst="rect">
            <a:avLst/>
          </a:prstGeom>
          <a:noFill/>
          <a:ln>
            <a:noFill/>
          </a:ln>
        </p:spPr>
        <p:txBody>
          <a:bodyPr spcFirstLastPara="1" wrap="square" lIns="0" tIns="45700" rIns="91425" bIns="45700" anchor="t">
            <a:noAutofit/>
          </a:bodyPr>
          <a:lstStyle>
            <a:lvl1pPr algn="ctr">
              <a:lnSpc>
                <a:spcPct val="100000"/>
              </a:lnSpc>
              <a:spcBef>
                <a:spcPts val="800"/>
              </a:spcBef>
              <a:spcAft>
                <a:spcPts val="0"/>
              </a:spcAft>
              <a:buSzPts val="1400"/>
              <a:buNone/>
              <a:defRPr>
                <a:solidFill>
                  <a:schemeClr val="dk2"/>
                </a:solidFill>
              </a:defRPr>
            </a:lvl1pPr>
            <a:lvl2pPr algn="ctr">
              <a:lnSpc>
                <a:spcPct val="100000"/>
              </a:lnSpc>
              <a:spcBef>
                <a:spcPts val="800"/>
              </a:spcBef>
              <a:spcAft>
                <a:spcPts val="0"/>
              </a:spcAft>
              <a:buSzPts val="1400"/>
              <a:buNone/>
              <a:defRPr>
                <a:solidFill>
                  <a:schemeClr val="dk2"/>
                </a:solidFill>
              </a:defRPr>
            </a:lvl2pPr>
            <a:lvl3pPr algn="ctr">
              <a:lnSpc>
                <a:spcPct val="100000"/>
              </a:lnSpc>
              <a:spcBef>
                <a:spcPts val="800"/>
              </a:spcBef>
              <a:spcAft>
                <a:spcPts val="0"/>
              </a:spcAft>
              <a:buSzPts val="1400"/>
              <a:buNone/>
              <a:defRPr>
                <a:solidFill>
                  <a:schemeClr val="dk2"/>
                </a:solidFill>
              </a:defRPr>
            </a:lvl3pPr>
            <a:lvl4pPr algn="ctr">
              <a:lnSpc>
                <a:spcPct val="100000"/>
              </a:lnSpc>
              <a:spcBef>
                <a:spcPts val="800"/>
              </a:spcBef>
              <a:spcAft>
                <a:spcPts val="0"/>
              </a:spcAft>
              <a:buSzPts val="1400"/>
              <a:buNone/>
              <a:defRPr>
                <a:solidFill>
                  <a:schemeClr val="dk2"/>
                </a:solidFill>
              </a:defRPr>
            </a:lvl4pPr>
            <a:lvl5pPr algn="ctr">
              <a:lnSpc>
                <a:spcPct val="100000"/>
              </a:lnSpc>
              <a:spcBef>
                <a:spcPts val="800"/>
              </a:spcBef>
              <a:spcAft>
                <a:spcPts val="0"/>
              </a:spcAft>
              <a:buSzPts val="1400"/>
              <a:buNone/>
              <a:defRPr>
                <a:solidFill>
                  <a:schemeClr val="dk2"/>
                </a:solidFill>
              </a:defRPr>
            </a:lvl5pPr>
            <a:lvl6pPr algn="ctr">
              <a:lnSpc>
                <a:spcPct val="100000"/>
              </a:lnSpc>
              <a:spcBef>
                <a:spcPts val="800"/>
              </a:spcBef>
              <a:spcAft>
                <a:spcPts val="0"/>
              </a:spcAft>
              <a:buSzPts val="1400"/>
              <a:buNone/>
              <a:defRPr>
                <a:solidFill>
                  <a:schemeClr val="dk2"/>
                </a:solidFill>
              </a:defRPr>
            </a:lvl6pPr>
            <a:lvl7pPr algn="ctr">
              <a:lnSpc>
                <a:spcPct val="100000"/>
              </a:lnSpc>
              <a:spcBef>
                <a:spcPts val="800"/>
              </a:spcBef>
              <a:spcAft>
                <a:spcPts val="0"/>
              </a:spcAft>
              <a:buSzPts val="1400"/>
              <a:buNone/>
              <a:defRPr>
                <a:solidFill>
                  <a:schemeClr val="dk2"/>
                </a:solidFill>
              </a:defRPr>
            </a:lvl7pPr>
            <a:lvl8pPr algn="ctr">
              <a:lnSpc>
                <a:spcPct val="100000"/>
              </a:lnSpc>
              <a:spcBef>
                <a:spcPts val="800"/>
              </a:spcBef>
              <a:spcAft>
                <a:spcPts val="0"/>
              </a:spcAft>
              <a:buSzPts val="1400"/>
              <a:buNone/>
              <a:defRPr>
                <a:solidFill>
                  <a:schemeClr val="dk2"/>
                </a:solidFill>
              </a:defRPr>
            </a:lvl8pPr>
            <a:lvl9pPr algn="ctr">
              <a:lnSpc>
                <a:spcPct val="100000"/>
              </a:lnSpc>
              <a:spcBef>
                <a:spcPts val="800"/>
              </a:spcBef>
              <a:spcAft>
                <a:spcPts val="0"/>
              </a:spcAft>
              <a:buSzPts val="1400"/>
              <a:buNone/>
              <a:defRPr>
                <a:solidFill>
                  <a:schemeClr val="dk2"/>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07 Title&amp;Content_33/66_blue">
  <p:cSld name="1_Title and Content_2_1_2_1_2_1">
    <p:spTree>
      <p:nvGrpSpPr>
        <p:cNvPr id="1" name=""/>
        <p:cNvGrpSpPr/>
        <p:nvPr/>
      </p:nvGrpSpPr>
      <p:grpSpPr>
        <a:xfrm>
          <a:off x="0" y="0"/>
          <a:ext cx="0" cy="0"/>
          <a:chOff x="0" y="0"/>
          <a:chExt cx="0" cy="0"/>
        </a:xfrm>
      </p:grpSpPr>
      <p:sp>
        <p:nvSpPr>
          <p:cNvPr id="141" name="Google Shape;141;p37">
            <a:extLst>
              <a:ext uri="{FF2B5EF4-FFF2-40B4-BE49-F238E27FC236}">
                <a16:creationId xmlns:a16="http://schemas.microsoft.com/office/drawing/2014/main" id="{6436379C-4019-45FA-9EBB-B72B94C423A3}"/>
              </a:ext>
            </a:extLst>
          </p:cNvPr>
          <p:cNvSpPr>
            <a:spLocks noGrp="1"/>
          </p:cNvSpPr>
          <p:nvPr/>
        </p:nvSpPr>
        <p:spPr>
          <a:xfrm>
            <a:off x="0" y="0"/>
            <a:ext cx="3282000" cy="5143500"/>
          </a:xfrm>
          <a:prstGeom prst="rect">
            <a:avLst/>
          </a:prstGeom>
          <a:solidFill>
            <a:srgbClr val="D7EFF6"/>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42" name="Google Shape;142;p37">
            <a:extLst>
              <a:ext uri="{FF2B5EF4-FFF2-40B4-BE49-F238E27FC236}">
                <a16:creationId xmlns:a16="http://schemas.microsoft.com/office/drawing/2014/main" id="{CB067B19-8844-4B38-9F0F-2CFB95F71856}"/>
              </a:ext>
            </a:extLst>
          </p:cNvPr>
          <p:cNvSpPr>
            <a:spLocks noGrp="1"/>
          </p:cNvSpPr>
          <p:nvPr>
            <p:ph type="title"/>
          </p:nvPr>
        </p:nvSpPr>
        <p:spPr>
          <a:xfrm>
            <a:off x="3631500" y="685800"/>
            <a:ext cx="5180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SzPts val="3000"/>
              <a:buNone/>
              <a:defRPr sz="3000" i="0" u="none" cap="none"/>
            </a:lvl1pPr>
            <a:lvl2pPr marR="0" algn="l">
              <a:lnSpc>
                <a:spcPct val="100000"/>
              </a:lnSpc>
              <a:spcBef>
                <a:spcPts val="0"/>
              </a:spcBef>
              <a:spcAft>
                <a:spcPts val="0"/>
              </a:spcAft>
              <a:buClr>
                <a:schemeClr val="dk2"/>
              </a:buClr>
              <a:buSzPts val="3000"/>
              <a:buNone/>
              <a:defRPr sz="3000" i="0" u="none" cap="none">
                <a:solidFill>
                  <a:schemeClr val="dk2"/>
                </a:solidFill>
              </a:defRPr>
            </a:lvl2pPr>
            <a:lvl3pPr marR="0" algn="l">
              <a:lnSpc>
                <a:spcPct val="100000"/>
              </a:lnSpc>
              <a:spcBef>
                <a:spcPts val="0"/>
              </a:spcBef>
              <a:spcAft>
                <a:spcPts val="0"/>
              </a:spcAft>
              <a:buClr>
                <a:schemeClr val="dk2"/>
              </a:buClr>
              <a:buSzPts val="3000"/>
              <a:buNone/>
              <a:defRPr sz="3000" i="0" u="none" cap="none">
                <a:solidFill>
                  <a:schemeClr val="dk2"/>
                </a:solidFill>
              </a:defRPr>
            </a:lvl3pPr>
            <a:lvl4pPr marR="0" algn="l">
              <a:lnSpc>
                <a:spcPct val="100000"/>
              </a:lnSpc>
              <a:spcBef>
                <a:spcPts val="0"/>
              </a:spcBef>
              <a:spcAft>
                <a:spcPts val="0"/>
              </a:spcAft>
              <a:buClr>
                <a:schemeClr val="dk2"/>
              </a:buClr>
              <a:buSzPts val="3000"/>
              <a:buNone/>
              <a:defRPr sz="3000" i="0" u="none" cap="none">
                <a:solidFill>
                  <a:schemeClr val="dk2"/>
                </a:solidFill>
              </a:defRPr>
            </a:lvl4pPr>
            <a:lvl5pPr marR="0" algn="l">
              <a:lnSpc>
                <a:spcPct val="100000"/>
              </a:lnSpc>
              <a:spcBef>
                <a:spcPts val="0"/>
              </a:spcBef>
              <a:spcAft>
                <a:spcPts val="0"/>
              </a:spcAft>
              <a:buClr>
                <a:schemeClr val="dk2"/>
              </a:buClr>
              <a:buSzPts val="3000"/>
              <a:buNone/>
              <a:defRPr sz="3000" i="0" u="none" cap="none">
                <a:solidFill>
                  <a:schemeClr val="dk2"/>
                </a:solidFill>
              </a:defRPr>
            </a:lvl5pPr>
            <a:lvl6pPr marR="0" algn="l">
              <a:lnSpc>
                <a:spcPct val="100000"/>
              </a:lnSpc>
              <a:spcBef>
                <a:spcPts val="0"/>
              </a:spcBef>
              <a:spcAft>
                <a:spcPts val="0"/>
              </a:spcAft>
              <a:buClr>
                <a:schemeClr val="dk2"/>
              </a:buClr>
              <a:buSzPts val="3000"/>
              <a:buNone/>
              <a:defRPr sz="3000" i="0" u="none" cap="none">
                <a:solidFill>
                  <a:schemeClr val="dk2"/>
                </a:solidFill>
              </a:defRPr>
            </a:lvl6pPr>
            <a:lvl7pPr marR="0" algn="l">
              <a:lnSpc>
                <a:spcPct val="100000"/>
              </a:lnSpc>
              <a:spcBef>
                <a:spcPts val="0"/>
              </a:spcBef>
              <a:spcAft>
                <a:spcPts val="0"/>
              </a:spcAft>
              <a:buClr>
                <a:schemeClr val="dk2"/>
              </a:buClr>
              <a:buSzPts val="3000"/>
              <a:buNone/>
              <a:defRPr sz="3000" i="0" u="none" cap="none">
                <a:solidFill>
                  <a:schemeClr val="dk2"/>
                </a:solidFill>
              </a:defRPr>
            </a:lvl7pPr>
            <a:lvl8pPr marR="0" algn="l">
              <a:lnSpc>
                <a:spcPct val="100000"/>
              </a:lnSpc>
              <a:spcBef>
                <a:spcPts val="0"/>
              </a:spcBef>
              <a:spcAft>
                <a:spcPts val="0"/>
              </a:spcAft>
              <a:buClr>
                <a:schemeClr val="dk2"/>
              </a:buClr>
              <a:buSzPts val="3000"/>
              <a:buNone/>
              <a:defRPr sz="3000" i="0" u="none" cap="none">
                <a:solidFill>
                  <a:schemeClr val="dk2"/>
                </a:solidFill>
              </a:defRPr>
            </a:lvl8pPr>
            <a:lvl9pPr marR="0" algn="l">
              <a:lnSpc>
                <a:spcPct val="100000"/>
              </a:lnSpc>
              <a:spcBef>
                <a:spcPts val="0"/>
              </a:spcBef>
              <a:spcAft>
                <a:spcPts val="0"/>
              </a:spcAft>
              <a:buClr>
                <a:schemeClr val="dk2"/>
              </a:buClr>
              <a:buSzPts val="3000"/>
              <a:buNone/>
              <a:defRPr sz="3000" i="0" u="none" cap="none">
                <a:solidFill>
                  <a:schemeClr val="dk2"/>
                </a:solidFill>
              </a:defRPr>
            </a:lvl9pPr>
          </a:lstStyle>
          <a:p>
            <a:endParaRPr/>
          </a:p>
        </p:txBody>
      </p:sp>
      <p:sp>
        <p:nvSpPr>
          <p:cNvPr id="143" name="Google Shape;143;p37">
            <a:extLst>
              <a:ext uri="{FF2B5EF4-FFF2-40B4-BE49-F238E27FC236}">
                <a16:creationId xmlns:a16="http://schemas.microsoft.com/office/drawing/2014/main" id="{A6B24358-02EA-4A73-BDB1-D41D91A78D8B}"/>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Char char="●"/>
              <a:defRPr sz="1800" i="0" u="none" cap="none">
                <a:solidFill>
                  <a:srgbClr val="000000"/>
                </a:solidFill>
              </a:defRPr>
            </a:lvl1pPr>
            <a:lvl2pPr marL="914400" marR="0" indent="-317500" algn="l">
              <a:lnSpc>
                <a:spcPct val="115000"/>
              </a:lnSpc>
              <a:spcBef>
                <a:spcPts val="1000"/>
              </a:spcBef>
              <a:spcAft>
                <a:spcPts val="0"/>
              </a:spcAft>
              <a:buClr>
                <a:srgbClr val="000000"/>
              </a:buClr>
              <a:buSzPts val="1400"/>
              <a:buFont typeface="Montserrat Light"/>
              <a:buChar char="○"/>
              <a:defRPr sz="1400" i="0" u="none" cap="none">
                <a:solidFill>
                  <a:srgbClr val="000000"/>
                </a:solidFill>
                <a:latin typeface="Montserrat Light"/>
                <a:ea typeface="Montserrat Light"/>
                <a:cs typeface="Montserrat Light"/>
              </a:defRPr>
            </a:lvl2pPr>
            <a:lvl3pPr marL="1371600" marR="0" indent="-304800" algn="l">
              <a:lnSpc>
                <a:spcPct val="115000"/>
              </a:lnSpc>
              <a:spcBef>
                <a:spcPts val="1000"/>
              </a:spcBef>
              <a:spcAft>
                <a:spcPts val="0"/>
              </a:spcAft>
              <a:buClr>
                <a:srgbClr val="000000"/>
              </a:buClr>
              <a:buSzPts val="1200"/>
              <a:buFont typeface="Montserrat Light"/>
              <a:buChar char="■"/>
              <a:defRPr sz="1200" i="0" u="none" cap="none">
                <a:solidFill>
                  <a:srgbClr val="000000"/>
                </a:solidFill>
                <a:latin typeface="Montserrat Light"/>
                <a:ea typeface="Montserrat Light"/>
                <a:cs typeface="Montserrat Light"/>
              </a:defRPr>
            </a:lvl3pPr>
            <a:lvl4pPr marL="18288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4pPr>
            <a:lvl5pPr marL="22860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5pPr>
            <a:lvl6pPr marL="27432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6pPr>
            <a:lvl7pPr marL="32004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7pPr>
            <a:lvl8pPr marL="36576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8pPr>
            <a:lvl9pPr marL="41148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9pPr>
          </a:lstStyle>
          <a:p>
            <a:endParaRPr/>
          </a:p>
        </p:txBody>
      </p:sp>
      <p:sp>
        <p:nvSpPr>
          <p:cNvPr id="144" name="Google Shape;144;p37">
            <a:extLst>
              <a:ext uri="{FF2B5EF4-FFF2-40B4-BE49-F238E27FC236}">
                <a16:creationId xmlns:a16="http://schemas.microsoft.com/office/drawing/2014/main" id="{FB25FDB7-160E-4A51-9CB7-58247E5A00A8}"/>
              </a:ext>
            </a:extLst>
          </p:cNvPr>
          <p:cNvSpPr>
            <a:spLocks noGrp="1"/>
          </p:cNvSpPr>
          <p:nvPr>
            <p:ph type="title" idx="2"/>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SzPts val="3000"/>
              <a:buNone/>
              <a:defRPr sz="3000" i="0" u="none" cap="none"/>
            </a:lvl1pPr>
            <a:lvl2pPr marR="0" algn="l">
              <a:lnSpc>
                <a:spcPct val="100000"/>
              </a:lnSpc>
              <a:spcBef>
                <a:spcPts val="0"/>
              </a:spcBef>
              <a:spcAft>
                <a:spcPts val="0"/>
              </a:spcAft>
              <a:buClr>
                <a:schemeClr val="dk2"/>
              </a:buClr>
              <a:buSzPts val="3000"/>
              <a:buNone/>
              <a:defRPr sz="3000" i="0" u="none" cap="none">
                <a:solidFill>
                  <a:schemeClr val="dk2"/>
                </a:solidFill>
              </a:defRPr>
            </a:lvl2pPr>
            <a:lvl3pPr marR="0" algn="l">
              <a:lnSpc>
                <a:spcPct val="100000"/>
              </a:lnSpc>
              <a:spcBef>
                <a:spcPts val="0"/>
              </a:spcBef>
              <a:spcAft>
                <a:spcPts val="0"/>
              </a:spcAft>
              <a:buClr>
                <a:schemeClr val="dk2"/>
              </a:buClr>
              <a:buSzPts val="3000"/>
              <a:buNone/>
              <a:defRPr sz="3000" i="0" u="none" cap="none">
                <a:solidFill>
                  <a:schemeClr val="dk2"/>
                </a:solidFill>
              </a:defRPr>
            </a:lvl3pPr>
            <a:lvl4pPr marR="0" algn="l">
              <a:lnSpc>
                <a:spcPct val="100000"/>
              </a:lnSpc>
              <a:spcBef>
                <a:spcPts val="0"/>
              </a:spcBef>
              <a:spcAft>
                <a:spcPts val="0"/>
              </a:spcAft>
              <a:buClr>
                <a:schemeClr val="dk2"/>
              </a:buClr>
              <a:buSzPts val="3000"/>
              <a:buNone/>
              <a:defRPr sz="3000" i="0" u="none" cap="none">
                <a:solidFill>
                  <a:schemeClr val="dk2"/>
                </a:solidFill>
              </a:defRPr>
            </a:lvl4pPr>
            <a:lvl5pPr marR="0" algn="l">
              <a:lnSpc>
                <a:spcPct val="100000"/>
              </a:lnSpc>
              <a:spcBef>
                <a:spcPts val="0"/>
              </a:spcBef>
              <a:spcAft>
                <a:spcPts val="0"/>
              </a:spcAft>
              <a:buClr>
                <a:schemeClr val="dk2"/>
              </a:buClr>
              <a:buSzPts val="3000"/>
              <a:buNone/>
              <a:defRPr sz="3000" i="0" u="none" cap="none">
                <a:solidFill>
                  <a:schemeClr val="dk2"/>
                </a:solidFill>
              </a:defRPr>
            </a:lvl5pPr>
            <a:lvl6pPr marR="0" algn="l">
              <a:lnSpc>
                <a:spcPct val="100000"/>
              </a:lnSpc>
              <a:spcBef>
                <a:spcPts val="0"/>
              </a:spcBef>
              <a:spcAft>
                <a:spcPts val="0"/>
              </a:spcAft>
              <a:buClr>
                <a:schemeClr val="dk2"/>
              </a:buClr>
              <a:buSzPts val="3000"/>
              <a:buNone/>
              <a:defRPr sz="3000" i="0" u="none" cap="none">
                <a:solidFill>
                  <a:schemeClr val="dk2"/>
                </a:solidFill>
              </a:defRPr>
            </a:lvl6pPr>
            <a:lvl7pPr marR="0" algn="l">
              <a:lnSpc>
                <a:spcPct val="100000"/>
              </a:lnSpc>
              <a:spcBef>
                <a:spcPts val="0"/>
              </a:spcBef>
              <a:spcAft>
                <a:spcPts val="0"/>
              </a:spcAft>
              <a:buClr>
                <a:schemeClr val="dk2"/>
              </a:buClr>
              <a:buSzPts val="3000"/>
              <a:buNone/>
              <a:defRPr sz="3000" i="0" u="none" cap="none">
                <a:solidFill>
                  <a:schemeClr val="dk2"/>
                </a:solidFill>
              </a:defRPr>
            </a:lvl7pPr>
            <a:lvl8pPr marR="0" algn="l">
              <a:lnSpc>
                <a:spcPct val="100000"/>
              </a:lnSpc>
              <a:spcBef>
                <a:spcPts val="0"/>
              </a:spcBef>
              <a:spcAft>
                <a:spcPts val="0"/>
              </a:spcAft>
              <a:buClr>
                <a:schemeClr val="dk2"/>
              </a:buClr>
              <a:buSzPts val="3000"/>
              <a:buNone/>
              <a:defRPr sz="3000" i="0" u="none" cap="none">
                <a:solidFill>
                  <a:schemeClr val="dk2"/>
                </a:solidFill>
              </a:defRPr>
            </a:lvl8pPr>
            <a:lvl9pPr marR="0" algn="l">
              <a:lnSpc>
                <a:spcPct val="100000"/>
              </a:lnSpc>
              <a:spcBef>
                <a:spcPts val="0"/>
              </a:spcBef>
              <a:spcAft>
                <a:spcPts val="0"/>
              </a:spcAft>
              <a:buClr>
                <a:schemeClr val="dk2"/>
              </a:buClr>
              <a:buSzPts val="3000"/>
              <a:buNone/>
              <a:defRPr sz="3000" i="0" u="none" cap="none">
                <a:solidFill>
                  <a:schemeClr val="dk2"/>
                </a:solidFill>
              </a:defRPr>
            </a:lvl9pPr>
          </a:lstStyle>
          <a:p>
            <a:endParaRPr/>
          </a:p>
        </p:txBody>
      </p:sp>
      <p:sp>
        <p:nvSpPr>
          <p:cNvPr id="145" name="Google Shape;145;p37">
            <a:extLst>
              <a:ext uri="{FF2B5EF4-FFF2-40B4-BE49-F238E27FC236}">
                <a16:creationId xmlns:a16="http://schemas.microsoft.com/office/drawing/2014/main" id="{AAB65E76-0253-49FB-819E-3C5E2A458C9D}"/>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SzPts val="1800"/>
              <a:buChar char="●"/>
              <a:defRPr sz="1800" i="0" u="none" cap="none"/>
            </a:lvl1pPr>
            <a:lvl2pPr marL="914400" marR="0" indent="-317500" algn="l">
              <a:lnSpc>
                <a:spcPct val="115000"/>
              </a:lnSpc>
              <a:spcBef>
                <a:spcPts val="1000"/>
              </a:spcBef>
              <a:spcAft>
                <a:spcPts val="0"/>
              </a:spcAft>
              <a:buSzPts val="1400"/>
              <a:buFont typeface="Montserrat Light"/>
              <a:buChar char="○"/>
              <a:defRPr sz="1400" i="0" u="none" cap="none">
                <a:latin typeface="Montserrat Light"/>
                <a:ea typeface="Montserrat Light"/>
                <a:cs typeface="Montserrat Light"/>
              </a:defRPr>
            </a:lvl2pPr>
            <a:lvl3pPr marL="1371600" marR="0" indent="-304800" algn="l">
              <a:lnSpc>
                <a:spcPct val="115000"/>
              </a:lnSpc>
              <a:spcBef>
                <a:spcPts val="1000"/>
              </a:spcBef>
              <a:spcAft>
                <a:spcPts val="0"/>
              </a:spcAft>
              <a:buSzPts val="1200"/>
              <a:buFont typeface="Montserrat Light"/>
              <a:buChar char="■"/>
              <a:defRPr sz="1200" i="0" u="none" cap="none">
                <a:latin typeface="Montserrat Light"/>
                <a:ea typeface="Montserrat Light"/>
                <a:cs typeface="Montserrat Light"/>
              </a:defRPr>
            </a:lvl3pPr>
            <a:lvl4pPr marL="1828800" marR="0" indent="-279400" algn="l">
              <a:lnSpc>
                <a:spcPct val="115000"/>
              </a:lnSpc>
              <a:spcBef>
                <a:spcPts val="1000"/>
              </a:spcBef>
              <a:spcAft>
                <a:spcPts val="0"/>
              </a:spcAft>
              <a:buSzPts val="800"/>
              <a:buFont typeface="Montserrat Light"/>
              <a:buChar char="●"/>
              <a:defRPr sz="800" i="0" u="none" cap="none">
                <a:latin typeface="Montserrat Light"/>
                <a:ea typeface="Montserrat Light"/>
                <a:cs typeface="Montserrat Light"/>
              </a:defRPr>
            </a:lvl4pPr>
            <a:lvl5pPr marL="2286000" marR="0" indent="-279400" algn="l">
              <a:lnSpc>
                <a:spcPct val="115000"/>
              </a:lnSpc>
              <a:spcBef>
                <a:spcPts val="1000"/>
              </a:spcBef>
              <a:spcAft>
                <a:spcPts val="0"/>
              </a:spcAft>
              <a:buSzPts val="800"/>
              <a:buFont typeface="Montserrat Light"/>
              <a:buChar char="○"/>
              <a:defRPr sz="800" i="0" u="none" cap="none">
                <a:latin typeface="Montserrat Light"/>
                <a:ea typeface="Montserrat Light"/>
                <a:cs typeface="Montserrat Light"/>
              </a:defRPr>
            </a:lvl5pPr>
            <a:lvl6pPr marL="2743200" marR="0" indent="-279400" algn="l">
              <a:lnSpc>
                <a:spcPct val="115000"/>
              </a:lnSpc>
              <a:spcBef>
                <a:spcPts val="1000"/>
              </a:spcBef>
              <a:spcAft>
                <a:spcPts val="0"/>
              </a:spcAft>
              <a:buSzPts val="800"/>
              <a:buFont typeface="Montserrat Light"/>
              <a:buChar char="■"/>
              <a:defRPr sz="800" i="0" u="none" cap="none">
                <a:latin typeface="Montserrat Light"/>
                <a:ea typeface="Montserrat Light"/>
                <a:cs typeface="Montserrat Light"/>
              </a:defRPr>
            </a:lvl6pPr>
            <a:lvl7pPr marL="3200400" marR="0" indent="-279400" algn="l">
              <a:lnSpc>
                <a:spcPct val="115000"/>
              </a:lnSpc>
              <a:spcBef>
                <a:spcPts val="1000"/>
              </a:spcBef>
              <a:spcAft>
                <a:spcPts val="0"/>
              </a:spcAft>
              <a:buSzPts val="800"/>
              <a:buFont typeface="Montserrat Light"/>
              <a:buChar char="●"/>
              <a:defRPr sz="800" i="0" u="none" cap="none">
                <a:latin typeface="Montserrat Light"/>
                <a:ea typeface="Montserrat Light"/>
                <a:cs typeface="Montserrat Light"/>
              </a:defRPr>
            </a:lvl7pPr>
            <a:lvl8pPr marL="3657600" marR="0" indent="-279400" algn="l">
              <a:lnSpc>
                <a:spcPct val="115000"/>
              </a:lnSpc>
              <a:spcBef>
                <a:spcPts val="1000"/>
              </a:spcBef>
              <a:spcAft>
                <a:spcPts val="0"/>
              </a:spcAft>
              <a:buSzPts val="800"/>
              <a:buFont typeface="Montserrat Light"/>
              <a:buChar char="○"/>
              <a:defRPr sz="800" i="0" u="none" cap="none">
                <a:latin typeface="Montserrat Light"/>
                <a:ea typeface="Montserrat Light"/>
                <a:cs typeface="Montserrat Light"/>
              </a:defRPr>
            </a:lvl8pPr>
            <a:lvl9pPr marL="4114800" marR="0" indent="-279400" algn="l">
              <a:lnSpc>
                <a:spcPct val="115000"/>
              </a:lnSpc>
              <a:spcBef>
                <a:spcPts val="1000"/>
              </a:spcBef>
              <a:spcAft>
                <a:spcPts val="0"/>
              </a:spcAft>
              <a:buSzPts val="800"/>
              <a:buFont typeface="Montserrat Light"/>
              <a:buChar char="■"/>
              <a:defRPr sz="800" i="0" u="none" cap="none">
                <a:latin typeface="Montserrat Light"/>
                <a:ea typeface="Montserrat Light"/>
                <a:cs typeface="Montserrat Light"/>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06 Title&amp;Content_50/50_gradient/white_whitetext">
  <p:cSld name="TITLE_ONLY_1_2_1_1">
    <p:spTree>
      <p:nvGrpSpPr>
        <p:cNvPr id="1" name=""/>
        <p:cNvGrpSpPr/>
        <p:nvPr/>
      </p:nvGrpSpPr>
      <p:grpSpPr>
        <a:xfrm>
          <a:off x="0" y="0"/>
          <a:ext cx="0" cy="0"/>
          <a:chOff x="0" y="0"/>
          <a:chExt cx="0" cy="0"/>
        </a:xfrm>
      </p:grpSpPr>
      <p:sp>
        <p:nvSpPr>
          <p:cNvPr id="147" name="Google Shape;147;p38">
            <a:extLst>
              <a:ext uri="{FF2B5EF4-FFF2-40B4-BE49-F238E27FC236}">
                <a16:creationId xmlns:a16="http://schemas.microsoft.com/office/drawing/2014/main" id="{20B0B424-A3BF-4096-83B4-E2BC33B6C283}"/>
              </a:ext>
            </a:extLst>
          </p:cNvPr>
          <p:cNvSpPr>
            <a:spLocks noGrp="1"/>
          </p:cNvSpPr>
          <p:nvPr/>
        </p:nvSpPr>
        <p:spPr>
          <a:xfrm>
            <a:off x="-50" y="0"/>
            <a:ext cx="9144000" cy="5143500"/>
          </a:xfrm>
          <a:prstGeom prst="rect">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48" name="Google Shape;148;p38">
            <a:extLst>
              <a:ext uri="{FF2B5EF4-FFF2-40B4-BE49-F238E27FC236}">
                <a16:creationId xmlns:a16="http://schemas.microsoft.com/office/drawing/2014/main" id="{640F0A10-645E-4AB0-9BBC-F4D1232F47C5}"/>
              </a:ext>
            </a:extLst>
          </p:cNvPr>
          <p:cNvSpPr>
            <a:spLocks noGrp="1"/>
          </p:cNvSpPr>
          <p:nvPr/>
        </p:nvSpPr>
        <p:spPr>
          <a:xfrm>
            <a:off x="4571950" y="0"/>
            <a:ext cx="457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179" name="Google Shape;150;p38"/>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151" name="Google Shape;151;p38">
            <a:extLst>
              <a:ext uri="{FF2B5EF4-FFF2-40B4-BE49-F238E27FC236}">
                <a16:creationId xmlns:a16="http://schemas.microsoft.com/office/drawing/2014/main" id="{FD363EC2-DB7C-49B2-8A83-1C2FB48C3499}"/>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lt1"/>
              </a:buClr>
              <a:buSzPts val="2400"/>
              <a:buFont typeface="Arial"/>
              <a:buNone/>
              <a:defRPr>
                <a:solidFill>
                  <a:schemeClr val="lt1"/>
                </a:solidFill>
              </a:defRPr>
            </a:lvl1pPr>
            <a:lvl2pPr algn="l">
              <a:lnSpc>
                <a:spcPct val="100000"/>
              </a:lnSpc>
              <a:spcBef>
                <a:spcPts val="0"/>
              </a:spcBef>
              <a:spcAft>
                <a:spcPts val="0"/>
              </a:spcAft>
              <a:buClr>
                <a:schemeClr val="lt1"/>
              </a:buClr>
              <a:buSzPts val="2400"/>
              <a:buNone/>
              <a:defRPr>
                <a:solidFill>
                  <a:schemeClr val="lt1"/>
                </a:solidFill>
              </a:defRPr>
            </a:lvl2pPr>
            <a:lvl3pPr algn="l">
              <a:lnSpc>
                <a:spcPct val="100000"/>
              </a:lnSpc>
              <a:spcBef>
                <a:spcPts val="0"/>
              </a:spcBef>
              <a:spcAft>
                <a:spcPts val="0"/>
              </a:spcAft>
              <a:buClr>
                <a:schemeClr val="lt1"/>
              </a:buClr>
              <a:buSzPts val="2400"/>
              <a:buNone/>
              <a:defRPr>
                <a:solidFill>
                  <a:schemeClr val="lt1"/>
                </a:solidFill>
              </a:defRPr>
            </a:lvl3pPr>
            <a:lvl4pPr algn="l">
              <a:lnSpc>
                <a:spcPct val="100000"/>
              </a:lnSpc>
              <a:spcBef>
                <a:spcPts val="0"/>
              </a:spcBef>
              <a:spcAft>
                <a:spcPts val="0"/>
              </a:spcAft>
              <a:buClr>
                <a:schemeClr val="lt1"/>
              </a:buClr>
              <a:buSzPts val="2400"/>
              <a:buNone/>
              <a:defRPr>
                <a:solidFill>
                  <a:schemeClr val="lt1"/>
                </a:solidFill>
              </a:defRPr>
            </a:lvl4pPr>
            <a:lvl5pPr algn="l">
              <a:lnSpc>
                <a:spcPct val="100000"/>
              </a:lnSpc>
              <a:spcBef>
                <a:spcPts val="0"/>
              </a:spcBef>
              <a:spcAft>
                <a:spcPts val="0"/>
              </a:spcAft>
              <a:buClr>
                <a:schemeClr val="lt1"/>
              </a:buClr>
              <a:buSzPts val="2400"/>
              <a:buNone/>
              <a:defRPr>
                <a:solidFill>
                  <a:schemeClr val="lt1"/>
                </a:solidFill>
              </a:defRPr>
            </a:lvl5pPr>
            <a:lvl6pPr algn="l">
              <a:lnSpc>
                <a:spcPct val="100000"/>
              </a:lnSpc>
              <a:spcBef>
                <a:spcPts val="0"/>
              </a:spcBef>
              <a:spcAft>
                <a:spcPts val="0"/>
              </a:spcAft>
              <a:buClr>
                <a:schemeClr val="lt1"/>
              </a:buClr>
              <a:buSzPts val="2400"/>
              <a:buNone/>
              <a:defRPr>
                <a:solidFill>
                  <a:schemeClr val="lt1"/>
                </a:solidFill>
              </a:defRPr>
            </a:lvl6pPr>
            <a:lvl7pPr algn="l">
              <a:lnSpc>
                <a:spcPct val="100000"/>
              </a:lnSpc>
              <a:spcBef>
                <a:spcPts val="0"/>
              </a:spcBef>
              <a:spcAft>
                <a:spcPts val="0"/>
              </a:spcAft>
              <a:buClr>
                <a:schemeClr val="lt1"/>
              </a:buClr>
              <a:buSzPts val="2400"/>
              <a:buNone/>
              <a:defRPr>
                <a:solidFill>
                  <a:schemeClr val="lt1"/>
                </a:solidFill>
              </a:defRPr>
            </a:lvl7pPr>
            <a:lvl8pPr algn="l">
              <a:lnSpc>
                <a:spcPct val="100000"/>
              </a:lnSpc>
              <a:spcBef>
                <a:spcPts val="0"/>
              </a:spcBef>
              <a:spcAft>
                <a:spcPts val="0"/>
              </a:spcAft>
              <a:buClr>
                <a:schemeClr val="lt1"/>
              </a:buClr>
              <a:buSzPts val="2400"/>
              <a:buNone/>
              <a:defRPr>
                <a:solidFill>
                  <a:schemeClr val="lt1"/>
                </a:solidFill>
              </a:defRPr>
            </a:lvl8pPr>
            <a:lvl9pPr algn="l">
              <a:lnSpc>
                <a:spcPct val="100000"/>
              </a:lnSpc>
              <a:spcBef>
                <a:spcPts val="0"/>
              </a:spcBef>
              <a:spcAft>
                <a:spcPts val="0"/>
              </a:spcAft>
              <a:buClr>
                <a:schemeClr val="lt1"/>
              </a:buClr>
              <a:buSzPts val="2400"/>
              <a:buNone/>
              <a:defRPr>
                <a:solidFill>
                  <a:schemeClr val="lt1"/>
                </a:solidFil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cSld name="TITLE_2">
    <p:spTree>
      <p:nvGrpSpPr>
        <p:cNvPr id="1" name=""/>
        <p:cNvGrpSpPr/>
        <p:nvPr/>
      </p:nvGrpSpPr>
      <p:grpSpPr>
        <a:xfrm>
          <a:off x="0" y="0"/>
          <a:ext cx="0" cy="0"/>
          <a:chOff x="0" y="0"/>
          <a:chExt cx="0" cy="0"/>
        </a:xfrm>
      </p:grpSpPr>
      <p:sp>
        <p:nvSpPr>
          <p:cNvPr id="153" name="Google Shape;153;p39">
            <a:extLst>
              <a:ext uri="{FF2B5EF4-FFF2-40B4-BE49-F238E27FC236}">
                <a16:creationId xmlns:a16="http://schemas.microsoft.com/office/drawing/2014/main" id="{E043A1CC-CC2C-427C-A78B-44D7AE6735B4}"/>
              </a:ext>
            </a:extLst>
          </p:cNvPr>
          <p:cNvSpPr>
            <a:spLocks noGrp="1"/>
          </p:cNvSpPr>
          <p:nvPr/>
        </p:nvSpPr>
        <p:spPr>
          <a:xfrm>
            <a:off x="0" y="0"/>
            <a:ext cx="9144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sp>
        <p:nvSpPr>
          <p:cNvPr id="154" name="Google Shape;154;p39">
            <a:extLst>
              <a:ext uri="{FF2B5EF4-FFF2-40B4-BE49-F238E27FC236}">
                <a16:creationId xmlns:a16="http://schemas.microsoft.com/office/drawing/2014/main" id="{B5D19DB8-97DF-4D9A-AA82-5E3D70B9102F}"/>
              </a:ext>
            </a:extLst>
          </p:cNvPr>
          <p:cNvSpPr>
            <a:spLocks noGrp="1"/>
          </p:cNvSpPr>
          <p:nvPr/>
        </p:nvSpPr>
        <p:spPr>
          <a:xfrm>
            <a:off x="2" y="0"/>
            <a:ext cx="4353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pic>
        <p:nvPicPr>
          <p:cNvPr id="251" name="Google Shape;155;p39"/>
          <p:cNvPicPr>
            <a:picLocks noChangeAspect="1"/>
          </p:cNvPicPr>
          <p:nvPr/>
        </p:nvPicPr>
        <p:blipFill rotWithShape="1">
          <a:blip r:embed="rId2">
            <a:alphaModFix/>
          </a:blip>
          <a:srcRect/>
          <a:stretch/>
        </p:blipFill>
        <p:spPr>
          <a:xfrm>
            <a:off x="319075" y="2209896"/>
            <a:ext cx="3714900" cy="719700"/>
          </a:xfrm>
          <a:prstGeom prst="rect">
            <a:avLst/>
          </a:prstGeom>
          <a:ln>
            <a:noFill/>
          </a:ln>
        </p:spPr>
      </p:pic>
      <p:sp>
        <p:nvSpPr>
          <p:cNvPr id="156" name="Google Shape;156;p39">
            <a:extLst>
              <a:ext uri="{FF2B5EF4-FFF2-40B4-BE49-F238E27FC236}">
                <a16:creationId xmlns:a16="http://schemas.microsoft.com/office/drawing/2014/main" id="{3ADAB02A-D56F-4099-8D69-330030E82E72}"/>
              </a:ext>
            </a:extLst>
          </p:cNvPr>
          <p:cNvSpPr>
            <a:spLocks noGrp="1"/>
          </p:cNvSpPr>
          <p:nvPr>
            <p:ph type="ctrTitle"/>
          </p:nvPr>
        </p:nvSpPr>
        <p:spPr>
          <a:xfrm>
            <a:off x="4572001" y="2110077"/>
            <a:ext cx="4343400" cy="461700"/>
          </a:xfrm>
          <a:prstGeom prst="rect">
            <a:avLst/>
          </a:prstGeom>
          <a:noFill/>
          <a:ln>
            <a:noFill/>
          </a:ln>
        </p:spPr>
        <p:txBody>
          <a:bodyPr spcFirstLastPara="1" wrap="square" lIns="0" tIns="45700" rIns="91425" bIns="45700" anchor="ctr">
            <a:noAutofit/>
          </a:bodyPr>
          <a:lstStyle>
            <a:lvl1pPr marL="0" marR="0" indent="0" algn="l">
              <a:lnSpc>
                <a:spcPct val="90000"/>
              </a:lnSpc>
              <a:spcBef>
                <a:spcPts val="0"/>
              </a:spcBef>
              <a:spcAft>
                <a:spcPts val="0"/>
              </a:spcAft>
              <a:buClr>
                <a:srgbClr val="0F3B4A"/>
              </a:buClr>
              <a:buSzPts val="2400"/>
              <a:buFont typeface="Roboto Light"/>
              <a:buNone/>
              <a:defRPr sz="2700" b="0" i="0" u="none" cap="none">
                <a:solidFill>
                  <a:srgbClr val="0F3B4A"/>
                </a:solidFill>
                <a:latin typeface="Roboto Light"/>
                <a:ea typeface="Roboto Light"/>
                <a:cs typeface="Roboto Light"/>
              </a:defRPr>
            </a:lvl1pPr>
            <a:lvl2pPr indent="0">
              <a:spcBef>
                <a:spcPts val="0"/>
              </a:spcBef>
              <a:spcAft>
                <a:spcPts val="0"/>
              </a:spcAft>
              <a:buSzPts val="2400"/>
              <a:buNone/>
              <a:defRPr sz="1400"/>
            </a:lvl2pPr>
            <a:lvl3pPr indent="0">
              <a:spcBef>
                <a:spcPts val="0"/>
              </a:spcBef>
              <a:spcAft>
                <a:spcPts val="0"/>
              </a:spcAft>
              <a:buSzPts val="2400"/>
              <a:buNone/>
              <a:defRPr sz="1400"/>
            </a:lvl3pPr>
            <a:lvl4pPr indent="0">
              <a:spcBef>
                <a:spcPts val="0"/>
              </a:spcBef>
              <a:spcAft>
                <a:spcPts val="0"/>
              </a:spcAft>
              <a:buSzPts val="2400"/>
              <a:buNone/>
              <a:defRPr sz="1400"/>
            </a:lvl4pPr>
            <a:lvl5pPr indent="0">
              <a:spcBef>
                <a:spcPts val="0"/>
              </a:spcBef>
              <a:spcAft>
                <a:spcPts val="0"/>
              </a:spcAft>
              <a:buSzPts val="2400"/>
              <a:buNone/>
              <a:defRPr sz="1400"/>
            </a:lvl5pPr>
            <a:lvl6pPr indent="0">
              <a:spcBef>
                <a:spcPts val="0"/>
              </a:spcBef>
              <a:spcAft>
                <a:spcPts val="0"/>
              </a:spcAft>
              <a:buSzPts val="2400"/>
              <a:buNone/>
              <a:defRPr sz="1400"/>
            </a:lvl6pPr>
            <a:lvl7pPr indent="0">
              <a:spcBef>
                <a:spcPts val="0"/>
              </a:spcBef>
              <a:spcAft>
                <a:spcPts val="0"/>
              </a:spcAft>
              <a:buSzPts val="2400"/>
              <a:buNone/>
              <a:defRPr sz="1400"/>
            </a:lvl7pPr>
            <a:lvl8pPr indent="0">
              <a:spcBef>
                <a:spcPts val="0"/>
              </a:spcBef>
              <a:spcAft>
                <a:spcPts val="0"/>
              </a:spcAft>
              <a:buSzPts val="2400"/>
              <a:buNone/>
              <a:defRPr sz="1400"/>
            </a:lvl8pPr>
            <a:lvl9pPr indent="0">
              <a:spcBef>
                <a:spcPts val="0"/>
              </a:spcBef>
              <a:spcAft>
                <a:spcPts val="0"/>
              </a:spcAft>
              <a:buSzPts val="2400"/>
              <a:buNone/>
              <a:defRPr sz="1400"/>
            </a:lvl9pPr>
          </a:lstStyle>
          <a:p>
            <a:endParaRPr/>
          </a:p>
        </p:txBody>
      </p:sp>
      <p:sp>
        <p:nvSpPr>
          <p:cNvPr id="157" name="Google Shape;157;p39">
            <a:extLst>
              <a:ext uri="{FF2B5EF4-FFF2-40B4-BE49-F238E27FC236}">
                <a16:creationId xmlns:a16="http://schemas.microsoft.com/office/drawing/2014/main" id="{6E62A4F6-C106-4189-A8C0-E7603D84F47F}"/>
              </a:ext>
            </a:extLst>
          </p:cNvPr>
          <p:cNvSpPr>
            <a:spLocks noGrp="1"/>
          </p:cNvSpPr>
          <p:nvPr>
            <p:ph type="subTitle" idx="1"/>
          </p:nvPr>
        </p:nvSpPr>
        <p:spPr>
          <a:xfrm>
            <a:off x="4572001" y="2662483"/>
            <a:ext cx="4343400" cy="591300"/>
          </a:xfrm>
          <a:prstGeom prst="rect">
            <a:avLst/>
          </a:prstGeom>
          <a:noFill/>
          <a:ln>
            <a:noFill/>
          </a:ln>
        </p:spPr>
        <p:txBody>
          <a:bodyPr spcFirstLastPara="1" wrap="square" lIns="0" tIns="45700" rIns="91425" bIns="45700" anchor="t">
            <a:noAutofit/>
          </a:bodyPr>
          <a:lstStyle>
            <a:lvl1pPr marL="0" marR="0" indent="0" algn="l">
              <a:lnSpc>
                <a:spcPct val="90000"/>
              </a:lnSpc>
              <a:spcBef>
                <a:spcPts val="600"/>
              </a:spcBef>
              <a:spcAft>
                <a:spcPts val="0"/>
              </a:spcAft>
              <a:buClr>
                <a:srgbClr val="0F3B4A"/>
              </a:buClr>
              <a:buSzPts val="1400"/>
              <a:buFont typeface="Arial"/>
              <a:buNone/>
              <a:defRPr sz="1400" b="0" i="0" u="none" cap="none">
                <a:solidFill>
                  <a:srgbClr val="0F3B4A"/>
                </a:solidFill>
                <a:latin typeface="Roboto Light"/>
                <a:ea typeface="Roboto Light"/>
                <a:cs typeface="Roboto Light"/>
              </a:defRPr>
            </a:lvl1pPr>
            <a:lvl2pPr marL="254000" marR="0" indent="0" algn="ctr">
              <a:lnSpc>
                <a:spcPct val="90000"/>
              </a:lnSpc>
              <a:spcBef>
                <a:spcPts val="300"/>
              </a:spcBef>
              <a:spcAft>
                <a:spcPts val="0"/>
              </a:spcAft>
              <a:buClr>
                <a:schemeClr val="accent4"/>
              </a:buClr>
              <a:buSzPts val="1400"/>
              <a:buFont typeface="Arial"/>
              <a:buNone/>
              <a:defRPr sz="1100" b="0" i="0" u="none" cap="none">
                <a:solidFill>
                  <a:srgbClr val="3A3838"/>
                </a:solidFill>
                <a:latin typeface="Roboto Light"/>
                <a:ea typeface="Roboto Light"/>
                <a:cs typeface="Roboto Light"/>
              </a:defRPr>
            </a:lvl2pPr>
            <a:lvl3pPr marL="520700" marR="0" indent="0" algn="ctr">
              <a:lnSpc>
                <a:spcPct val="90000"/>
              </a:lnSpc>
              <a:spcBef>
                <a:spcPts val="300"/>
              </a:spcBef>
              <a:spcAft>
                <a:spcPts val="0"/>
              </a:spcAft>
              <a:buClr>
                <a:schemeClr val="accent4"/>
              </a:buClr>
              <a:buSzPts val="1400"/>
              <a:buFont typeface="Arial"/>
              <a:buNone/>
              <a:defRPr sz="1000" b="0" i="0" u="none" cap="none">
                <a:solidFill>
                  <a:srgbClr val="3A3838"/>
                </a:solidFill>
                <a:latin typeface="Roboto Light"/>
                <a:ea typeface="Roboto Light"/>
                <a:cs typeface="Roboto Light"/>
              </a:defRPr>
            </a:lvl3pPr>
            <a:lvl4pPr marL="774700" marR="0" indent="0" algn="ctr">
              <a:lnSpc>
                <a:spcPct val="90000"/>
              </a:lnSpc>
              <a:spcBef>
                <a:spcPts val="300"/>
              </a:spcBef>
              <a:spcAft>
                <a:spcPts val="0"/>
              </a:spcAft>
              <a:buClr>
                <a:schemeClr val="accent4"/>
              </a:buClr>
              <a:buSzPts val="1400"/>
              <a:buFont typeface="Arial"/>
              <a:buNone/>
              <a:defRPr sz="900" b="0" i="0" u="none" cap="none">
                <a:solidFill>
                  <a:srgbClr val="3A3838"/>
                </a:solidFill>
                <a:latin typeface="Roboto Light"/>
                <a:ea typeface="Roboto Light"/>
                <a:cs typeface="Roboto Light"/>
              </a:defRPr>
            </a:lvl4pPr>
            <a:lvl5pPr marL="1028700" marR="0" indent="0" algn="ctr">
              <a:lnSpc>
                <a:spcPct val="90000"/>
              </a:lnSpc>
              <a:spcBef>
                <a:spcPts val="300"/>
              </a:spcBef>
              <a:spcAft>
                <a:spcPts val="0"/>
              </a:spcAft>
              <a:buClr>
                <a:schemeClr val="accent4"/>
              </a:buClr>
              <a:buSzPts val="1400"/>
              <a:buFont typeface="Arial"/>
              <a:buNone/>
              <a:defRPr sz="900" b="0" i="0" u="none" cap="none">
                <a:solidFill>
                  <a:srgbClr val="3A3838"/>
                </a:solidFill>
                <a:latin typeface="Roboto Light"/>
                <a:ea typeface="Roboto Light"/>
                <a:cs typeface="Roboto Light"/>
              </a:defRPr>
            </a:lvl5pPr>
            <a:lvl6pPr marL="1282700" marR="0" indent="0" algn="ctr">
              <a:lnSpc>
                <a:spcPct val="90000"/>
              </a:lnSpc>
              <a:spcBef>
                <a:spcPts val="300"/>
              </a:spcBef>
              <a:spcAft>
                <a:spcPts val="0"/>
              </a:spcAft>
              <a:buClr>
                <a:schemeClr val="dk1"/>
              </a:buClr>
              <a:buSzPts val="1400"/>
              <a:buFont typeface="Arial"/>
              <a:buNone/>
              <a:defRPr sz="900" b="0" i="0" u="none" cap="none">
                <a:solidFill>
                  <a:schemeClr val="dk1"/>
                </a:solidFill>
                <a:latin typeface="Roboto Light"/>
                <a:ea typeface="Roboto Light"/>
                <a:cs typeface="Roboto Light"/>
              </a:defRPr>
            </a:lvl6pPr>
            <a:lvl7pPr marL="1549400" marR="0" indent="0" algn="ctr">
              <a:lnSpc>
                <a:spcPct val="90000"/>
              </a:lnSpc>
              <a:spcBef>
                <a:spcPts val="300"/>
              </a:spcBef>
              <a:spcAft>
                <a:spcPts val="0"/>
              </a:spcAft>
              <a:buClr>
                <a:schemeClr val="dk1"/>
              </a:buClr>
              <a:buSzPts val="1400"/>
              <a:buFont typeface="Arial"/>
              <a:buNone/>
              <a:defRPr sz="900" b="0" i="0" u="none" cap="none">
                <a:solidFill>
                  <a:schemeClr val="dk1"/>
                </a:solidFill>
                <a:latin typeface="Roboto Light"/>
                <a:ea typeface="Roboto Light"/>
                <a:cs typeface="Roboto Light"/>
              </a:defRPr>
            </a:lvl7pPr>
            <a:lvl8pPr marL="1803400" marR="0" indent="0" algn="ctr">
              <a:lnSpc>
                <a:spcPct val="90000"/>
              </a:lnSpc>
              <a:spcBef>
                <a:spcPts val="300"/>
              </a:spcBef>
              <a:spcAft>
                <a:spcPts val="0"/>
              </a:spcAft>
              <a:buClr>
                <a:schemeClr val="dk1"/>
              </a:buClr>
              <a:buSzPts val="1400"/>
              <a:buFont typeface="Arial"/>
              <a:buNone/>
              <a:defRPr sz="900" b="0" i="0" u="none" cap="none">
                <a:solidFill>
                  <a:schemeClr val="dk1"/>
                </a:solidFill>
                <a:latin typeface="Roboto Light"/>
                <a:ea typeface="Roboto Light"/>
                <a:cs typeface="Roboto Light"/>
              </a:defRPr>
            </a:lvl8pPr>
            <a:lvl9pPr marL="2057400" marR="0" indent="0" algn="ctr">
              <a:lnSpc>
                <a:spcPct val="90000"/>
              </a:lnSpc>
              <a:spcBef>
                <a:spcPts val="300"/>
              </a:spcBef>
              <a:spcAft>
                <a:spcPts val="0"/>
              </a:spcAft>
              <a:buClr>
                <a:schemeClr val="dk1"/>
              </a:buClr>
              <a:buSzPts val="1400"/>
              <a:buFont typeface="Arial"/>
              <a:buNone/>
              <a:defRPr sz="900" b="0" i="0" u="none" cap="none">
                <a:solidFill>
                  <a:schemeClr val="dk1"/>
                </a:solidFill>
                <a:latin typeface="Roboto Light"/>
                <a:ea typeface="Roboto Light"/>
                <a:cs typeface="Roboto Light"/>
              </a:defRPr>
            </a:lvl9pPr>
          </a:lstStyle>
          <a:p>
            <a:endParaRPr/>
          </a:p>
        </p:txBody>
      </p:sp>
      <p:cxnSp>
        <p:nvCxnSpPr>
          <p:cNvPr id="254" name="Google Shape;158;p39"/>
          <p:cNvCxnSpPr/>
          <p:nvPr/>
        </p:nvCxnSpPr>
        <p:spPr>
          <a:xfrm>
            <a:off x="4572004" y="2571750"/>
            <a:ext cx="4343400" cy="0"/>
          </a:xfrm>
          <a:prstGeom prst="straightConnector1">
            <a:avLst/>
          </a:prstGeom>
          <a:ln w="12700" cap="rnd">
            <a:solidFill>
              <a:schemeClr val="accent1"/>
            </a:solidFill>
            <a:prstDash val="solid"/>
            <a:miter/>
            <a:headEnd type="none" w="sm" len="sm"/>
            <a:tailEnd type="none" w="sm" len="sm"/>
          </a:ln>
        </p:spPr>
      </p:cxnSp>
      <p:sp>
        <p:nvSpPr>
          <p:cNvPr id="159" name="Google Shape;159;p39">
            <a:extLst>
              <a:ext uri="{FF2B5EF4-FFF2-40B4-BE49-F238E27FC236}">
                <a16:creationId xmlns:a16="http://schemas.microsoft.com/office/drawing/2014/main" id="{22D0A5F0-C4F0-4A67-A259-91C506063542}"/>
              </a:ext>
            </a:extLst>
          </p:cNvPr>
          <p:cNvSpPr>
            <a:spLocks noGrp="1"/>
          </p:cNvSpPr>
          <p:nvPr/>
        </p:nvSpPr>
        <p:spPr>
          <a:xfrm>
            <a:off x="0" y="-58228"/>
            <a:ext cx="9144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sp>
        <p:nvSpPr>
          <p:cNvPr id="160" name="Google Shape;160;p39">
            <a:extLst>
              <a:ext uri="{FF2B5EF4-FFF2-40B4-BE49-F238E27FC236}">
                <a16:creationId xmlns:a16="http://schemas.microsoft.com/office/drawing/2014/main" id="{9518A430-8DCD-4EF7-9F15-E4E857D6DF5E}"/>
              </a:ext>
            </a:extLst>
          </p:cNvPr>
          <p:cNvSpPr>
            <a:spLocks noGrp="1"/>
          </p:cNvSpPr>
          <p:nvPr/>
        </p:nvSpPr>
        <p:spPr>
          <a:xfrm>
            <a:off x="2" y="0"/>
            <a:ext cx="4353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pic>
        <p:nvPicPr>
          <p:cNvPr id="257" name="Google Shape;161;p39"/>
          <p:cNvPicPr>
            <a:picLocks noChangeAspect="1"/>
          </p:cNvPicPr>
          <p:nvPr/>
        </p:nvPicPr>
        <p:blipFill rotWithShape="1">
          <a:blip r:embed="rId2">
            <a:alphaModFix/>
          </a:blip>
          <a:srcRect/>
          <a:stretch/>
        </p:blipFill>
        <p:spPr>
          <a:xfrm>
            <a:off x="319075" y="2209896"/>
            <a:ext cx="3714900" cy="719700"/>
          </a:xfrm>
          <a:prstGeom prst="rect">
            <a:avLst/>
          </a:prstGeom>
          <a:ln>
            <a:noFill/>
          </a:ln>
        </p:spPr>
      </p:pic>
      <p:cxnSp>
        <p:nvCxnSpPr>
          <p:cNvPr id="258" name="Google Shape;162;p39"/>
          <p:cNvCxnSpPr/>
          <p:nvPr/>
        </p:nvCxnSpPr>
        <p:spPr>
          <a:xfrm>
            <a:off x="4572004" y="2571750"/>
            <a:ext cx="4343400" cy="0"/>
          </a:xfrm>
          <a:prstGeom prst="straightConnector1">
            <a:avLst/>
          </a:prstGeom>
          <a:ln w="12700" cap="rnd">
            <a:solidFill>
              <a:schemeClr val="accent1"/>
            </a:solidFill>
            <a:prstDash val="solid"/>
            <a:miter/>
            <a:headEnd type="none" w="sm" len="sm"/>
            <a:tailEnd type="none" w="sm" len="sm"/>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
        <p:cNvGrpSpPr/>
        <p:nvPr/>
      </p:nvGrpSpPr>
      <p:grpSpPr>
        <a:xfrm>
          <a:off x="0" y="0"/>
          <a:ext cx="0" cy="0"/>
          <a:chOff x="0" y="0"/>
          <a:chExt cx="0" cy="0"/>
        </a:xfrm>
      </p:grpSpPr>
      <p:sp>
        <p:nvSpPr>
          <p:cNvPr id="164" name="Google Shape;164;p40">
            <a:extLst>
              <a:ext uri="{FF2B5EF4-FFF2-40B4-BE49-F238E27FC236}">
                <a16:creationId xmlns:a16="http://schemas.microsoft.com/office/drawing/2014/main" id="{12A40DFF-8A39-4F74-9A3F-F27FB62E4A1F}"/>
              </a:ext>
            </a:extLst>
          </p:cNvPr>
          <p:cNvSpPr>
            <a:spLocks noGrp="1"/>
          </p:cNvSpPr>
          <p:nvPr>
            <p:ph type="title"/>
          </p:nvPr>
        </p:nvSpPr>
        <p:spPr>
          <a:xfrm>
            <a:off x="228600" y="6"/>
            <a:ext cx="8686800" cy="585300"/>
          </a:xfrm>
          <a:prstGeom prst="rect">
            <a:avLst/>
          </a:prstGeom>
          <a:noFill/>
          <a:ln>
            <a:noFill/>
          </a:ln>
        </p:spPr>
        <p:txBody>
          <a:bodyPr spcFirstLastPara="1" wrap="square" lIns="0" tIns="45700" rIns="91425" bIns="45700" anchor="b">
            <a:noAutofit/>
          </a:bodyPr>
          <a:lstStyle>
            <a:lvl1pPr marL="0" marR="0" indent="0" algn="l">
              <a:lnSpc>
                <a:spcPct val="90000"/>
              </a:lnSpc>
              <a:spcBef>
                <a:spcPts val="0"/>
              </a:spcBef>
              <a:spcAft>
                <a:spcPts val="0"/>
              </a:spcAft>
              <a:buClr>
                <a:srgbClr val="3A3838"/>
              </a:buClr>
              <a:buSzPts val="2400"/>
              <a:buFont typeface="Roboto Light"/>
              <a:buNone/>
              <a:defRPr sz="2100" b="0" i="0" u="none" cap="none">
                <a:solidFill>
                  <a:srgbClr val="3A3838"/>
                </a:solidFill>
                <a:latin typeface="Roboto Light"/>
                <a:ea typeface="Roboto Light"/>
                <a:cs typeface="Roboto Light"/>
              </a:defRPr>
            </a:lvl1pPr>
            <a:lvl2pPr indent="0">
              <a:spcBef>
                <a:spcPts val="0"/>
              </a:spcBef>
              <a:spcAft>
                <a:spcPts val="0"/>
              </a:spcAft>
              <a:buSzPts val="2400"/>
              <a:buNone/>
              <a:defRPr sz="1400"/>
            </a:lvl2pPr>
            <a:lvl3pPr indent="0">
              <a:spcBef>
                <a:spcPts val="0"/>
              </a:spcBef>
              <a:spcAft>
                <a:spcPts val="0"/>
              </a:spcAft>
              <a:buSzPts val="2400"/>
              <a:buNone/>
              <a:defRPr sz="1400"/>
            </a:lvl3pPr>
            <a:lvl4pPr indent="0">
              <a:spcBef>
                <a:spcPts val="0"/>
              </a:spcBef>
              <a:spcAft>
                <a:spcPts val="0"/>
              </a:spcAft>
              <a:buSzPts val="2400"/>
              <a:buNone/>
              <a:defRPr sz="1400"/>
            </a:lvl4pPr>
            <a:lvl5pPr indent="0">
              <a:spcBef>
                <a:spcPts val="0"/>
              </a:spcBef>
              <a:spcAft>
                <a:spcPts val="0"/>
              </a:spcAft>
              <a:buSzPts val="2400"/>
              <a:buNone/>
              <a:defRPr sz="1400"/>
            </a:lvl5pPr>
            <a:lvl6pPr indent="0">
              <a:spcBef>
                <a:spcPts val="0"/>
              </a:spcBef>
              <a:spcAft>
                <a:spcPts val="0"/>
              </a:spcAft>
              <a:buSzPts val="2400"/>
              <a:buNone/>
              <a:defRPr sz="1400"/>
            </a:lvl6pPr>
            <a:lvl7pPr indent="0">
              <a:spcBef>
                <a:spcPts val="0"/>
              </a:spcBef>
              <a:spcAft>
                <a:spcPts val="0"/>
              </a:spcAft>
              <a:buSzPts val="2400"/>
              <a:buNone/>
              <a:defRPr sz="1400"/>
            </a:lvl7pPr>
            <a:lvl8pPr indent="0">
              <a:spcBef>
                <a:spcPts val="0"/>
              </a:spcBef>
              <a:spcAft>
                <a:spcPts val="0"/>
              </a:spcAft>
              <a:buSzPts val="2400"/>
              <a:buNone/>
              <a:defRPr sz="1400"/>
            </a:lvl8pPr>
            <a:lvl9pPr indent="0">
              <a:spcBef>
                <a:spcPts val="0"/>
              </a:spcBef>
              <a:spcAft>
                <a:spcPts val="0"/>
              </a:spcAft>
              <a:buSzPts val="2400"/>
              <a:buNone/>
              <a:defRPr sz="1400"/>
            </a:lvl9pPr>
          </a:lstStyle>
          <a:p>
            <a:endParaRPr/>
          </a:p>
        </p:txBody>
      </p:sp>
      <p:sp>
        <p:nvSpPr>
          <p:cNvPr id="165" name="Google Shape;165;p40">
            <a:extLst>
              <a:ext uri="{FF2B5EF4-FFF2-40B4-BE49-F238E27FC236}">
                <a16:creationId xmlns:a16="http://schemas.microsoft.com/office/drawing/2014/main" id="{123F20A7-0C15-40F0-8395-AACAABCE775F}"/>
              </a:ext>
            </a:extLst>
          </p:cNvPr>
          <p:cNvSpPr>
            <a:spLocks noGrp="1"/>
          </p:cNvSpPr>
          <p:nvPr>
            <p:ph type="body" idx="1"/>
          </p:nvPr>
        </p:nvSpPr>
        <p:spPr>
          <a:xfrm>
            <a:off x="228600" y="774954"/>
            <a:ext cx="8686800" cy="363000"/>
          </a:xfrm>
          <a:prstGeom prst="rect">
            <a:avLst/>
          </a:prstGeom>
          <a:noFill/>
          <a:ln>
            <a:noFill/>
          </a:ln>
        </p:spPr>
        <p:txBody>
          <a:bodyPr spcFirstLastPara="1" wrap="square" lIns="0" tIns="45700" rIns="91425" bIns="45700" anchor="t">
            <a:noAutofit/>
          </a:bodyPr>
          <a:lstStyle>
            <a:lvl1pPr marL="457200" marR="0" indent="-228600" algn="l">
              <a:lnSpc>
                <a:spcPct val="90000"/>
              </a:lnSpc>
              <a:spcBef>
                <a:spcPts val="600"/>
              </a:spcBef>
              <a:spcAft>
                <a:spcPts val="0"/>
              </a:spcAft>
              <a:buClr>
                <a:srgbClr val="0F3B4A"/>
              </a:buClr>
              <a:buSzPts val="1400"/>
              <a:buFont typeface="Arial"/>
              <a:buNone/>
              <a:defRPr sz="1500" b="0" i="0" u="none" cap="none">
                <a:solidFill>
                  <a:srgbClr val="0F3B4A"/>
                </a:solidFill>
                <a:latin typeface="Roboto"/>
                <a:ea typeface="Roboto"/>
                <a:cs typeface="Roboto"/>
              </a:defRPr>
            </a:lvl1pPr>
            <a:lvl2pPr marL="914400" marR="0" indent="-228600" algn="l">
              <a:lnSpc>
                <a:spcPct val="90000"/>
              </a:lnSpc>
              <a:spcBef>
                <a:spcPts val="600"/>
              </a:spcBef>
              <a:spcAft>
                <a:spcPts val="0"/>
              </a:spcAft>
              <a:buClr>
                <a:schemeClr val="accent4"/>
              </a:buClr>
              <a:buSzPts val="1400"/>
              <a:buFont typeface="Arial"/>
              <a:buNone/>
              <a:defRPr sz="1500" b="0" i="0" u="none" cap="none">
                <a:solidFill>
                  <a:srgbClr val="5D5D5D"/>
                </a:solidFill>
                <a:latin typeface="Roboto"/>
                <a:ea typeface="Roboto"/>
                <a:cs typeface="Roboto"/>
              </a:defRPr>
            </a:lvl2pPr>
            <a:lvl3pPr marL="1371600" marR="0" indent="-228600" algn="l">
              <a:lnSpc>
                <a:spcPct val="90000"/>
              </a:lnSpc>
              <a:spcBef>
                <a:spcPts val="600"/>
              </a:spcBef>
              <a:spcAft>
                <a:spcPts val="0"/>
              </a:spcAft>
              <a:buClr>
                <a:schemeClr val="accent4"/>
              </a:buClr>
              <a:buSzPts val="1400"/>
              <a:buFont typeface="Arial"/>
              <a:buNone/>
              <a:defRPr sz="1500" b="0" i="0" u="none" cap="none">
                <a:solidFill>
                  <a:srgbClr val="5D5D5D"/>
                </a:solidFill>
                <a:latin typeface="Roboto"/>
                <a:ea typeface="Roboto"/>
                <a:cs typeface="Roboto"/>
              </a:defRPr>
            </a:lvl3pPr>
            <a:lvl4pPr marL="1828800" marR="0" indent="-228600" algn="l">
              <a:lnSpc>
                <a:spcPct val="90000"/>
              </a:lnSpc>
              <a:spcBef>
                <a:spcPts val="600"/>
              </a:spcBef>
              <a:spcAft>
                <a:spcPts val="0"/>
              </a:spcAft>
              <a:buClr>
                <a:schemeClr val="accent4"/>
              </a:buClr>
              <a:buSzPts val="1400"/>
              <a:buFont typeface="Arial"/>
              <a:buNone/>
              <a:defRPr sz="1500" b="0" i="0" u="none" cap="none">
                <a:solidFill>
                  <a:srgbClr val="5D5D5D"/>
                </a:solidFill>
                <a:latin typeface="Roboto"/>
                <a:ea typeface="Roboto"/>
                <a:cs typeface="Roboto"/>
              </a:defRPr>
            </a:lvl4pPr>
            <a:lvl5pPr marL="2286000" marR="0" indent="-228600" algn="l">
              <a:lnSpc>
                <a:spcPct val="90000"/>
              </a:lnSpc>
              <a:spcBef>
                <a:spcPts val="600"/>
              </a:spcBef>
              <a:spcAft>
                <a:spcPts val="0"/>
              </a:spcAft>
              <a:buClr>
                <a:schemeClr val="accent4"/>
              </a:buClr>
              <a:buSzPts val="1400"/>
              <a:buFont typeface="Arial"/>
              <a:buNone/>
              <a:defRPr sz="1500" b="0" i="0" u="none" cap="none">
                <a:solidFill>
                  <a:srgbClr val="5D5D5D"/>
                </a:solidFill>
                <a:latin typeface="Roboto"/>
                <a:ea typeface="Roboto"/>
                <a:cs typeface="Roboto"/>
              </a:defRPr>
            </a:lvl5pPr>
            <a:lvl6pPr marL="27432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6pPr>
            <a:lvl7pPr marL="32004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7pPr>
            <a:lvl8pPr marL="36576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8pPr>
            <a:lvl9pPr marL="41148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03 Statement_blue">
  <p:cSld name="BLANK_1_2_2_2">
    <p:bg>
      <p:bgPr>
        <a:noFill/>
        <a:effectLst/>
      </p:bgPr>
    </p:bg>
    <p:spTree>
      <p:nvGrpSpPr>
        <p:cNvPr id="1" name=""/>
        <p:cNvGrpSpPr/>
        <p:nvPr/>
      </p:nvGrpSpPr>
      <p:grpSpPr>
        <a:xfrm>
          <a:off x="0" y="0"/>
          <a:ext cx="0" cy="0"/>
          <a:chOff x="0" y="0"/>
          <a:chExt cx="0" cy="0"/>
        </a:xfrm>
      </p:grpSpPr>
      <p:sp>
        <p:nvSpPr>
          <p:cNvPr id="167" name="Google Shape;167;p41">
            <a:extLst>
              <a:ext uri="{FF2B5EF4-FFF2-40B4-BE49-F238E27FC236}">
                <a16:creationId xmlns:a16="http://schemas.microsoft.com/office/drawing/2014/main" id="{D4F17FDB-45A5-4AED-96C1-E9D4F6C65A6E}"/>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68" name="Google Shape;168;p41">
            <a:extLst>
              <a:ext uri="{FF2B5EF4-FFF2-40B4-BE49-F238E27FC236}">
                <a16:creationId xmlns:a16="http://schemas.microsoft.com/office/drawing/2014/main" id="{9DEB9BE2-5692-42D7-BE58-EBAFE34C0151}"/>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10" name="Google Shape;169;p41"/>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11" name="Google Shape;170;p41"/>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0 Blank_branded">
  <p:cSld name="CUSTOM_18">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04 Title&amp;Content_white">
  <p:cSld name="Title and Content_3_1_1_1_1_1">
    <p:bg>
      <p:bgPr>
        <a:noFill/>
        <a:effectLst/>
      </p:bgPr>
    </p:bg>
    <p:spTree>
      <p:nvGrpSpPr>
        <p:cNvPr id="1" name=""/>
        <p:cNvGrpSpPr/>
        <p:nvPr/>
      </p:nvGrpSpPr>
      <p:grpSpPr>
        <a:xfrm>
          <a:off x="0" y="0"/>
          <a:ext cx="0" cy="0"/>
          <a:chOff x="0" y="0"/>
          <a:chExt cx="0" cy="0"/>
        </a:xfrm>
      </p:grpSpPr>
      <p:sp>
        <p:nvSpPr>
          <p:cNvPr id="174" name="Google Shape;174;p43">
            <a:extLst>
              <a:ext uri="{FF2B5EF4-FFF2-40B4-BE49-F238E27FC236}">
                <a16:creationId xmlns:a16="http://schemas.microsoft.com/office/drawing/2014/main" id="{C6B7E916-3FEC-4C53-AA99-FDB027F89422}"/>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dk1"/>
              </a:buClr>
              <a:buSzPts val="3000"/>
              <a:buFont typeface="Arial"/>
              <a:buNone/>
              <a:defRPr sz="3000" b="1" i="0" u="none" cap="none">
                <a:solidFill>
                  <a:schemeClr val="dk1"/>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175" name="Google Shape;175;p43">
            <a:extLst>
              <a:ext uri="{FF2B5EF4-FFF2-40B4-BE49-F238E27FC236}">
                <a16:creationId xmlns:a16="http://schemas.microsoft.com/office/drawing/2014/main" id="{3D0A011A-A0D4-4655-8958-1824FC66082E}"/>
              </a:ext>
            </a:extLst>
          </p:cNvPr>
          <p:cNvSpPr>
            <a:spLocks noGrp="1"/>
          </p:cNvSpPr>
          <p:nvPr>
            <p:ph type="body" idx="1"/>
          </p:nvPr>
        </p:nvSpPr>
        <p:spPr>
          <a:xfrm>
            <a:off x="347400" y="1051560"/>
            <a:ext cx="84492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chemeClr val="dk1"/>
              </a:buClr>
              <a:buSzPts val="1800"/>
              <a:buFont typeface="Roboto"/>
              <a:buChar char="●"/>
              <a:defRPr sz="1800" b="0" i="0" u="none" cap="none">
                <a:solidFill>
                  <a:schemeClr val="dk1"/>
                </a:solidFill>
                <a:latin typeface="Roboto"/>
                <a:ea typeface="Roboto"/>
                <a:cs typeface="Roboto"/>
              </a:defRPr>
            </a:lvl1pPr>
            <a:lvl2pPr marL="914400" marR="0" indent="-317500" algn="l">
              <a:lnSpc>
                <a:spcPct val="115000"/>
              </a:lnSpc>
              <a:spcBef>
                <a:spcPts val="1000"/>
              </a:spcBef>
              <a:spcAft>
                <a:spcPts val="0"/>
              </a:spcAft>
              <a:buClr>
                <a:schemeClr val="dk1"/>
              </a:buClr>
              <a:buSzPts val="1400"/>
              <a:buFont typeface="Roboto Light"/>
              <a:buChar char="○"/>
              <a:defRPr sz="1400" b="0" i="0" u="none" cap="none">
                <a:solidFill>
                  <a:schemeClr val="dk1"/>
                </a:solidFill>
                <a:latin typeface="Roboto Light"/>
                <a:ea typeface="Roboto Light"/>
                <a:cs typeface="Roboto Light"/>
              </a:defRPr>
            </a:lvl2pPr>
            <a:lvl3pPr marL="1371600" marR="0" indent="-304800" algn="l">
              <a:lnSpc>
                <a:spcPct val="115000"/>
              </a:lnSpc>
              <a:spcBef>
                <a:spcPts val="1000"/>
              </a:spcBef>
              <a:spcAft>
                <a:spcPts val="0"/>
              </a:spcAft>
              <a:buClr>
                <a:schemeClr val="dk1"/>
              </a:buClr>
              <a:buSzPts val="1200"/>
              <a:buFont typeface="Roboto Light"/>
              <a:buChar char="■"/>
              <a:defRPr sz="1200" b="0" i="0" u="none" cap="none">
                <a:solidFill>
                  <a:schemeClr val="dk1"/>
                </a:solidFill>
                <a:latin typeface="Roboto Light"/>
                <a:ea typeface="Roboto Light"/>
                <a:cs typeface="Roboto Light"/>
              </a:defRPr>
            </a:lvl3pPr>
            <a:lvl4pPr marL="1828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4pPr>
            <a:lvl5pPr marL="22860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5pPr>
            <a:lvl6pPr marL="27432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6pPr>
            <a:lvl7pPr marL="32004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7pPr>
            <a:lvl8pPr marL="36576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8pPr>
            <a:lvl9pPr marL="4114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1">
  <p:cSld name="TITLE_3">
    <p:spTree>
      <p:nvGrpSpPr>
        <p:cNvPr id="1" name=""/>
        <p:cNvGrpSpPr/>
        <p:nvPr/>
      </p:nvGrpSpPr>
      <p:grpSpPr>
        <a:xfrm>
          <a:off x="0" y="0"/>
          <a:ext cx="0" cy="0"/>
          <a:chOff x="0" y="0"/>
          <a:chExt cx="0" cy="0"/>
        </a:xfrm>
      </p:grpSpPr>
      <p:sp>
        <p:nvSpPr>
          <p:cNvPr id="177" name="Google Shape;177;p44">
            <a:extLst>
              <a:ext uri="{FF2B5EF4-FFF2-40B4-BE49-F238E27FC236}">
                <a16:creationId xmlns:a16="http://schemas.microsoft.com/office/drawing/2014/main" id="{D4546613-D4D6-4BFD-ABD1-5C0D392E9872}"/>
              </a:ext>
            </a:extLst>
          </p:cNvPr>
          <p:cNvSpPr>
            <a:spLocks noGrp="1"/>
          </p:cNvSpPr>
          <p:nvPr/>
        </p:nvSpPr>
        <p:spPr>
          <a:xfrm>
            <a:off x="0" y="0"/>
            <a:ext cx="9144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sp>
        <p:nvSpPr>
          <p:cNvPr id="178" name="Google Shape;178;p44">
            <a:extLst>
              <a:ext uri="{FF2B5EF4-FFF2-40B4-BE49-F238E27FC236}">
                <a16:creationId xmlns:a16="http://schemas.microsoft.com/office/drawing/2014/main" id="{792C16F5-FA47-4EA2-AD8E-37A70558433F}"/>
              </a:ext>
            </a:extLst>
          </p:cNvPr>
          <p:cNvSpPr>
            <a:spLocks noGrp="1"/>
          </p:cNvSpPr>
          <p:nvPr/>
        </p:nvSpPr>
        <p:spPr>
          <a:xfrm>
            <a:off x="2" y="0"/>
            <a:ext cx="4353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pic>
        <p:nvPicPr>
          <p:cNvPr id="275" name="Google Shape;179;p44"/>
          <p:cNvPicPr>
            <a:picLocks noChangeAspect="1"/>
          </p:cNvPicPr>
          <p:nvPr/>
        </p:nvPicPr>
        <p:blipFill rotWithShape="1">
          <a:blip r:embed="rId2">
            <a:alphaModFix/>
          </a:blip>
          <a:srcRect/>
          <a:stretch/>
        </p:blipFill>
        <p:spPr>
          <a:xfrm>
            <a:off x="319075" y="2209896"/>
            <a:ext cx="3714783" cy="719670"/>
          </a:xfrm>
          <a:prstGeom prst="rect">
            <a:avLst/>
          </a:prstGeom>
          <a:ln>
            <a:noFill/>
          </a:ln>
        </p:spPr>
      </p:pic>
      <p:sp>
        <p:nvSpPr>
          <p:cNvPr id="180" name="Google Shape;180;p44">
            <a:extLst>
              <a:ext uri="{FF2B5EF4-FFF2-40B4-BE49-F238E27FC236}">
                <a16:creationId xmlns:a16="http://schemas.microsoft.com/office/drawing/2014/main" id="{09125FAF-A16F-4728-B31F-1CF265B0C73F}"/>
              </a:ext>
            </a:extLst>
          </p:cNvPr>
          <p:cNvSpPr>
            <a:spLocks noGrp="1"/>
          </p:cNvSpPr>
          <p:nvPr>
            <p:ph type="ctrTitle"/>
          </p:nvPr>
        </p:nvSpPr>
        <p:spPr>
          <a:xfrm>
            <a:off x="4572001" y="2110077"/>
            <a:ext cx="4343400" cy="461700"/>
          </a:xfrm>
          <a:prstGeom prst="rect">
            <a:avLst/>
          </a:prstGeom>
          <a:noFill/>
          <a:ln>
            <a:noFill/>
          </a:ln>
        </p:spPr>
        <p:txBody>
          <a:bodyPr spcFirstLastPara="1" wrap="square" lIns="0" tIns="34275" rIns="0" bIns="34275" anchor="ctr">
            <a:noAutofit/>
          </a:bodyPr>
          <a:lstStyle>
            <a:lvl1pPr marR="0" algn="l">
              <a:lnSpc>
                <a:spcPct val="90000"/>
              </a:lnSpc>
              <a:spcBef>
                <a:spcPts val="0"/>
              </a:spcBef>
              <a:spcAft>
                <a:spcPts val="0"/>
              </a:spcAft>
              <a:buClr>
                <a:srgbClr val="0F3B4A"/>
              </a:buClr>
              <a:buSzPts val="2700"/>
              <a:buFont typeface="Roboto Light"/>
              <a:buNone/>
              <a:defRPr sz="2700" b="0" i="0" u="none" cap="none">
                <a:solidFill>
                  <a:srgbClr val="0F3B4A"/>
                </a:solidFill>
                <a:latin typeface="Roboto Light"/>
                <a:ea typeface="Roboto Light"/>
                <a:cs typeface="Roboto Light"/>
              </a:defRPr>
            </a:lvl1pPr>
            <a:lvl2pPr>
              <a:spcBef>
                <a:spcPts val="0"/>
              </a:spcBef>
              <a:spcAft>
                <a:spcPts val="0"/>
              </a:spcAft>
              <a:buSzPts val="2400"/>
              <a:buNone/>
              <a:defRPr sz="1400"/>
            </a:lvl2pPr>
            <a:lvl3pPr>
              <a:spcBef>
                <a:spcPts val="0"/>
              </a:spcBef>
              <a:spcAft>
                <a:spcPts val="0"/>
              </a:spcAft>
              <a:buSzPts val="2400"/>
              <a:buNone/>
              <a:defRPr sz="1400"/>
            </a:lvl3pPr>
            <a:lvl4pPr>
              <a:spcBef>
                <a:spcPts val="0"/>
              </a:spcBef>
              <a:spcAft>
                <a:spcPts val="0"/>
              </a:spcAft>
              <a:buSzPts val="2400"/>
              <a:buNone/>
              <a:defRPr sz="1400"/>
            </a:lvl4pPr>
            <a:lvl5pPr>
              <a:spcBef>
                <a:spcPts val="0"/>
              </a:spcBef>
              <a:spcAft>
                <a:spcPts val="0"/>
              </a:spcAft>
              <a:buSzPts val="2400"/>
              <a:buNone/>
              <a:defRPr sz="1400"/>
            </a:lvl5pPr>
            <a:lvl6pPr>
              <a:spcBef>
                <a:spcPts val="0"/>
              </a:spcBef>
              <a:spcAft>
                <a:spcPts val="0"/>
              </a:spcAft>
              <a:buSzPts val="2400"/>
              <a:buNone/>
              <a:defRPr sz="1400"/>
            </a:lvl6pPr>
            <a:lvl7pPr>
              <a:spcBef>
                <a:spcPts val="0"/>
              </a:spcBef>
              <a:spcAft>
                <a:spcPts val="0"/>
              </a:spcAft>
              <a:buSzPts val="2400"/>
              <a:buNone/>
              <a:defRPr sz="1400"/>
            </a:lvl7pPr>
            <a:lvl8pPr>
              <a:spcBef>
                <a:spcPts val="0"/>
              </a:spcBef>
              <a:spcAft>
                <a:spcPts val="0"/>
              </a:spcAft>
              <a:buSzPts val="2400"/>
              <a:buNone/>
              <a:defRPr sz="1400"/>
            </a:lvl8pPr>
            <a:lvl9pPr>
              <a:spcBef>
                <a:spcPts val="0"/>
              </a:spcBef>
              <a:spcAft>
                <a:spcPts val="0"/>
              </a:spcAft>
              <a:buSzPts val="2400"/>
              <a:buNone/>
              <a:defRPr sz="1400"/>
            </a:lvl9pPr>
          </a:lstStyle>
          <a:p>
            <a:endParaRPr/>
          </a:p>
        </p:txBody>
      </p:sp>
      <p:sp>
        <p:nvSpPr>
          <p:cNvPr id="181" name="Google Shape;181;p44">
            <a:extLst>
              <a:ext uri="{FF2B5EF4-FFF2-40B4-BE49-F238E27FC236}">
                <a16:creationId xmlns:a16="http://schemas.microsoft.com/office/drawing/2014/main" id="{C9E8E151-B90D-4C26-B384-5CD7318D1148}"/>
              </a:ext>
            </a:extLst>
          </p:cNvPr>
          <p:cNvSpPr>
            <a:spLocks noGrp="1"/>
          </p:cNvSpPr>
          <p:nvPr>
            <p:ph type="subTitle" idx="1"/>
          </p:nvPr>
        </p:nvSpPr>
        <p:spPr>
          <a:xfrm>
            <a:off x="4572001" y="2662483"/>
            <a:ext cx="4343400" cy="591300"/>
          </a:xfrm>
          <a:prstGeom prst="rect">
            <a:avLst/>
          </a:prstGeom>
          <a:noFill/>
          <a:ln>
            <a:noFill/>
          </a:ln>
        </p:spPr>
        <p:txBody>
          <a:bodyPr spcFirstLastPara="1" wrap="square" lIns="0" tIns="34275" rIns="68575" bIns="34275" anchor="t">
            <a:noAutofit/>
          </a:bodyPr>
          <a:lstStyle>
            <a:lvl1pPr marR="0" algn="l">
              <a:lnSpc>
                <a:spcPct val="90000"/>
              </a:lnSpc>
              <a:spcBef>
                <a:spcPts val="600"/>
              </a:spcBef>
              <a:spcAft>
                <a:spcPts val="0"/>
              </a:spcAft>
              <a:buClr>
                <a:srgbClr val="0F3B4A"/>
              </a:buClr>
              <a:buSzPts val="1400"/>
              <a:buFont typeface="Arial"/>
              <a:buNone/>
              <a:defRPr sz="1400" b="0" i="0" u="none" cap="none">
                <a:solidFill>
                  <a:srgbClr val="0F3B4A"/>
                </a:solidFill>
                <a:latin typeface="Roboto Light"/>
                <a:ea typeface="Roboto Light"/>
                <a:cs typeface="Roboto Light"/>
              </a:defRPr>
            </a:lvl1pPr>
            <a:lvl2pPr marR="0" algn="ctr">
              <a:lnSpc>
                <a:spcPct val="90000"/>
              </a:lnSpc>
              <a:spcBef>
                <a:spcPts val="300"/>
              </a:spcBef>
              <a:spcAft>
                <a:spcPts val="0"/>
              </a:spcAft>
              <a:buClr>
                <a:schemeClr val="accent4"/>
              </a:buClr>
              <a:buSzPts val="1100"/>
              <a:buFont typeface="Arial"/>
              <a:buNone/>
              <a:defRPr sz="1100" b="0" i="0" u="none" cap="none">
                <a:solidFill>
                  <a:srgbClr val="3A3838"/>
                </a:solidFill>
                <a:latin typeface="Roboto Light"/>
                <a:ea typeface="Roboto Light"/>
                <a:cs typeface="Roboto Light"/>
              </a:defRPr>
            </a:lvl2pPr>
            <a:lvl3pPr marR="0" algn="ctr">
              <a:lnSpc>
                <a:spcPct val="90000"/>
              </a:lnSpc>
              <a:spcBef>
                <a:spcPts val="300"/>
              </a:spcBef>
              <a:spcAft>
                <a:spcPts val="0"/>
              </a:spcAft>
              <a:buClr>
                <a:schemeClr val="accent4"/>
              </a:buClr>
              <a:buSzPts val="1000"/>
              <a:buFont typeface="Arial"/>
              <a:buNone/>
              <a:defRPr sz="1000" b="0" i="0" u="none" cap="none">
                <a:solidFill>
                  <a:srgbClr val="3A3838"/>
                </a:solidFill>
                <a:latin typeface="Roboto Light"/>
                <a:ea typeface="Roboto Light"/>
                <a:cs typeface="Roboto Light"/>
              </a:defRPr>
            </a:lvl3pPr>
            <a:lvl4pPr marR="0" algn="ctr">
              <a:lnSpc>
                <a:spcPct val="90000"/>
              </a:lnSpc>
              <a:spcBef>
                <a:spcPts val="300"/>
              </a:spcBef>
              <a:spcAft>
                <a:spcPts val="0"/>
              </a:spcAft>
              <a:buClr>
                <a:schemeClr val="accent4"/>
              </a:buClr>
              <a:buSzPts val="900"/>
              <a:buFont typeface="Arial"/>
              <a:buNone/>
              <a:defRPr sz="900" b="0" i="0" u="none" cap="none">
                <a:solidFill>
                  <a:srgbClr val="3A3838"/>
                </a:solidFill>
                <a:latin typeface="Roboto Light"/>
                <a:ea typeface="Roboto Light"/>
                <a:cs typeface="Roboto Light"/>
              </a:defRPr>
            </a:lvl4pPr>
            <a:lvl5pPr marR="0" algn="ctr">
              <a:lnSpc>
                <a:spcPct val="90000"/>
              </a:lnSpc>
              <a:spcBef>
                <a:spcPts val="300"/>
              </a:spcBef>
              <a:spcAft>
                <a:spcPts val="0"/>
              </a:spcAft>
              <a:buClr>
                <a:schemeClr val="accent4"/>
              </a:buClr>
              <a:buSzPts val="900"/>
              <a:buFont typeface="Arial"/>
              <a:buNone/>
              <a:defRPr sz="900" b="0" i="0" u="none" cap="none">
                <a:solidFill>
                  <a:srgbClr val="3A3838"/>
                </a:solidFill>
                <a:latin typeface="Roboto Light"/>
                <a:ea typeface="Roboto Light"/>
                <a:cs typeface="Roboto Light"/>
              </a:defRPr>
            </a:lvl5pPr>
            <a:lvl6pPr marR="0" algn="ctr">
              <a:lnSpc>
                <a:spcPct val="90000"/>
              </a:lnSpc>
              <a:spcBef>
                <a:spcPts val="300"/>
              </a:spcBef>
              <a:spcAft>
                <a:spcPts val="0"/>
              </a:spcAft>
              <a:buClr>
                <a:schemeClr val="dk1"/>
              </a:buClr>
              <a:buSzPts val="900"/>
              <a:buFont typeface="Arial"/>
              <a:buNone/>
              <a:defRPr sz="900" b="0" i="0" u="none" cap="none">
                <a:solidFill>
                  <a:schemeClr val="dk1"/>
                </a:solidFill>
                <a:latin typeface="Roboto Light"/>
                <a:ea typeface="Roboto Light"/>
                <a:cs typeface="Roboto Light"/>
              </a:defRPr>
            </a:lvl6pPr>
            <a:lvl7pPr marR="0" algn="ctr">
              <a:lnSpc>
                <a:spcPct val="90000"/>
              </a:lnSpc>
              <a:spcBef>
                <a:spcPts val="300"/>
              </a:spcBef>
              <a:spcAft>
                <a:spcPts val="0"/>
              </a:spcAft>
              <a:buClr>
                <a:schemeClr val="dk1"/>
              </a:buClr>
              <a:buSzPts val="900"/>
              <a:buFont typeface="Arial"/>
              <a:buNone/>
              <a:defRPr sz="900" b="0" i="0" u="none" cap="none">
                <a:solidFill>
                  <a:schemeClr val="dk1"/>
                </a:solidFill>
                <a:latin typeface="Roboto Light"/>
                <a:ea typeface="Roboto Light"/>
                <a:cs typeface="Roboto Light"/>
              </a:defRPr>
            </a:lvl7pPr>
            <a:lvl8pPr marR="0" algn="ctr">
              <a:lnSpc>
                <a:spcPct val="90000"/>
              </a:lnSpc>
              <a:spcBef>
                <a:spcPts val="300"/>
              </a:spcBef>
              <a:spcAft>
                <a:spcPts val="0"/>
              </a:spcAft>
              <a:buClr>
                <a:schemeClr val="dk1"/>
              </a:buClr>
              <a:buSzPts val="900"/>
              <a:buFont typeface="Arial"/>
              <a:buNone/>
              <a:defRPr sz="900" b="0" i="0" u="none" cap="none">
                <a:solidFill>
                  <a:schemeClr val="dk1"/>
                </a:solidFill>
                <a:latin typeface="Roboto Light"/>
                <a:ea typeface="Roboto Light"/>
                <a:cs typeface="Roboto Light"/>
              </a:defRPr>
            </a:lvl8pPr>
            <a:lvl9pPr marR="0" algn="ctr">
              <a:lnSpc>
                <a:spcPct val="90000"/>
              </a:lnSpc>
              <a:spcBef>
                <a:spcPts val="300"/>
              </a:spcBef>
              <a:spcAft>
                <a:spcPts val="0"/>
              </a:spcAft>
              <a:buClr>
                <a:schemeClr val="dk1"/>
              </a:buClr>
              <a:buSzPts val="900"/>
              <a:buFont typeface="Arial"/>
              <a:buNone/>
              <a:defRPr sz="900" b="0" i="0" u="none" cap="none">
                <a:solidFill>
                  <a:schemeClr val="dk1"/>
                </a:solidFill>
                <a:latin typeface="Roboto Light"/>
                <a:ea typeface="Roboto Light"/>
                <a:cs typeface="Roboto Light"/>
              </a:defRPr>
            </a:lvl9pPr>
          </a:lstStyle>
          <a:p>
            <a:endParaRPr/>
          </a:p>
        </p:txBody>
      </p:sp>
      <p:cxnSp>
        <p:nvCxnSpPr>
          <p:cNvPr id="278" name="Google Shape;182;p44"/>
          <p:cNvCxnSpPr/>
          <p:nvPr/>
        </p:nvCxnSpPr>
        <p:spPr>
          <a:xfrm>
            <a:off x="4572004" y="2571750"/>
            <a:ext cx="4343400" cy="0"/>
          </a:xfrm>
          <a:prstGeom prst="straightConnector1">
            <a:avLst/>
          </a:prstGeom>
          <a:ln w="12700" cap="rnd">
            <a:solidFill>
              <a:schemeClr val="accent1"/>
            </a:solidFill>
            <a:prstDash val="solid"/>
            <a:miter/>
            <a:headEnd type="none" w="sm" len="sm"/>
            <a:tailEnd type="none" w="sm" len="sm"/>
          </a:ln>
        </p:spPr>
      </p:cxnSp>
      <p:sp>
        <p:nvSpPr>
          <p:cNvPr id="183" name="Google Shape;183;p44">
            <a:extLst>
              <a:ext uri="{FF2B5EF4-FFF2-40B4-BE49-F238E27FC236}">
                <a16:creationId xmlns:a16="http://schemas.microsoft.com/office/drawing/2014/main" id="{47DCDD23-A032-4A57-BF12-7D41B8BFBE94}"/>
              </a:ext>
            </a:extLst>
          </p:cNvPr>
          <p:cNvSpPr>
            <a:spLocks noGrp="1"/>
          </p:cNvSpPr>
          <p:nvPr/>
        </p:nvSpPr>
        <p:spPr>
          <a:xfrm>
            <a:off x="0" y="-58228"/>
            <a:ext cx="9144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sp>
        <p:nvSpPr>
          <p:cNvPr id="184" name="Google Shape;184;p44">
            <a:extLst>
              <a:ext uri="{FF2B5EF4-FFF2-40B4-BE49-F238E27FC236}">
                <a16:creationId xmlns:a16="http://schemas.microsoft.com/office/drawing/2014/main" id="{270E4839-64C2-48BB-A606-4060114A67A0}"/>
              </a:ext>
            </a:extLst>
          </p:cNvPr>
          <p:cNvSpPr>
            <a:spLocks noGrp="1"/>
          </p:cNvSpPr>
          <p:nvPr/>
        </p:nvSpPr>
        <p:spPr>
          <a:xfrm>
            <a:off x="2" y="0"/>
            <a:ext cx="4353000" cy="5143500"/>
          </a:xfrm>
          <a:prstGeom prst="rect">
            <a:avLst/>
          </a:prstGeom>
          <a:solidFill>
            <a:schemeClr val="lt1"/>
          </a:solidFill>
          <a:ln>
            <a:noFill/>
          </a:ln>
        </p:spPr>
        <p:txBody>
          <a:bodyPr spcFirstLastPara="1" wrap="square" lIns="68575" tIns="34275" rIns="68575" bIns="34275" anchor="ctr">
            <a:noAutofit/>
          </a:bodyPr>
          <a:lstStyle/>
          <a:p>
            <a:pPr marL="0" marR="0" lvl="0" indent="0" algn="ctr">
              <a:spcBef>
                <a:spcPts val="0"/>
              </a:spcBef>
              <a:spcAft>
                <a:spcPts val="0"/>
              </a:spcAft>
              <a:buNone/>
            </a:pPr>
            <a:endParaRPr sz="1000" b="0" i="0" u="none" cap="none">
              <a:solidFill>
                <a:schemeClr val="lt1"/>
              </a:solidFill>
              <a:latin typeface="Roboto Light"/>
              <a:ea typeface="Roboto Light"/>
              <a:cs typeface="Roboto Light"/>
            </a:endParaRPr>
          </a:p>
        </p:txBody>
      </p:sp>
      <p:pic>
        <p:nvPicPr>
          <p:cNvPr id="281" name="Google Shape;185;p44"/>
          <p:cNvPicPr>
            <a:picLocks noChangeAspect="1"/>
          </p:cNvPicPr>
          <p:nvPr/>
        </p:nvPicPr>
        <p:blipFill rotWithShape="1">
          <a:blip r:embed="rId2">
            <a:alphaModFix/>
          </a:blip>
          <a:srcRect/>
          <a:stretch/>
        </p:blipFill>
        <p:spPr>
          <a:xfrm>
            <a:off x="319075" y="2209896"/>
            <a:ext cx="3714783" cy="719670"/>
          </a:xfrm>
          <a:prstGeom prst="rect">
            <a:avLst/>
          </a:prstGeom>
          <a:ln>
            <a:noFill/>
          </a:ln>
        </p:spPr>
      </p:pic>
      <p:cxnSp>
        <p:nvCxnSpPr>
          <p:cNvPr id="282" name="Google Shape;186;p44"/>
          <p:cNvCxnSpPr/>
          <p:nvPr/>
        </p:nvCxnSpPr>
        <p:spPr>
          <a:xfrm>
            <a:off x="4572004" y="2571750"/>
            <a:ext cx="4343400" cy="0"/>
          </a:xfrm>
          <a:prstGeom prst="straightConnector1">
            <a:avLst/>
          </a:prstGeom>
          <a:ln w="12700" cap="rnd">
            <a:solidFill>
              <a:schemeClr val="accent1"/>
            </a:solidFill>
            <a:prstDash val="solid"/>
            <a:miter/>
            <a:headEnd type="none" w="sm" len="sm"/>
            <a:tailEnd type="none" w="sm" len="sm"/>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
        <p:cNvGrpSpPr/>
        <p:nvPr/>
      </p:nvGrpSpPr>
      <p:grpSpPr>
        <a:xfrm>
          <a:off x="0" y="0"/>
          <a:ext cx="0" cy="0"/>
          <a:chOff x="0" y="0"/>
          <a:chExt cx="0" cy="0"/>
        </a:xfrm>
      </p:grpSpPr>
      <p:sp>
        <p:nvSpPr>
          <p:cNvPr id="188" name="Google Shape;188;p45">
            <a:extLst>
              <a:ext uri="{FF2B5EF4-FFF2-40B4-BE49-F238E27FC236}">
                <a16:creationId xmlns:a16="http://schemas.microsoft.com/office/drawing/2014/main" id="{BA6889FD-7B1A-421F-A24B-B32B8D48934D}"/>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lvl1pPr marR="0" algn="l">
              <a:lnSpc>
                <a:spcPct val="90000"/>
              </a:lnSpc>
              <a:spcBef>
                <a:spcPts val="0"/>
              </a:spcBef>
              <a:spcAft>
                <a:spcPts val="0"/>
              </a:spcAft>
              <a:buClr>
                <a:srgbClr val="3A3838"/>
              </a:buClr>
              <a:buSzPts val="2100"/>
              <a:buFont typeface="Roboto Light"/>
              <a:buNone/>
              <a:defRPr sz="2100" b="0" i="0" u="none" cap="none">
                <a:solidFill>
                  <a:srgbClr val="3A3838"/>
                </a:solidFill>
                <a:latin typeface="Roboto Light"/>
                <a:ea typeface="Roboto Light"/>
                <a:cs typeface="Roboto Light"/>
              </a:defRPr>
            </a:lvl1pPr>
            <a:lvl2pPr>
              <a:spcBef>
                <a:spcPts val="0"/>
              </a:spcBef>
              <a:spcAft>
                <a:spcPts val="0"/>
              </a:spcAft>
              <a:buSzPts val="2400"/>
              <a:buNone/>
              <a:defRPr sz="1400"/>
            </a:lvl2pPr>
            <a:lvl3pPr>
              <a:spcBef>
                <a:spcPts val="0"/>
              </a:spcBef>
              <a:spcAft>
                <a:spcPts val="0"/>
              </a:spcAft>
              <a:buSzPts val="2400"/>
              <a:buNone/>
              <a:defRPr sz="1400"/>
            </a:lvl3pPr>
            <a:lvl4pPr>
              <a:spcBef>
                <a:spcPts val="0"/>
              </a:spcBef>
              <a:spcAft>
                <a:spcPts val="0"/>
              </a:spcAft>
              <a:buSzPts val="2400"/>
              <a:buNone/>
              <a:defRPr sz="1400"/>
            </a:lvl4pPr>
            <a:lvl5pPr>
              <a:spcBef>
                <a:spcPts val="0"/>
              </a:spcBef>
              <a:spcAft>
                <a:spcPts val="0"/>
              </a:spcAft>
              <a:buSzPts val="2400"/>
              <a:buNone/>
              <a:defRPr sz="1400"/>
            </a:lvl5pPr>
            <a:lvl6pPr>
              <a:spcBef>
                <a:spcPts val="0"/>
              </a:spcBef>
              <a:spcAft>
                <a:spcPts val="0"/>
              </a:spcAft>
              <a:buSzPts val="2400"/>
              <a:buNone/>
              <a:defRPr sz="1400"/>
            </a:lvl6pPr>
            <a:lvl7pPr>
              <a:spcBef>
                <a:spcPts val="0"/>
              </a:spcBef>
              <a:spcAft>
                <a:spcPts val="0"/>
              </a:spcAft>
              <a:buSzPts val="2400"/>
              <a:buNone/>
              <a:defRPr sz="1400"/>
            </a:lvl7pPr>
            <a:lvl8pPr>
              <a:spcBef>
                <a:spcPts val="0"/>
              </a:spcBef>
              <a:spcAft>
                <a:spcPts val="0"/>
              </a:spcAft>
              <a:buSzPts val="2400"/>
              <a:buNone/>
              <a:defRPr sz="1400"/>
            </a:lvl8pPr>
            <a:lvl9pPr>
              <a:spcBef>
                <a:spcPts val="0"/>
              </a:spcBef>
              <a:spcAft>
                <a:spcPts val="0"/>
              </a:spcAft>
              <a:buSzPts val="2400"/>
              <a:buNone/>
              <a:defRPr sz="1400"/>
            </a:lvl9pPr>
          </a:lstStyle>
          <a:p>
            <a:endParaRPr/>
          </a:p>
        </p:txBody>
      </p:sp>
      <p:sp>
        <p:nvSpPr>
          <p:cNvPr id="189" name="Google Shape;189;p45">
            <a:extLst>
              <a:ext uri="{FF2B5EF4-FFF2-40B4-BE49-F238E27FC236}">
                <a16:creationId xmlns:a16="http://schemas.microsoft.com/office/drawing/2014/main" id="{CD09CF7E-BE06-4F26-8825-DC26ED925385}"/>
              </a:ext>
            </a:extLst>
          </p:cNvPr>
          <p:cNvSpPr>
            <a:spLocks noGrp="1"/>
          </p:cNvSpPr>
          <p:nvPr>
            <p:ph type="body" idx="1"/>
          </p:nvPr>
        </p:nvSpPr>
        <p:spPr>
          <a:xfrm>
            <a:off x="228600" y="771526"/>
            <a:ext cx="8686800" cy="3686100"/>
          </a:xfrm>
          <a:prstGeom prst="rect">
            <a:avLst/>
          </a:prstGeom>
          <a:noFill/>
          <a:ln>
            <a:noFill/>
          </a:ln>
        </p:spPr>
        <p:txBody>
          <a:bodyPr spcFirstLastPara="1" wrap="square" lIns="68575" tIns="34275" rIns="68575" bIns="34275" anchor="t">
            <a:noAutofit/>
          </a:bodyPr>
          <a:lstStyle>
            <a:lvl1pPr marL="457200" marR="0" indent="-228600" algn="l">
              <a:lnSpc>
                <a:spcPct val="90000"/>
              </a:lnSpc>
              <a:spcBef>
                <a:spcPts val="600"/>
              </a:spcBef>
              <a:spcAft>
                <a:spcPts val="0"/>
              </a:spcAft>
              <a:buClr>
                <a:srgbClr val="3A3838"/>
              </a:buClr>
              <a:buSzPts val="1500"/>
              <a:buFont typeface="Arial"/>
              <a:buNone/>
              <a:defRPr sz="1500" b="0" i="0" u="none" cap="none">
                <a:solidFill>
                  <a:srgbClr val="3A3838"/>
                </a:solidFill>
                <a:latin typeface="Roboto Light"/>
                <a:ea typeface="Roboto Light"/>
                <a:cs typeface="Roboto Light"/>
              </a:defRPr>
            </a:lvl1pPr>
            <a:lvl2pPr marL="9144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2pPr>
            <a:lvl3pPr marL="13716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3pPr>
            <a:lvl4pPr marL="18288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4pPr>
            <a:lvl5pPr marL="22860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5pPr>
            <a:lvl6pPr marL="27432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6pPr>
            <a:lvl7pPr marL="32004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7pPr>
            <a:lvl8pPr marL="36576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8pPr>
            <a:lvl9pPr marL="41148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191" name="Google Shape;191;p46">
            <a:extLst>
              <a:ext uri="{FF2B5EF4-FFF2-40B4-BE49-F238E27FC236}">
                <a16:creationId xmlns:a16="http://schemas.microsoft.com/office/drawing/2014/main" id="{23539AA9-A0BF-4FBD-97DA-94EC26A2BDC7}"/>
              </a:ext>
            </a:extLst>
          </p:cNvPr>
          <p:cNvSpPr>
            <a:spLocks noGrp="1"/>
          </p:cNvSpPr>
          <p:nvPr>
            <p:ph type="title"/>
          </p:nvPr>
        </p:nvSpPr>
        <p:spPr>
          <a:xfrm>
            <a:off x="228600" y="6"/>
            <a:ext cx="8686800" cy="585300"/>
          </a:xfrm>
          <a:prstGeom prst="rect">
            <a:avLst/>
          </a:prstGeom>
          <a:noFill/>
          <a:ln>
            <a:noFill/>
          </a:ln>
        </p:spPr>
        <p:txBody>
          <a:bodyPr spcFirstLastPara="1" wrap="square" lIns="0" tIns="45700" rIns="91425" bIns="45700" anchor="b">
            <a:noAutofit/>
          </a:bodyPr>
          <a:lstStyle>
            <a:lvl1pPr marL="0" marR="0" indent="0" algn="l">
              <a:lnSpc>
                <a:spcPct val="90000"/>
              </a:lnSpc>
              <a:spcBef>
                <a:spcPts val="0"/>
              </a:spcBef>
              <a:spcAft>
                <a:spcPts val="0"/>
              </a:spcAft>
              <a:buClr>
                <a:srgbClr val="3A3838"/>
              </a:buClr>
              <a:buSzPts val="2400"/>
              <a:buFont typeface="Roboto Light"/>
              <a:buNone/>
              <a:defRPr sz="2100" b="0" i="0" u="none" cap="none">
                <a:solidFill>
                  <a:srgbClr val="3A3838"/>
                </a:solidFill>
                <a:latin typeface="Roboto Light"/>
                <a:ea typeface="Roboto Light"/>
                <a:cs typeface="Roboto Light"/>
              </a:defRPr>
            </a:lvl1pPr>
            <a:lvl2pPr indent="0">
              <a:spcBef>
                <a:spcPts val="0"/>
              </a:spcBef>
              <a:spcAft>
                <a:spcPts val="0"/>
              </a:spcAft>
              <a:buSzPts val="2400"/>
              <a:buNone/>
              <a:defRPr sz="1400"/>
            </a:lvl2pPr>
            <a:lvl3pPr indent="0">
              <a:spcBef>
                <a:spcPts val="0"/>
              </a:spcBef>
              <a:spcAft>
                <a:spcPts val="0"/>
              </a:spcAft>
              <a:buSzPts val="2400"/>
              <a:buNone/>
              <a:defRPr sz="1400"/>
            </a:lvl3pPr>
            <a:lvl4pPr indent="0">
              <a:spcBef>
                <a:spcPts val="0"/>
              </a:spcBef>
              <a:spcAft>
                <a:spcPts val="0"/>
              </a:spcAft>
              <a:buSzPts val="2400"/>
              <a:buNone/>
              <a:defRPr sz="1400"/>
            </a:lvl4pPr>
            <a:lvl5pPr indent="0">
              <a:spcBef>
                <a:spcPts val="0"/>
              </a:spcBef>
              <a:spcAft>
                <a:spcPts val="0"/>
              </a:spcAft>
              <a:buSzPts val="2400"/>
              <a:buNone/>
              <a:defRPr sz="1400"/>
            </a:lvl5pPr>
            <a:lvl6pPr indent="0">
              <a:spcBef>
                <a:spcPts val="0"/>
              </a:spcBef>
              <a:spcAft>
                <a:spcPts val="0"/>
              </a:spcAft>
              <a:buSzPts val="2400"/>
              <a:buNone/>
              <a:defRPr sz="1400"/>
            </a:lvl6pPr>
            <a:lvl7pPr indent="0">
              <a:spcBef>
                <a:spcPts val="0"/>
              </a:spcBef>
              <a:spcAft>
                <a:spcPts val="0"/>
              </a:spcAft>
              <a:buSzPts val="2400"/>
              <a:buNone/>
              <a:defRPr sz="1400"/>
            </a:lvl7pPr>
            <a:lvl8pPr indent="0">
              <a:spcBef>
                <a:spcPts val="0"/>
              </a:spcBef>
              <a:spcAft>
                <a:spcPts val="0"/>
              </a:spcAft>
              <a:buSzPts val="2400"/>
              <a:buNone/>
              <a:defRPr sz="1400"/>
            </a:lvl8pPr>
            <a:lvl9pPr indent="0">
              <a:spcBef>
                <a:spcPts val="0"/>
              </a:spcBef>
              <a:spcAft>
                <a:spcPts val="0"/>
              </a:spcAft>
              <a:buSzPts val="2400"/>
              <a:buNone/>
              <a:defRPr sz="1400"/>
            </a:lvl9pPr>
          </a:lstStyle>
          <a:p>
            <a:endParaRPr/>
          </a:p>
        </p:txBody>
      </p:sp>
      <p:sp>
        <p:nvSpPr>
          <p:cNvPr id="192" name="Google Shape;192;p46">
            <a:extLst>
              <a:ext uri="{FF2B5EF4-FFF2-40B4-BE49-F238E27FC236}">
                <a16:creationId xmlns:a16="http://schemas.microsoft.com/office/drawing/2014/main" id="{598B6A7B-DAD1-4626-82F5-C0C17CB682C3}"/>
              </a:ext>
            </a:extLst>
          </p:cNvPr>
          <p:cNvSpPr>
            <a:spLocks noGrp="1"/>
          </p:cNvSpPr>
          <p:nvPr>
            <p:ph type="body" idx="1"/>
          </p:nvPr>
        </p:nvSpPr>
        <p:spPr>
          <a:xfrm>
            <a:off x="228602" y="771525"/>
            <a:ext cx="4124400" cy="3857700"/>
          </a:xfrm>
          <a:prstGeom prst="rect">
            <a:avLst/>
          </a:prstGeom>
          <a:noFill/>
          <a:ln>
            <a:noFill/>
          </a:ln>
        </p:spPr>
        <p:txBody>
          <a:bodyPr spcFirstLastPara="1" wrap="square" lIns="0" tIns="45700" rIns="91425" bIns="45700" anchor="t">
            <a:noAutofit/>
          </a:bodyPr>
          <a:lstStyle>
            <a:lvl1pPr marL="457200" marR="0" indent="-228600" algn="l">
              <a:lnSpc>
                <a:spcPct val="90000"/>
              </a:lnSpc>
              <a:spcBef>
                <a:spcPts val="600"/>
              </a:spcBef>
              <a:spcAft>
                <a:spcPts val="0"/>
              </a:spcAft>
              <a:buClr>
                <a:srgbClr val="3A3838"/>
              </a:buClr>
              <a:buSzPts val="1400"/>
              <a:buFont typeface="Arial"/>
              <a:buNone/>
              <a:defRPr sz="1500" b="0" i="0" u="none" cap="none">
                <a:solidFill>
                  <a:srgbClr val="3A3838"/>
                </a:solidFill>
                <a:latin typeface="Roboto Light"/>
                <a:ea typeface="Roboto Light"/>
                <a:cs typeface="Roboto Light"/>
              </a:defRPr>
            </a:lvl1pPr>
            <a:lvl2pPr marL="9144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2pPr>
            <a:lvl3pPr marL="13716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3pPr>
            <a:lvl4pPr marL="18288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4pPr>
            <a:lvl5pPr marL="22860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5pPr>
            <a:lvl6pPr marL="27432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6pPr>
            <a:lvl7pPr marL="32004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7pPr>
            <a:lvl8pPr marL="36576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8pPr>
            <a:lvl9pPr marL="41148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9pPr>
          </a:lstStyle>
          <a:p>
            <a:endParaRPr/>
          </a:p>
        </p:txBody>
      </p:sp>
      <p:sp>
        <p:nvSpPr>
          <p:cNvPr id="193" name="Google Shape;193;p46">
            <a:extLst>
              <a:ext uri="{FF2B5EF4-FFF2-40B4-BE49-F238E27FC236}">
                <a16:creationId xmlns:a16="http://schemas.microsoft.com/office/drawing/2014/main" id="{3052E98C-1C76-43D8-9083-1BB98F69F3E3}"/>
              </a:ext>
            </a:extLst>
          </p:cNvPr>
          <p:cNvSpPr>
            <a:spLocks noGrp="1"/>
          </p:cNvSpPr>
          <p:nvPr>
            <p:ph type="body" idx="2"/>
          </p:nvPr>
        </p:nvSpPr>
        <p:spPr>
          <a:xfrm>
            <a:off x="4810124" y="771525"/>
            <a:ext cx="4105200" cy="3857700"/>
          </a:xfrm>
          <a:prstGeom prst="rect">
            <a:avLst/>
          </a:prstGeom>
          <a:noFill/>
          <a:ln>
            <a:noFill/>
          </a:ln>
        </p:spPr>
        <p:txBody>
          <a:bodyPr spcFirstLastPara="1" wrap="square" lIns="0" tIns="45700" rIns="91425" bIns="45700" anchor="t">
            <a:noAutofit/>
          </a:bodyPr>
          <a:lstStyle>
            <a:lvl1pPr marL="457200" marR="0" indent="-228600" algn="l">
              <a:lnSpc>
                <a:spcPct val="90000"/>
              </a:lnSpc>
              <a:spcBef>
                <a:spcPts val="600"/>
              </a:spcBef>
              <a:spcAft>
                <a:spcPts val="0"/>
              </a:spcAft>
              <a:buClr>
                <a:srgbClr val="3A3838"/>
              </a:buClr>
              <a:buSzPts val="1400"/>
              <a:buFont typeface="Arial"/>
              <a:buNone/>
              <a:defRPr sz="1500" b="0" i="0" u="none" cap="none">
                <a:solidFill>
                  <a:srgbClr val="3A3838"/>
                </a:solidFill>
                <a:latin typeface="Roboto Light"/>
                <a:ea typeface="Roboto Light"/>
                <a:cs typeface="Roboto Light"/>
              </a:defRPr>
            </a:lvl1pPr>
            <a:lvl2pPr marL="9144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2pPr>
            <a:lvl3pPr marL="13716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3pPr>
            <a:lvl4pPr marL="18288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4pPr>
            <a:lvl5pPr marL="22860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5pPr>
            <a:lvl6pPr marL="27432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6pPr>
            <a:lvl7pPr marL="32004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7pPr>
            <a:lvl8pPr marL="36576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8pPr>
            <a:lvl9pPr marL="41148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
        <p:cNvGrpSpPr/>
        <p:nvPr/>
      </p:nvGrpSpPr>
      <p:grpSpPr>
        <a:xfrm>
          <a:off x="0" y="0"/>
          <a:ext cx="0" cy="0"/>
          <a:chOff x="0" y="0"/>
          <a:chExt cx="0" cy="0"/>
        </a:xfrm>
      </p:grpSpPr>
      <p:sp>
        <p:nvSpPr>
          <p:cNvPr id="195" name="Google Shape;195;p47">
            <a:extLst>
              <a:ext uri="{FF2B5EF4-FFF2-40B4-BE49-F238E27FC236}">
                <a16:creationId xmlns:a16="http://schemas.microsoft.com/office/drawing/2014/main" id="{465D8DAC-BF1F-4E77-91EE-BFC1B2C8AB6E}"/>
              </a:ext>
            </a:extLst>
          </p:cNvPr>
          <p:cNvSpPr>
            <a:spLocks noGrp="1"/>
          </p:cNvSpPr>
          <p:nvPr>
            <p:ph type="title"/>
          </p:nvPr>
        </p:nvSpPr>
        <p:spPr>
          <a:xfrm>
            <a:off x="228600" y="6"/>
            <a:ext cx="8686800" cy="585300"/>
          </a:xfrm>
          <a:prstGeom prst="rect">
            <a:avLst/>
          </a:prstGeom>
          <a:noFill/>
          <a:ln>
            <a:noFill/>
          </a:ln>
        </p:spPr>
        <p:txBody>
          <a:bodyPr spcFirstLastPara="1" wrap="square" lIns="0" tIns="45700" rIns="91425" bIns="45700" anchor="b">
            <a:noAutofit/>
          </a:bodyPr>
          <a:lstStyle>
            <a:lvl1pPr marL="0" marR="0" indent="0" algn="l">
              <a:lnSpc>
                <a:spcPct val="90000"/>
              </a:lnSpc>
              <a:spcBef>
                <a:spcPts val="0"/>
              </a:spcBef>
              <a:spcAft>
                <a:spcPts val="0"/>
              </a:spcAft>
              <a:buClr>
                <a:srgbClr val="3A3838"/>
              </a:buClr>
              <a:buSzPts val="2400"/>
              <a:buFont typeface="Roboto Light"/>
              <a:buNone/>
              <a:defRPr sz="2100" b="0" i="0" u="none" cap="none">
                <a:solidFill>
                  <a:srgbClr val="3A3838"/>
                </a:solidFill>
                <a:latin typeface="Roboto Light"/>
                <a:ea typeface="Roboto Light"/>
                <a:cs typeface="Roboto Light"/>
              </a:defRPr>
            </a:lvl1pPr>
            <a:lvl2pPr indent="0">
              <a:spcBef>
                <a:spcPts val="0"/>
              </a:spcBef>
              <a:spcAft>
                <a:spcPts val="0"/>
              </a:spcAft>
              <a:buSzPts val="2400"/>
              <a:buNone/>
              <a:defRPr sz="1400"/>
            </a:lvl2pPr>
            <a:lvl3pPr indent="0">
              <a:spcBef>
                <a:spcPts val="0"/>
              </a:spcBef>
              <a:spcAft>
                <a:spcPts val="0"/>
              </a:spcAft>
              <a:buSzPts val="2400"/>
              <a:buNone/>
              <a:defRPr sz="1400"/>
            </a:lvl3pPr>
            <a:lvl4pPr indent="0">
              <a:spcBef>
                <a:spcPts val="0"/>
              </a:spcBef>
              <a:spcAft>
                <a:spcPts val="0"/>
              </a:spcAft>
              <a:buSzPts val="2400"/>
              <a:buNone/>
              <a:defRPr sz="1400"/>
            </a:lvl4pPr>
            <a:lvl5pPr indent="0">
              <a:spcBef>
                <a:spcPts val="0"/>
              </a:spcBef>
              <a:spcAft>
                <a:spcPts val="0"/>
              </a:spcAft>
              <a:buSzPts val="2400"/>
              <a:buNone/>
              <a:defRPr sz="1400"/>
            </a:lvl5pPr>
            <a:lvl6pPr indent="0">
              <a:spcBef>
                <a:spcPts val="0"/>
              </a:spcBef>
              <a:spcAft>
                <a:spcPts val="0"/>
              </a:spcAft>
              <a:buSzPts val="2400"/>
              <a:buNone/>
              <a:defRPr sz="1400"/>
            </a:lvl6pPr>
            <a:lvl7pPr indent="0">
              <a:spcBef>
                <a:spcPts val="0"/>
              </a:spcBef>
              <a:spcAft>
                <a:spcPts val="0"/>
              </a:spcAft>
              <a:buSzPts val="2400"/>
              <a:buNone/>
              <a:defRPr sz="1400"/>
            </a:lvl7pPr>
            <a:lvl8pPr indent="0">
              <a:spcBef>
                <a:spcPts val="0"/>
              </a:spcBef>
              <a:spcAft>
                <a:spcPts val="0"/>
              </a:spcAft>
              <a:buSzPts val="2400"/>
              <a:buNone/>
              <a:defRPr sz="1400"/>
            </a:lvl8pPr>
            <a:lvl9pPr indent="0">
              <a:spcBef>
                <a:spcPts val="0"/>
              </a:spcBef>
              <a:spcAft>
                <a:spcPts val="0"/>
              </a:spcAft>
              <a:buSzPts val="2400"/>
              <a:buNone/>
              <a:defRPr sz="1400"/>
            </a:lvl9pPr>
          </a:lstStyle>
          <a:p>
            <a:endParaRPr/>
          </a:p>
        </p:txBody>
      </p:sp>
      <p:sp>
        <p:nvSpPr>
          <p:cNvPr id="196" name="Google Shape;196;p47">
            <a:extLst>
              <a:ext uri="{FF2B5EF4-FFF2-40B4-BE49-F238E27FC236}">
                <a16:creationId xmlns:a16="http://schemas.microsoft.com/office/drawing/2014/main" id="{B0983BD7-B67A-47EC-BE5B-4067B3A9BB07}"/>
              </a:ext>
            </a:extLst>
          </p:cNvPr>
          <p:cNvSpPr>
            <a:spLocks noGrp="1"/>
          </p:cNvSpPr>
          <p:nvPr>
            <p:ph type="body" idx="1"/>
          </p:nvPr>
        </p:nvSpPr>
        <p:spPr>
          <a:xfrm>
            <a:off x="226313" y="771525"/>
            <a:ext cx="8689200" cy="3686100"/>
          </a:xfrm>
          <a:prstGeom prst="rect">
            <a:avLst/>
          </a:prstGeom>
          <a:noFill/>
          <a:ln>
            <a:noFill/>
          </a:ln>
        </p:spPr>
        <p:txBody>
          <a:bodyPr spcFirstLastPara="1" wrap="square" lIns="0" tIns="45700" rIns="91425" bIns="45700" anchor="t">
            <a:noAutofit/>
          </a:bodyPr>
          <a:lstStyle>
            <a:lvl1pPr marL="457200" marR="0" indent="-228600" algn="l">
              <a:lnSpc>
                <a:spcPct val="90000"/>
              </a:lnSpc>
              <a:spcBef>
                <a:spcPts val="600"/>
              </a:spcBef>
              <a:spcAft>
                <a:spcPts val="0"/>
              </a:spcAft>
              <a:buClr>
                <a:srgbClr val="0F3B4A"/>
              </a:buClr>
              <a:buSzPts val="1400"/>
              <a:buFont typeface="Arial"/>
              <a:buNone/>
              <a:defRPr sz="1500" b="0" i="0" u="none" cap="none">
                <a:solidFill>
                  <a:srgbClr val="0F3B4A"/>
                </a:solidFill>
                <a:latin typeface="Roboto Light"/>
                <a:ea typeface="Roboto Light"/>
                <a:cs typeface="Roboto Light"/>
              </a:defRPr>
            </a:lvl1pPr>
            <a:lvl2pPr marL="9144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2pPr>
            <a:lvl3pPr marL="1371600" marR="0" indent="-317500" algn="l">
              <a:lnSpc>
                <a:spcPct val="90000"/>
              </a:lnSpc>
              <a:spcBef>
                <a:spcPts val="300"/>
              </a:spcBef>
              <a:spcAft>
                <a:spcPts val="0"/>
              </a:spcAft>
              <a:buClr>
                <a:schemeClr val="accent4"/>
              </a:buClr>
              <a:buSzPts val="1400"/>
              <a:buFont typeface="Arial"/>
              <a:buChar char="•"/>
              <a:defRPr sz="1400" b="0" i="0" u="none" cap="none">
                <a:solidFill>
                  <a:srgbClr val="3A3838"/>
                </a:solidFill>
                <a:latin typeface="Roboto Light"/>
                <a:ea typeface="Roboto Light"/>
                <a:cs typeface="Roboto Light"/>
              </a:defRPr>
            </a:lvl3pPr>
            <a:lvl4pPr marL="18288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4pPr>
            <a:lvl5pPr marL="2286000" marR="0" indent="-298450" algn="l">
              <a:lnSpc>
                <a:spcPct val="90000"/>
              </a:lnSpc>
              <a:spcBef>
                <a:spcPts val="300"/>
              </a:spcBef>
              <a:spcAft>
                <a:spcPts val="0"/>
              </a:spcAft>
              <a:buClr>
                <a:schemeClr val="accent4"/>
              </a:buClr>
              <a:buSzPts val="1100"/>
              <a:buFont typeface="Arial"/>
              <a:buChar char="•"/>
              <a:defRPr sz="1100" b="0" i="0" u="none" cap="none">
                <a:solidFill>
                  <a:srgbClr val="3A3838"/>
                </a:solidFill>
                <a:latin typeface="Roboto Light"/>
                <a:ea typeface="Roboto Light"/>
                <a:cs typeface="Roboto Light"/>
              </a:defRPr>
            </a:lvl5pPr>
            <a:lvl6pPr marL="27432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6pPr>
            <a:lvl7pPr marL="32004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7pPr>
            <a:lvl8pPr marL="36576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8pPr>
            <a:lvl9pPr marL="4114800" marR="0" indent="-292100" algn="l">
              <a:lnSpc>
                <a:spcPct val="90000"/>
              </a:lnSpc>
              <a:spcBef>
                <a:spcPts val="300"/>
              </a:spcBef>
              <a:spcAft>
                <a:spcPts val="0"/>
              </a:spcAft>
              <a:buClr>
                <a:schemeClr val="dk1"/>
              </a:buClr>
              <a:buSzPts val="1000"/>
              <a:buFont typeface="Arial"/>
              <a:buChar char="•"/>
              <a:defRPr sz="10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Psyncopate Blank">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01 Title" type="title">
  <p:cSld name="TITLE">
    <p:spTree>
      <p:nvGrpSpPr>
        <p:cNvPr id="1" name=""/>
        <p:cNvGrpSpPr/>
        <p:nvPr/>
      </p:nvGrpSpPr>
      <p:grpSpPr>
        <a:xfrm>
          <a:off x="0" y="0"/>
          <a:ext cx="0" cy="0"/>
          <a:chOff x="0" y="0"/>
          <a:chExt cx="0" cy="0"/>
        </a:xfrm>
      </p:grpSpPr>
      <p:sp>
        <p:nvSpPr>
          <p:cNvPr id="202" name="Google Shape;202;p49">
            <a:extLst>
              <a:ext uri="{FF2B5EF4-FFF2-40B4-BE49-F238E27FC236}">
                <a16:creationId xmlns:a16="http://schemas.microsoft.com/office/drawing/2014/main" id="{E38645F6-D7AA-4A08-88DF-2D5A7F018314}"/>
              </a:ext>
            </a:extLst>
          </p:cNvPr>
          <p:cNvSpPr>
            <a:spLocks noGrp="1"/>
          </p:cNvSpPr>
          <p:nvPr/>
        </p:nvSpPr>
        <p:spPr>
          <a:xfrm>
            <a:off x="0" y="0"/>
            <a:ext cx="9144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212" name="Google Shape;203;p49"/>
          <p:cNvPicPr>
            <a:picLocks noChangeAspect="1"/>
          </p:cNvPicPr>
          <p:nvPr/>
        </p:nvPicPr>
        <p:blipFill rotWithShape="1">
          <a:blip r:embed="rId2">
            <a:alphaModFix/>
          </a:blip>
          <a:srcRect/>
          <a:stretch/>
        </p:blipFill>
        <p:spPr>
          <a:xfrm>
            <a:off x="365760" y="304800"/>
            <a:ext cx="1150800" cy="218520"/>
          </a:xfrm>
          <a:prstGeom prst="rect">
            <a:avLst/>
          </a:prstGeom>
          <a:ln>
            <a:noFill/>
          </a:ln>
        </p:spPr>
      </p:pic>
      <p:pic>
        <p:nvPicPr>
          <p:cNvPr id="213" name="Google Shape;204;p49"/>
          <p:cNvPicPr>
            <a:picLocks noChangeAspect="1"/>
          </p:cNvPicPr>
          <p:nvPr/>
        </p:nvPicPr>
        <p:blipFill rotWithShape="1">
          <a:blip r:embed="rId3">
            <a:alphaModFix amt="15000"/>
          </a:blip>
          <a:srcRect/>
          <a:stretch/>
        </p:blipFill>
        <p:spPr>
          <a:xfrm>
            <a:off x="7046548" y="304790"/>
            <a:ext cx="1545401" cy="1667664"/>
          </a:xfrm>
          <a:prstGeom prst="rect">
            <a:avLst/>
          </a:prstGeom>
          <a:ln>
            <a:noFill/>
          </a:ln>
        </p:spPr>
      </p:pic>
      <p:sp>
        <p:nvSpPr>
          <p:cNvPr id="205" name="Google Shape;205;p49">
            <a:extLst>
              <a:ext uri="{FF2B5EF4-FFF2-40B4-BE49-F238E27FC236}">
                <a16:creationId xmlns:a16="http://schemas.microsoft.com/office/drawing/2014/main" id="{1431F051-CC34-41D6-8D08-612AB94F2A68}"/>
              </a:ext>
            </a:extLst>
          </p:cNvPr>
          <p:cNvSpPr>
            <a:spLocks noGrp="1"/>
          </p:cNvSpPr>
          <p:nvPr>
            <p:ph type="title"/>
          </p:nvPr>
        </p:nvSpPr>
        <p:spPr>
          <a:xfrm>
            <a:off x="348747" y="1923056"/>
            <a:ext cx="6697800" cy="16851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4000"/>
              <a:buFont typeface="Arial"/>
              <a:buNone/>
              <a:defRPr sz="4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2pPr>
            <a:lvl3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3pPr>
            <a:lvl4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4pPr>
            <a:lvl5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5pPr>
            <a:lvl6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6pPr>
            <a:lvl7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7pPr>
            <a:lvl8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8pPr>
            <a:lvl9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9pPr>
          </a:lstStyle>
          <a:p>
            <a:endParaRPr/>
          </a:p>
        </p:txBody>
      </p:sp>
      <p:sp>
        <p:nvSpPr>
          <p:cNvPr id="206" name="Google Shape;206;p49">
            <a:extLst>
              <a:ext uri="{FF2B5EF4-FFF2-40B4-BE49-F238E27FC236}">
                <a16:creationId xmlns:a16="http://schemas.microsoft.com/office/drawing/2014/main" id="{CFB04711-8FF7-475E-BBE1-A08925E6D3B0}"/>
              </a:ext>
            </a:extLst>
          </p:cNvPr>
          <p:cNvSpPr>
            <a:spLocks noGrp="1"/>
          </p:cNvSpPr>
          <p:nvPr>
            <p:ph type="subTitle" idx="1"/>
          </p:nvPr>
        </p:nvSpPr>
        <p:spPr>
          <a:xfrm>
            <a:off x="348750" y="4292625"/>
            <a:ext cx="5943600" cy="5142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1800"/>
              <a:buFont typeface="Roboto"/>
              <a:buNone/>
              <a:defRPr sz="1800" b="0"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9pPr>
          </a:lstStyle>
          <a:p>
            <a:endParaRPr/>
          </a:p>
        </p:txBody>
      </p:sp>
      <p:sp>
        <p:nvSpPr>
          <p:cNvPr id="207" name="Google Shape;207;p49">
            <a:extLst>
              <a:ext uri="{FF2B5EF4-FFF2-40B4-BE49-F238E27FC236}">
                <a16:creationId xmlns:a16="http://schemas.microsoft.com/office/drawing/2014/main" id="{518FAFE7-2B74-4014-82AD-77A2603F174D}"/>
              </a:ext>
            </a:extLst>
          </p:cNvPr>
          <p:cNvSpPr>
            <a:spLocks noGrp="1"/>
          </p:cNvSpPr>
          <p:nvPr/>
        </p:nvSpPr>
        <p:spPr>
          <a:xfrm>
            <a:off x="348750" y="1848363"/>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08" name="Google Shape;208;p49">
            <a:extLst>
              <a:ext uri="{FF2B5EF4-FFF2-40B4-BE49-F238E27FC236}">
                <a16:creationId xmlns:a16="http://schemas.microsoft.com/office/drawing/2014/main" id="{FF90E490-81BB-446F-84B6-87A5E84027CD}"/>
              </a:ext>
            </a:extLst>
          </p:cNvPr>
          <p:cNvSpPr>
            <a:spLocks noGrp="1"/>
          </p:cNvSpPr>
          <p:nvPr/>
        </p:nvSpPr>
        <p:spPr>
          <a:xfrm>
            <a:off x="348750" y="4178400"/>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01 Title_gradient">
  <p:cSld name="TITLE_1">
    <p:spTree>
      <p:nvGrpSpPr>
        <p:cNvPr id="1" name=""/>
        <p:cNvGrpSpPr/>
        <p:nvPr/>
      </p:nvGrpSpPr>
      <p:grpSpPr>
        <a:xfrm>
          <a:off x="0" y="0"/>
          <a:ext cx="0" cy="0"/>
          <a:chOff x="0" y="0"/>
          <a:chExt cx="0" cy="0"/>
        </a:xfrm>
      </p:grpSpPr>
      <p:sp>
        <p:nvSpPr>
          <p:cNvPr id="210" name="Google Shape;210;p50">
            <a:extLst>
              <a:ext uri="{FF2B5EF4-FFF2-40B4-BE49-F238E27FC236}">
                <a16:creationId xmlns:a16="http://schemas.microsoft.com/office/drawing/2014/main" id="{6A97E46D-26C5-4225-8EB1-5DD258B13D4E}"/>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220" name="Google Shape;211;p50"/>
          <p:cNvPicPr>
            <a:picLocks noChangeAspect="1"/>
          </p:cNvPicPr>
          <p:nvPr/>
        </p:nvPicPr>
        <p:blipFill rotWithShape="1">
          <a:blip r:embed="rId2">
            <a:alphaModFix/>
          </a:blip>
          <a:srcRect/>
          <a:stretch/>
        </p:blipFill>
        <p:spPr>
          <a:xfrm>
            <a:off x="365760" y="304800"/>
            <a:ext cx="1150800" cy="218520"/>
          </a:xfrm>
          <a:prstGeom prst="rect">
            <a:avLst/>
          </a:prstGeom>
          <a:ln>
            <a:noFill/>
          </a:ln>
        </p:spPr>
      </p:pic>
      <p:pic>
        <p:nvPicPr>
          <p:cNvPr id="221" name="Google Shape;212;p50"/>
          <p:cNvPicPr>
            <a:picLocks noChangeAspect="1"/>
          </p:cNvPicPr>
          <p:nvPr/>
        </p:nvPicPr>
        <p:blipFill rotWithShape="1">
          <a:blip r:embed="rId3">
            <a:alphaModFix amt="15000"/>
          </a:blip>
          <a:srcRect/>
          <a:stretch/>
        </p:blipFill>
        <p:spPr>
          <a:xfrm>
            <a:off x="7046548" y="304790"/>
            <a:ext cx="1545401" cy="1667664"/>
          </a:xfrm>
          <a:prstGeom prst="rect">
            <a:avLst/>
          </a:prstGeom>
          <a:ln>
            <a:noFill/>
          </a:ln>
        </p:spPr>
      </p:pic>
      <p:sp>
        <p:nvSpPr>
          <p:cNvPr id="213" name="Google Shape;213;p50">
            <a:extLst>
              <a:ext uri="{FF2B5EF4-FFF2-40B4-BE49-F238E27FC236}">
                <a16:creationId xmlns:a16="http://schemas.microsoft.com/office/drawing/2014/main" id="{BAE2E6C7-2D78-4433-9E98-CE0A7C52E977}"/>
              </a:ext>
            </a:extLst>
          </p:cNvPr>
          <p:cNvSpPr>
            <a:spLocks noGrp="1"/>
          </p:cNvSpPr>
          <p:nvPr>
            <p:ph type="title"/>
          </p:nvPr>
        </p:nvSpPr>
        <p:spPr>
          <a:xfrm>
            <a:off x="348747" y="1923056"/>
            <a:ext cx="6697800" cy="16851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4000"/>
              <a:buFont typeface="Arial"/>
              <a:buNone/>
              <a:defRPr sz="4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2pPr>
            <a:lvl3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3pPr>
            <a:lvl4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4pPr>
            <a:lvl5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5pPr>
            <a:lvl6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6pPr>
            <a:lvl7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7pPr>
            <a:lvl8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8pPr>
            <a:lvl9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9pPr>
          </a:lstStyle>
          <a:p>
            <a:endParaRPr/>
          </a:p>
        </p:txBody>
      </p:sp>
      <p:sp>
        <p:nvSpPr>
          <p:cNvPr id="214" name="Google Shape;214;p50">
            <a:extLst>
              <a:ext uri="{FF2B5EF4-FFF2-40B4-BE49-F238E27FC236}">
                <a16:creationId xmlns:a16="http://schemas.microsoft.com/office/drawing/2014/main" id="{65A2536E-E48C-4FBD-A554-7D1E4CBF451F}"/>
              </a:ext>
            </a:extLst>
          </p:cNvPr>
          <p:cNvSpPr>
            <a:spLocks noGrp="1"/>
          </p:cNvSpPr>
          <p:nvPr>
            <p:ph type="subTitle" idx="1"/>
          </p:nvPr>
        </p:nvSpPr>
        <p:spPr>
          <a:xfrm>
            <a:off x="348750" y="4292625"/>
            <a:ext cx="5943600" cy="5142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1800"/>
              <a:buFont typeface="Roboto"/>
              <a:buNone/>
              <a:defRPr sz="1800" b="0"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1800"/>
              <a:buFont typeface="Roboto"/>
              <a:buNone/>
              <a:defRPr sz="1800" b="0" i="0" u="none" cap="none">
                <a:solidFill>
                  <a:srgbClr val="000000"/>
                </a:solidFill>
                <a:latin typeface="Roboto"/>
                <a:ea typeface="Roboto"/>
                <a:cs typeface="Roboto"/>
              </a:defRPr>
            </a:lvl9pPr>
          </a:lstStyle>
          <a:p>
            <a:endParaRPr/>
          </a:p>
        </p:txBody>
      </p:sp>
      <p:sp>
        <p:nvSpPr>
          <p:cNvPr id="215" name="Google Shape;215;p50">
            <a:extLst>
              <a:ext uri="{FF2B5EF4-FFF2-40B4-BE49-F238E27FC236}">
                <a16:creationId xmlns:a16="http://schemas.microsoft.com/office/drawing/2014/main" id="{504B516B-4ACB-4E3A-8EA2-DE92FCD3440A}"/>
              </a:ext>
            </a:extLst>
          </p:cNvPr>
          <p:cNvSpPr>
            <a:spLocks noGrp="1"/>
          </p:cNvSpPr>
          <p:nvPr/>
        </p:nvSpPr>
        <p:spPr>
          <a:xfrm>
            <a:off x="348750" y="1848363"/>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16" name="Google Shape;216;p50">
            <a:extLst>
              <a:ext uri="{FF2B5EF4-FFF2-40B4-BE49-F238E27FC236}">
                <a16:creationId xmlns:a16="http://schemas.microsoft.com/office/drawing/2014/main" id="{259FC0C1-BC73-4D2B-888B-398BD0A7AF1D}"/>
              </a:ext>
            </a:extLst>
          </p:cNvPr>
          <p:cNvSpPr>
            <a:spLocks noGrp="1"/>
          </p:cNvSpPr>
          <p:nvPr/>
        </p:nvSpPr>
        <p:spPr>
          <a:xfrm>
            <a:off x="348750" y="4178400"/>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02 SectionTitle_orange">
  <p:cSld name="BLANK_1_2">
    <p:bg>
      <p:bgPr>
        <a:noFill/>
        <a:effectLst/>
      </p:bgPr>
    </p:bg>
    <p:spTree>
      <p:nvGrpSpPr>
        <p:cNvPr id="1" name=""/>
        <p:cNvGrpSpPr/>
        <p:nvPr/>
      </p:nvGrpSpPr>
      <p:grpSpPr>
        <a:xfrm>
          <a:off x="0" y="0"/>
          <a:ext cx="0" cy="0"/>
          <a:chOff x="0" y="0"/>
          <a:chExt cx="0" cy="0"/>
        </a:xfrm>
      </p:grpSpPr>
      <p:sp>
        <p:nvSpPr>
          <p:cNvPr id="218" name="Google Shape;218;p51">
            <a:extLst>
              <a:ext uri="{FF2B5EF4-FFF2-40B4-BE49-F238E27FC236}">
                <a16:creationId xmlns:a16="http://schemas.microsoft.com/office/drawing/2014/main" id="{49552C28-0873-424A-9BF0-0B631C79C8A7}"/>
              </a:ext>
            </a:extLst>
          </p:cNvPr>
          <p:cNvSpPr>
            <a:spLocks noGrp="1"/>
          </p:cNvSpPr>
          <p:nvPr/>
        </p:nvSpPr>
        <p:spPr>
          <a:xfrm>
            <a:off x="0" y="0"/>
            <a:ext cx="9144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19" name="Google Shape;219;p51">
            <a:extLst>
              <a:ext uri="{FF2B5EF4-FFF2-40B4-BE49-F238E27FC236}">
                <a16:creationId xmlns:a16="http://schemas.microsoft.com/office/drawing/2014/main" id="{38CBFE8C-FCF9-4E89-9DFC-90E04F3FB8B8}"/>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ctr">
            <a:noAutofit/>
          </a:bodyPr>
          <a:lstStyle>
            <a:lvl1pPr marR="0" algn="ctr">
              <a:lnSpc>
                <a:spcPct val="115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61" name="Google Shape;220;p51"/>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62" name="Google Shape;221;p51"/>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02 SectionTitle_white">
  <p:cSld name="BLANK_1_2_3">
    <p:bg>
      <p:bgPr>
        <a:noFill/>
        <a:effectLst/>
      </p:bgPr>
    </p:bg>
    <p:spTree>
      <p:nvGrpSpPr>
        <p:cNvPr id="1" name=""/>
        <p:cNvGrpSpPr/>
        <p:nvPr/>
      </p:nvGrpSpPr>
      <p:grpSpPr>
        <a:xfrm>
          <a:off x="0" y="0"/>
          <a:ext cx="0" cy="0"/>
          <a:chOff x="0" y="0"/>
          <a:chExt cx="0" cy="0"/>
        </a:xfrm>
      </p:grpSpPr>
      <p:sp>
        <p:nvSpPr>
          <p:cNvPr id="224" name="Google Shape;224;p52">
            <a:extLst>
              <a:ext uri="{FF2B5EF4-FFF2-40B4-BE49-F238E27FC236}">
                <a16:creationId xmlns:a16="http://schemas.microsoft.com/office/drawing/2014/main" id="{B2C56E56-568E-42F5-AE2B-6A604792FFFF}"/>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ctr">
            <a:noAutofit/>
          </a:bodyPr>
          <a:lstStyle>
            <a:lvl1pPr marR="0" algn="ctr">
              <a:lnSpc>
                <a:spcPct val="115000"/>
              </a:lnSpc>
              <a:spcBef>
                <a:spcPts val="0"/>
              </a:spcBef>
              <a:spcAft>
                <a:spcPts val="0"/>
              </a:spcAft>
              <a:buClr>
                <a:srgbClr val="FF671F"/>
              </a:buClr>
              <a:buSzPts val="4000"/>
              <a:buFont typeface="Roboto"/>
              <a:buNone/>
              <a:defRPr sz="4000" b="1" i="0" u="none" cap="none">
                <a:solidFill>
                  <a:srgbClr val="FF671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02 SectionTitle_blue">
  <p:cSld name="BLANK_1_2_4">
    <p:bg>
      <p:bgPr>
        <a:noFill/>
        <a:effectLst/>
      </p:bgPr>
    </p:bg>
    <p:spTree>
      <p:nvGrpSpPr>
        <p:cNvPr id="1" name=""/>
        <p:cNvGrpSpPr/>
        <p:nvPr/>
      </p:nvGrpSpPr>
      <p:grpSpPr>
        <a:xfrm>
          <a:off x="0" y="0"/>
          <a:ext cx="0" cy="0"/>
          <a:chOff x="0" y="0"/>
          <a:chExt cx="0" cy="0"/>
        </a:xfrm>
      </p:grpSpPr>
      <p:sp>
        <p:nvSpPr>
          <p:cNvPr id="226" name="Google Shape;226;p53">
            <a:extLst>
              <a:ext uri="{FF2B5EF4-FFF2-40B4-BE49-F238E27FC236}">
                <a16:creationId xmlns:a16="http://schemas.microsoft.com/office/drawing/2014/main" id="{CA54B45A-A7C0-43ED-AFCA-D2B19DC468ED}"/>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27" name="Google Shape;227;p53">
            <a:extLst>
              <a:ext uri="{FF2B5EF4-FFF2-40B4-BE49-F238E27FC236}">
                <a16:creationId xmlns:a16="http://schemas.microsoft.com/office/drawing/2014/main" id="{B9103248-59B5-4EC7-8EC0-900051AB04B8}"/>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ctr">
            <a:noAutofit/>
          </a:bodyPr>
          <a:lstStyle>
            <a:lvl1pPr marR="0" algn="ctr">
              <a:lnSpc>
                <a:spcPct val="115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69" name="Google Shape;228;p53"/>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70" name="Google Shape;229;p53"/>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02 SectionTitle_gradient">
  <p:cSld name="BLANK_1_2_4_1">
    <p:bg>
      <p:bgPr>
        <a:noFill/>
        <a:effectLst/>
      </p:bgPr>
    </p:bg>
    <p:spTree>
      <p:nvGrpSpPr>
        <p:cNvPr id="1" name=""/>
        <p:cNvGrpSpPr/>
        <p:nvPr/>
      </p:nvGrpSpPr>
      <p:grpSpPr>
        <a:xfrm>
          <a:off x="0" y="0"/>
          <a:ext cx="0" cy="0"/>
          <a:chOff x="0" y="0"/>
          <a:chExt cx="0" cy="0"/>
        </a:xfrm>
      </p:grpSpPr>
      <p:sp>
        <p:nvSpPr>
          <p:cNvPr id="232" name="Google Shape;232;p54">
            <a:extLst>
              <a:ext uri="{FF2B5EF4-FFF2-40B4-BE49-F238E27FC236}">
                <a16:creationId xmlns:a16="http://schemas.microsoft.com/office/drawing/2014/main" id="{B6CE813C-6E0E-4ABA-9236-A13259C0966E}"/>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33" name="Google Shape;233;p54">
            <a:extLst>
              <a:ext uri="{FF2B5EF4-FFF2-40B4-BE49-F238E27FC236}">
                <a16:creationId xmlns:a16="http://schemas.microsoft.com/office/drawing/2014/main" id="{B005F552-3437-4D0E-8B73-474C74A65BE5}"/>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ctr">
            <a:noAutofit/>
          </a:bodyPr>
          <a:lstStyle>
            <a:lvl1pPr marR="0" algn="ctr">
              <a:lnSpc>
                <a:spcPct val="115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75" name="Google Shape;234;p54"/>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76" name="Google Shape;235;p54"/>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03 Statement_orange">
  <p:cSld name="BLANK_1_2_2">
    <p:bg>
      <p:bgPr>
        <a:noFill/>
        <a:effectLst/>
      </p:bgPr>
    </p:bg>
    <p:spTree>
      <p:nvGrpSpPr>
        <p:cNvPr id="1" name=""/>
        <p:cNvGrpSpPr/>
        <p:nvPr/>
      </p:nvGrpSpPr>
      <p:grpSpPr>
        <a:xfrm>
          <a:off x="0" y="0"/>
          <a:ext cx="0" cy="0"/>
          <a:chOff x="0" y="0"/>
          <a:chExt cx="0" cy="0"/>
        </a:xfrm>
      </p:grpSpPr>
      <p:sp>
        <p:nvSpPr>
          <p:cNvPr id="238" name="Google Shape;238;p55">
            <a:extLst>
              <a:ext uri="{FF2B5EF4-FFF2-40B4-BE49-F238E27FC236}">
                <a16:creationId xmlns:a16="http://schemas.microsoft.com/office/drawing/2014/main" id="{7AC1BB85-3FE7-488F-9107-1AB35B024248}"/>
              </a:ext>
            </a:extLst>
          </p:cNvPr>
          <p:cNvSpPr>
            <a:spLocks noGrp="1"/>
          </p:cNvSpPr>
          <p:nvPr/>
        </p:nvSpPr>
        <p:spPr>
          <a:xfrm>
            <a:off x="0" y="0"/>
            <a:ext cx="9144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39" name="Google Shape;239;p55">
            <a:extLst>
              <a:ext uri="{FF2B5EF4-FFF2-40B4-BE49-F238E27FC236}">
                <a16:creationId xmlns:a16="http://schemas.microsoft.com/office/drawing/2014/main" id="{73F75084-7DB3-44DD-A890-B8F05C67C18B}"/>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81" name="Google Shape;240;p55"/>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82" name="Google Shape;241;p55"/>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03 Statement_white">
  <p:cSld name="BLANK_1_2_2_1">
    <p:bg>
      <p:bgPr>
        <a:noFill/>
        <a:effectLst/>
      </p:bgPr>
    </p:bg>
    <p:spTree>
      <p:nvGrpSpPr>
        <p:cNvPr id="1" name=""/>
        <p:cNvGrpSpPr/>
        <p:nvPr/>
      </p:nvGrpSpPr>
      <p:grpSpPr>
        <a:xfrm>
          <a:off x="0" y="0"/>
          <a:ext cx="0" cy="0"/>
          <a:chOff x="0" y="0"/>
          <a:chExt cx="0" cy="0"/>
        </a:xfrm>
      </p:grpSpPr>
      <p:sp>
        <p:nvSpPr>
          <p:cNvPr id="244" name="Google Shape;244;p56">
            <a:extLst>
              <a:ext uri="{FF2B5EF4-FFF2-40B4-BE49-F238E27FC236}">
                <a16:creationId xmlns:a16="http://schemas.microsoft.com/office/drawing/2014/main" id="{4086D436-170F-42E0-942C-B66107B84E65}"/>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671F"/>
              </a:buClr>
              <a:buSzPts val="3000"/>
              <a:buFont typeface="Roboto"/>
              <a:buNone/>
              <a:defRPr sz="3000" b="1" i="0" u="none" cap="none">
                <a:solidFill>
                  <a:srgbClr val="FF671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03 Statement_blue">
  <p:cSld name="BLANK_1_2_2_2">
    <p:bg>
      <p:bgPr>
        <a:noFill/>
        <a:effectLst/>
      </p:bgPr>
    </p:bg>
    <p:spTree>
      <p:nvGrpSpPr>
        <p:cNvPr id="1" name=""/>
        <p:cNvGrpSpPr/>
        <p:nvPr/>
      </p:nvGrpSpPr>
      <p:grpSpPr>
        <a:xfrm>
          <a:off x="0" y="0"/>
          <a:ext cx="0" cy="0"/>
          <a:chOff x="0" y="0"/>
          <a:chExt cx="0" cy="0"/>
        </a:xfrm>
      </p:grpSpPr>
      <p:sp>
        <p:nvSpPr>
          <p:cNvPr id="246" name="Google Shape;246;p57">
            <a:extLst>
              <a:ext uri="{FF2B5EF4-FFF2-40B4-BE49-F238E27FC236}">
                <a16:creationId xmlns:a16="http://schemas.microsoft.com/office/drawing/2014/main" id="{F7D407FB-27F3-4008-8EE1-7EE60295E2C2}"/>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47" name="Google Shape;247;p57">
            <a:extLst>
              <a:ext uri="{FF2B5EF4-FFF2-40B4-BE49-F238E27FC236}">
                <a16:creationId xmlns:a16="http://schemas.microsoft.com/office/drawing/2014/main" id="{8484226A-B492-498B-BB87-7CB1DF28E8AE}"/>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89" name="Google Shape;248;p57"/>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90" name="Google Shape;249;p57"/>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03 Statement_gradient">
  <p:cSld name="BLANK_1_2_2_2_1">
    <p:bg>
      <p:bgPr>
        <a:noFill/>
        <a:effectLst/>
      </p:bgPr>
    </p:bg>
    <p:spTree>
      <p:nvGrpSpPr>
        <p:cNvPr id="1" name=""/>
        <p:cNvGrpSpPr/>
        <p:nvPr/>
      </p:nvGrpSpPr>
      <p:grpSpPr>
        <a:xfrm>
          <a:off x="0" y="0"/>
          <a:ext cx="0" cy="0"/>
          <a:chOff x="0" y="0"/>
          <a:chExt cx="0" cy="0"/>
        </a:xfrm>
      </p:grpSpPr>
      <p:sp>
        <p:nvSpPr>
          <p:cNvPr id="252" name="Google Shape;252;p58">
            <a:extLst>
              <a:ext uri="{FF2B5EF4-FFF2-40B4-BE49-F238E27FC236}">
                <a16:creationId xmlns:a16="http://schemas.microsoft.com/office/drawing/2014/main" id="{F06BE260-8E1B-4094-B748-F03A0D6F0A03}"/>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53" name="Google Shape;253;p58">
            <a:extLst>
              <a:ext uri="{FF2B5EF4-FFF2-40B4-BE49-F238E27FC236}">
                <a16:creationId xmlns:a16="http://schemas.microsoft.com/office/drawing/2014/main" id="{364EEB64-A937-43B2-90A0-FF278B992B81}"/>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295" name="Google Shape;254;p58"/>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296" name="Google Shape;255;p58"/>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04 Title&amp;Content_orange">
  <p:cSld name="Title and Content_3_1_1">
    <p:bg>
      <p:bgPr>
        <a:noFill/>
        <a:effectLst/>
      </p:bgPr>
    </p:bg>
    <p:spTree>
      <p:nvGrpSpPr>
        <p:cNvPr id="1" name=""/>
        <p:cNvGrpSpPr/>
        <p:nvPr/>
      </p:nvGrpSpPr>
      <p:grpSpPr>
        <a:xfrm>
          <a:off x="0" y="0"/>
          <a:ext cx="0" cy="0"/>
          <a:chOff x="0" y="0"/>
          <a:chExt cx="0" cy="0"/>
        </a:xfrm>
      </p:grpSpPr>
      <p:sp>
        <p:nvSpPr>
          <p:cNvPr id="258" name="Google Shape;258;p59">
            <a:extLst>
              <a:ext uri="{FF2B5EF4-FFF2-40B4-BE49-F238E27FC236}">
                <a16:creationId xmlns:a16="http://schemas.microsoft.com/office/drawing/2014/main" id="{ABD0E369-496F-4452-B10C-CF72525CB499}"/>
              </a:ext>
            </a:extLst>
          </p:cNvPr>
          <p:cNvSpPr>
            <a:spLocks noGrp="1"/>
          </p:cNvSpPr>
          <p:nvPr/>
        </p:nvSpPr>
        <p:spPr>
          <a:xfrm>
            <a:off x="0" y="0"/>
            <a:ext cx="9144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59" name="Google Shape;259;p59">
            <a:extLst>
              <a:ext uri="{FF2B5EF4-FFF2-40B4-BE49-F238E27FC236}">
                <a16:creationId xmlns:a16="http://schemas.microsoft.com/office/drawing/2014/main" id="{6AF47F34-50DC-47A7-8167-2D306BC753FD}"/>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pic>
        <p:nvPicPr>
          <p:cNvPr id="309" name="Google Shape;260;p59"/>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261" name="Google Shape;261;p59">
            <a:extLst>
              <a:ext uri="{FF2B5EF4-FFF2-40B4-BE49-F238E27FC236}">
                <a16:creationId xmlns:a16="http://schemas.microsoft.com/office/drawing/2014/main" id="{30740C82-AB09-4566-8A59-490BA92DBCD3}"/>
              </a:ext>
            </a:extLst>
          </p:cNvPr>
          <p:cNvSpPr>
            <a:spLocks noGrp="1"/>
          </p:cNvSpPr>
          <p:nvPr>
            <p:ph type="body" idx="1"/>
          </p:nvPr>
        </p:nvSpPr>
        <p:spPr>
          <a:xfrm>
            <a:off x="349475" y="1051560"/>
            <a:ext cx="84627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311" name="Google Shape;262;p59"/>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04 Title&amp;Content_white">
  <p:cSld name="Title and Content_3_1_1_1_1_1">
    <p:bg>
      <p:bgPr>
        <a:noFill/>
        <a:effectLst/>
      </p:bgPr>
    </p:bg>
    <p:spTree>
      <p:nvGrpSpPr>
        <p:cNvPr id="1" name=""/>
        <p:cNvGrpSpPr/>
        <p:nvPr/>
      </p:nvGrpSpPr>
      <p:grpSpPr>
        <a:xfrm>
          <a:off x="0" y="0"/>
          <a:ext cx="0" cy="0"/>
          <a:chOff x="0" y="0"/>
          <a:chExt cx="0" cy="0"/>
        </a:xfrm>
      </p:grpSpPr>
      <p:sp>
        <p:nvSpPr>
          <p:cNvPr id="265" name="Google Shape;265;p60">
            <a:extLst>
              <a:ext uri="{FF2B5EF4-FFF2-40B4-BE49-F238E27FC236}">
                <a16:creationId xmlns:a16="http://schemas.microsoft.com/office/drawing/2014/main" id="{C75D50AA-FA7F-484C-A124-33F4FDEEEDEC}"/>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dk1"/>
              </a:buClr>
              <a:buSzPts val="3000"/>
              <a:buFont typeface="Arial"/>
              <a:buNone/>
              <a:defRPr sz="3000" b="1" i="0" u="none" cap="none">
                <a:solidFill>
                  <a:schemeClr val="dk1"/>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266" name="Google Shape;266;p60">
            <a:extLst>
              <a:ext uri="{FF2B5EF4-FFF2-40B4-BE49-F238E27FC236}">
                <a16:creationId xmlns:a16="http://schemas.microsoft.com/office/drawing/2014/main" id="{5D13C9CB-4213-42EF-B621-B908445CA95A}"/>
              </a:ext>
            </a:extLst>
          </p:cNvPr>
          <p:cNvSpPr>
            <a:spLocks noGrp="1"/>
          </p:cNvSpPr>
          <p:nvPr>
            <p:ph type="body" idx="1"/>
          </p:nvPr>
        </p:nvSpPr>
        <p:spPr>
          <a:xfrm>
            <a:off x="347400" y="1051560"/>
            <a:ext cx="84492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chemeClr val="dk1"/>
              </a:buClr>
              <a:buSzPts val="1800"/>
              <a:buFont typeface="Roboto"/>
              <a:buChar char="●"/>
              <a:defRPr sz="1800" b="0" i="0" u="none" cap="none">
                <a:solidFill>
                  <a:schemeClr val="dk1"/>
                </a:solidFill>
                <a:latin typeface="Roboto"/>
                <a:ea typeface="Roboto"/>
                <a:cs typeface="Roboto"/>
              </a:defRPr>
            </a:lvl1pPr>
            <a:lvl2pPr marL="914400" marR="0" indent="-317500" algn="l">
              <a:lnSpc>
                <a:spcPct val="115000"/>
              </a:lnSpc>
              <a:spcBef>
                <a:spcPts val="1000"/>
              </a:spcBef>
              <a:spcAft>
                <a:spcPts val="0"/>
              </a:spcAft>
              <a:buClr>
                <a:schemeClr val="dk1"/>
              </a:buClr>
              <a:buSzPts val="1400"/>
              <a:buFont typeface="Roboto Light"/>
              <a:buChar char="○"/>
              <a:defRPr sz="1400" b="0" i="0" u="none" cap="none">
                <a:solidFill>
                  <a:schemeClr val="dk1"/>
                </a:solidFill>
                <a:latin typeface="Roboto Light"/>
                <a:ea typeface="Roboto Light"/>
                <a:cs typeface="Roboto Light"/>
              </a:defRPr>
            </a:lvl2pPr>
            <a:lvl3pPr marL="1371600" marR="0" indent="-304800" algn="l">
              <a:lnSpc>
                <a:spcPct val="115000"/>
              </a:lnSpc>
              <a:spcBef>
                <a:spcPts val="1000"/>
              </a:spcBef>
              <a:spcAft>
                <a:spcPts val="0"/>
              </a:spcAft>
              <a:buClr>
                <a:schemeClr val="dk1"/>
              </a:buClr>
              <a:buSzPts val="1200"/>
              <a:buFont typeface="Roboto Light"/>
              <a:buChar char="■"/>
              <a:defRPr sz="1200" b="0" i="0" u="none" cap="none">
                <a:solidFill>
                  <a:schemeClr val="dk1"/>
                </a:solidFill>
                <a:latin typeface="Roboto Light"/>
                <a:ea typeface="Roboto Light"/>
                <a:cs typeface="Roboto Light"/>
              </a:defRPr>
            </a:lvl3pPr>
            <a:lvl4pPr marL="1828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4pPr>
            <a:lvl5pPr marL="22860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5pPr>
            <a:lvl6pPr marL="27432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6pPr>
            <a:lvl7pPr marL="32004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7pPr>
            <a:lvl8pPr marL="36576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8pPr>
            <a:lvl9pPr marL="4114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04 Title&amp;Content_blue">
  <p:cSld name="Title and Content_3_1_1_2">
    <p:bg>
      <p:bgPr>
        <a:noFill/>
        <a:effectLst/>
      </p:bgPr>
    </p:bg>
    <p:spTree>
      <p:nvGrpSpPr>
        <p:cNvPr id="1" name=""/>
        <p:cNvGrpSpPr/>
        <p:nvPr/>
      </p:nvGrpSpPr>
      <p:grpSpPr>
        <a:xfrm>
          <a:off x="0" y="0"/>
          <a:ext cx="0" cy="0"/>
          <a:chOff x="0" y="0"/>
          <a:chExt cx="0" cy="0"/>
        </a:xfrm>
      </p:grpSpPr>
      <p:sp>
        <p:nvSpPr>
          <p:cNvPr id="268" name="Google Shape;268;p61">
            <a:extLst>
              <a:ext uri="{FF2B5EF4-FFF2-40B4-BE49-F238E27FC236}">
                <a16:creationId xmlns:a16="http://schemas.microsoft.com/office/drawing/2014/main" id="{5A68CD14-5399-4214-AF9A-FE0034B44445}"/>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69" name="Google Shape;269;p61">
            <a:extLst>
              <a:ext uri="{FF2B5EF4-FFF2-40B4-BE49-F238E27FC236}">
                <a16:creationId xmlns:a16="http://schemas.microsoft.com/office/drawing/2014/main" id="{9C675F3E-E606-43BC-963B-F89BC8989147}"/>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pic>
        <p:nvPicPr>
          <p:cNvPr id="319" name="Google Shape;270;p61"/>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271" name="Google Shape;271;p61">
            <a:extLst>
              <a:ext uri="{FF2B5EF4-FFF2-40B4-BE49-F238E27FC236}">
                <a16:creationId xmlns:a16="http://schemas.microsoft.com/office/drawing/2014/main" id="{050B764B-D452-4B0A-B169-84259A78DCDB}"/>
              </a:ext>
            </a:extLst>
          </p:cNvPr>
          <p:cNvSpPr>
            <a:spLocks noGrp="1"/>
          </p:cNvSpPr>
          <p:nvPr>
            <p:ph type="body" idx="1"/>
          </p:nvPr>
        </p:nvSpPr>
        <p:spPr>
          <a:xfrm>
            <a:off x="349475" y="1051560"/>
            <a:ext cx="84627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321" name="Google Shape;272;p61"/>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04 Title&amp;Content_gradient">
  <p:cSld name="Title and Content_3_1_1_2_1">
    <p:bg>
      <p:bgPr>
        <a:noFill/>
        <a:effectLst/>
      </p:bgPr>
    </p:bg>
    <p:spTree>
      <p:nvGrpSpPr>
        <p:cNvPr id="1" name=""/>
        <p:cNvGrpSpPr/>
        <p:nvPr/>
      </p:nvGrpSpPr>
      <p:grpSpPr>
        <a:xfrm>
          <a:off x="0" y="0"/>
          <a:ext cx="0" cy="0"/>
          <a:chOff x="0" y="0"/>
          <a:chExt cx="0" cy="0"/>
        </a:xfrm>
      </p:grpSpPr>
      <p:sp>
        <p:nvSpPr>
          <p:cNvPr id="275" name="Google Shape;275;p62">
            <a:extLst>
              <a:ext uri="{FF2B5EF4-FFF2-40B4-BE49-F238E27FC236}">
                <a16:creationId xmlns:a16="http://schemas.microsoft.com/office/drawing/2014/main" id="{5E6C0EC3-E0AE-4484-B270-3811BF8321ED}"/>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76" name="Google Shape;276;p62">
            <a:extLst>
              <a:ext uri="{FF2B5EF4-FFF2-40B4-BE49-F238E27FC236}">
                <a16:creationId xmlns:a16="http://schemas.microsoft.com/office/drawing/2014/main" id="{B523E3CC-C778-4435-891D-2B3EA7F55413}"/>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pic>
        <p:nvPicPr>
          <p:cNvPr id="326" name="Google Shape;277;p62"/>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278" name="Google Shape;278;p62">
            <a:extLst>
              <a:ext uri="{FF2B5EF4-FFF2-40B4-BE49-F238E27FC236}">
                <a16:creationId xmlns:a16="http://schemas.microsoft.com/office/drawing/2014/main" id="{1F65DDDD-072C-497A-A23B-813B2B3977C6}"/>
              </a:ext>
            </a:extLst>
          </p:cNvPr>
          <p:cNvSpPr>
            <a:spLocks noGrp="1"/>
          </p:cNvSpPr>
          <p:nvPr>
            <p:ph type="body" idx="1"/>
          </p:nvPr>
        </p:nvSpPr>
        <p:spPr>
          <a:xfrm>
            <a:off x="349475" y="1051560"/>
            <a:ext cx="84627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328" name="Google Shape;279;p62"/>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06 Title&amp;Content_50/50_white/orange ">
  <p:cSld name="TITLE_ONLY_1">
    <p:spTree>
      <p:nvGrpSpPr>
        <p:cNvPr id="1" name=""/>
        <p:cNvGrpSpPr/>
        <p:nvPr/>
      </p:nvGrpSpPr>
      <p:grpSpPr>
        <a:xfrm>
          <a:off x="0" y="0"/>
          <a:ext cx="0" cy="0"/>
          <a:chOff x="0" y="0"/>
          <a:chExt cx="0" cy="0"/>
        </a:xfrm>
      </p:grpSpPr>
      <p:sp>
        <p:nvSpPr>
          <p:cNvPr id="282" name="Google Shape;282;p63">
            <a:extLst>
              <a:ext uri="{FF2B5EF4-FFF2-40B4-BE49-F238E27FC236}">
                <a16:creationId xmlns:a16="http://schemas.microsoft.com/office/drawing/2014/main" id="{1D4DFBE1-6E17-49BB-AADB-5D8E60FE47E3}"/>
              </a:ext>
            </a:extLst>
          </p:cNvPr>
          <p:cNvSpPr>
            <a:spLocks noGrp="1"/>
          </p:cNvSpPr>
          <p:nvPr/>
        </p:nvSpPr>
        <p:spPr>
          <a:xfrm>
            <a:off x="4572000" y="0"/>
            <a:ext cx="457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302" name="Google Shape;283;p63"/>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285" name="Google Shape;285;p63">
            <a:extLst>
              <a:ext uri="{FF2B5EF4-FFF2-40B4-BE49-F238E27FC236}">
                <a16:creationId xmlns:a16="http://schemas.microsoft.com/office/drawing/2014/main" id="{8E9F7EBE-DA85-42DE-B0BB-A5A3B6646A34}"/>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286" name="Google Shape;286;p63">
            <a:extLst>
              <a:ext uri="{FF2B5EF4-FFF2-40B4-BE49-F238E27FC236}">
                <a16:creationId xmlns:a16="http://schemas.microsoft.com/office/drawing/2014/main" id="{C76EC913-C791-44E5-A3BE-72C27DB8FF04}"/>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06 Title&amp;Content_50/50_orange/white">
  <p:cSld name="1_Title and Content_3">
    <p:spTree>
      <p:nvGrpSpPr>
        <p:cNvPr id="1" name=""/>
        <p:cNvGrpSpPr/>
        <p:nvPr/>
      </p:nvGrpSpPr>
      <p:grpSpPr>
        <a:xfrm>
          <a:off x="0" y="0"/>
          <a:ext cx="0" cy="0"/>
          <a:chOff x="0" y="0"/>
          <a:chExt cx="0" cy="0"/>
        </a:xfrm>
      </p:grpSpPr>
      <p:sp>
        <p:nvSpPr>
          <p:cNvPr id="288" name="Google Shape;288;p64">
            <a:extLst>
              <a:ext uri="{FF2B5EF4-FFF2-40B4-BE49-F238E27FC236}">
                <a16:creationId xmlns:a16="http://schemas.microsoft.com/office/drawing/2014/main" id="{67EBBE94-9B0E-4178-9044-40E262A04C82}"/>
              </a:ext>
            </a:extLst>
          </p:cNvPr>
          <p:cNvSpPr>
            <a:spLocks noGrp="1"/>
          </p:cNvSpPr>
          <p:nvPr/>
        </p:nvSpPr>
        <p:spPr>
          <a:xfrm>
            <a:off x="-50" y="0"/>
            <a:ext cx="457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294" name="Google Shape;289;p64"/>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290" name="Google Shape;290;p64">
            <a:extLst>
              <a:ext uri="{FF2B5EF4-FFF2-40B4-BE49-F238E27FC236}">
                <a16:creationId xmlns:a16="http://schemas.microsoft.com/office/drawing/2014/main" id="{5C05B005-4BC7-4B61-8747-38EE58B854BA}"/>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291" name="Google Shape;291;p64">
            <a:extLst>
              <a:ext uri="{FF2B5EF4-FFF2-40B4-BE49-F238E27FC236}">
                <a16:creationId xmlns:a16="http://schemas.microsoft.com/office/drawing/2014/main" id="{52D01704-8449-4327-8046-5CA81168003C}"/>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06 Title&amp;Content_50/50_orange/white_whitetext">
  <p:cSld name="TITLE_ONLY_1_2">
    <p:spTree>
      <p:nvGrpSpPr>
        <p:cNvPr id="1" name=""/>
        <p:cNvGrpSpPr/>
        <p:nvPr/>
      </p:nvGrpSpPr>
      <p:grpSpPr>
        <a:xfrm>
          <a:off x="0" y="0"/>
          <a:ext cx="0" cy="0"/>
          <a:chOff x="0" y="0"/>
          <a:chExt cx="0" cy="0"/>
        </a:xfrm>
      </p:grpSpPr>
      <p:sp>
        <p:nvSpPr>
          <p:cNvPr id="293" name="Google Shape;293;p65">
            <a:extLst>
              <a:ext uri="{FF2B5EF4-FFF2-40B4-BE49-F238E27FC236}">
                <a16:creationId xmlns:a16="http://schemas.microsoft.com/office/drawing/2014/main" id="{8FE04C15-B0F9-4A08-B0DF-D5A2C81D11FF}"/>
              </a:ext>
            </a:extLst>
          </p:cNvPr>
          <p:cNvSpPr>
            <a:spLocks noGrp="1"/>
          </p:cNvSpPr>
          <p:nvPr/>
        </p:nvSpPr>
        <p:spPr>
          <a:xfrm>
            <a:off x="-25" y="0"/>
            <a:ext cx="457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94" name="Google Shape;294;p65">
            <a:extLst>
              <a:ext uri="{FF2B5EF4-FFF2-40B4-BE49-F238E27FC236}">
                <a16:creationId xmlns:a16="http://schemas.microsoft.com/office/drawing/2014/main" id="{330F9A6D-C27C-461F-AF4B-D24E113730C2}"/>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295" name="Google Shape;295;p65">
            <a:extLst>
              <a:ext uri="{FF2B5EF4-FFF2-40B4-BE49-F238E27FC236}">
                <a16:creationId xmlns:a16="http://schemas.microsoft.com/office/drawing/2014/main" id="{2267F114-F0D4-4335-8141-CE379D415986}"/>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pic>
        <p:nvPicPr>
          <p:cNvPr id="300" name="Google Shape;296;p65"/>
          <p:cNvPicPr>
            <a:picLocks noChangeAspect="1"/>
          </p:cNvPicPr>
          <p:nvPr/>
        </p:nvPicPr>
        <p:blipFill rotWithShape="1">
          <a:blip r:embed="rId2">
            <a:alphaModFix/>
          </a:blip>
          <a:srcRect/>
          <a:stretch/>
        </p:blipFill>
        <p:spPr>
          <a:xfrm>
            <a:off x="365760" y="210312"/>
            <a:ext cx="923305" cy="173691"/>
          </a:xfrm>
          <a:prstGeom prst="rect">
            <a:avLst/>
          </a:prstGeom>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06 Title&amp;Content_50/50_orange/white_whitetext 1">
  <p:cSld name="1_Title and Content_3_2">
    <p:spTree>
      <p:nvGrpSpPr>
        <p:cNvPr id="1" name=""/>
        <p:cNvGrpSpPr/>
        <p:nvPr/>
      </p:nvGrpSpPr>
      <p:grpSpPr>
        <a:xfrm>
          <a:off x="0" y="0"/>
          <a:ext cx="0" cy="0"/>
          <a:chOff x="0" y="0"/>
          <a:chExt cx="0" cy="0"/>
        </a:xfrm>
      </p:grpSpPr>
      <p:sp>
        <p:nvSpPr>
          <p:cNvPr id="298" name="Google Shape;298;p66">
            <a:extLst>
              <a:ext uri="{FF2B5EF4-FFF2-40B4-BE49-F238E27FC236}">
                <a16:creationId xmlns:a16="http://schemas.microsoft.com/office/drawing/2014/main" id="{C4A92C10-A685-463D-8B18-92965B09676A}"/>
              </a:ext>
            </a:extLst>
          </p:cNvPr>
          <p:cNvSpPr>
            <a:spLocks noGrp="1"/>
          </p:cNvSpPr>
          <p:nvPr/>
        </p:nvSpPr>
        <p:spPr>
          <a:xfrm>
            <a:off x="4572000" y="0"/>
            <a:ext cx="457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299" name="Google Shape;299;p66">
            <a:extLst>
              <a:ext uri="{FF2B5EF4-FFF2-40B4-BE49-F238E27FC236}">
                <a16:creationId xmlns:a16="http://schemas.microsoft.com/office/drawing/2014/main" id="{3C014DFE-DDE3-4441-8E33-3283BE8059E8}"/>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300" name="Google Shape;300;p66">
            <a:extLst>
              <a:ext uri="{FF2B5EF4-FFF2-40B4-BE49-F238E27FC236}">
                <a16:creationId xmlns:a16="http://schemas.microsoft.com/office/drawing/2014/main" id="{A50B247C-548D-43F2-8781-A5766A1DF277}"/>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334" name="Google Shape;301;p66"/>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06 Title&amp;Content_50/50_white/blue">
  <p:cSld name="TITLE_ONLY_1_1">
    <p:spTree>
      <p:nvGrpSpPr>
        <p:cNvPr id="1" name=""/>
        <p:cNvGrpSpPr/>
        <p:nvPr/>
      </p:nvGrpSpPr>
      <p:grpSpPr>
        <a:xfrm>
          <a:off x="0" y="0"/>
          <a:ext cx="0" cy="0"/>
          <a:chOff x="0" y="0"/>
          <a:chExt cx="0" cy="0"/>
        </a:xfrm>
      </p:grpSpPr>
      <p:sp>
        <p:nvSpPr>
          <p:cNvPr id="304" name="Google Shape;304;p67">
            <a:extLst>
              <a:ext uri="{FF2B5EF4-FFF2-40B4-BE49-F238E27FC236}">
                <a16:creationId xmlns:a16="http://schemas.microsoft.com/office/drawing/2014/main" id="{9F94396E-14F6-4ABD-B3CA-591B5D14C18E}"/>
              </a:ext>
            </a:extLst>
          </p:cNvPr>
          <p:cNvSpPr>
            <a:spLocks noGrp="1"/>
          </p:cNvSpPr>
          <p:nvPr/>
        </p:nvSpPr>
        <p:spPr>
          <a:xfrm>
            <a:off x="4572000"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324" name="Google Shape;305;p67"/>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307" name="Google Shape;307;p67">
            <a:extLst>
              <a:ext uri="{FF2B5EF4-FFF2-40B4-BE49-F238E27FC236}">
                <a16:creationId xmlns:a16="http://schemas.microsoft.com/office/drawing/2014/main" id="{9D594B79-6414-4DE6-873C-5C5936FAA9C4}"/>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308" name="Google Shape;308;p67">
            <a:extLst>
              <a:ext uri="{FF2B5EF4-FFF2-40B4-BE49-F238E27FC236}">
                <a16:creationId xmlns:a16="http://schemas.microsoft.com/office/drawing/2014/main" id="{D5816B25-FC5A-4E8E-8E5A-1023D0158FC3}"/>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06 Title&amp;Content_50/50_blue/white">
  <p:cSld name="1_Title and Content_3_1">
    <p:spTree>
      <p:nvGrpSpPr>
        <p:cNvPr id="1" name=""/>
        <p:cNvGrpSpPr/>
        <p:nvPr/>
      </p:nvGrpSpPr>
      <p:grpSpPr>
        <a:xfrm>
          <a:off x="0" y="0"/>
          <a:ext cx="0" cy="0"/>
          <a:chOff x="0" y="0"/>
          <a:chExt cx="0" cy="0"/>
        </a:xfrm>
      </p:grpSpPr>
      <p:sp>
        <p:nvSpPr>
          <p:cNvPr id="310" name="Google Shape;310;p68">
            <a:extLst>
              <a:ext uri="{FF2B5EF4-FFF2-40B4-BE49-F238E27FC236}">
                <a16:creationId xmlns:a16="http://schemas.microsoft.com/office/drawing/2014/main" id="{714BF06A-6DBD-4BAD-B087-A339E24D9353}"/>
              </a:ext>
            </a:extLst>
          </p:cNvPr>
          <p:cNvSpPr>
            <a:spLocks noGrp="1"/>
          </p:cNvSpPr>
          <p:nvPr/>
        </p:nvSpPr>
        <p:spPr>
          <a:xfrm>
            <a:off x="-50"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316" name="Google Shape;311;p68"/>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12" name="Google Shape;312;p68">
            <a:extLst>
              <a:ext uri="{FF2B5EF4-FFF2-40B4-BE49-F238E27FC236}">
                <a16:creationId xmlns:a16="http://schemas.microsoft.com/office/drawing/2014/main" id="{9EFEBB48-DD04-4808-A26A-E0D5AB2504F9}"/>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313" name="Google Shape;313;p68">
            <a:extLst>
              <a:ext uri="{FF2B5EF4-FFF2-40B4-BE49-F238E27FC236}">
                <a16:creationId xmlns:a16="http://schemas.microsoft.com/office/drawing/2014/main" id="{A9D83F49-C844-46CB-ACF6-F8E4ACFF4A28}"/>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06 Title&amp;Content_50/50_blue/white_whitetext">
  <p:cSld name="TITLE_ONLY_1_2_1">
    <p:spTree>
      <p:nvGrpSpPr>
        <p:cNvPr id="1" name=""/>
        <p:cNvGrpSpPr/>
        <p:nvPr/>
      </p:nvGrpSpPr>
      <p:grpSpPr>
        <a:xfrm>
          <a:off x="0" y="0"/>
          <a:ext cx="0" cy="0"/>
          <a:chOff x="0" y="0"/>
          <a:chExt cx="0" cy="0"/>
        </a:xfrm>
      </p:grpSpPr>
      <p:sp>
        <p:nvSpPr>
          <p:cNvPr id="315" name="Google Shape;315;p69">
            <a:extLst>
              <a:ext uri="{FF2B5EF4-FFF2-40B4-BE49-F238E27FC236}">
                <a16:creationId xmlns:a16="http://schemas.microsoft.com/office/drawing/2014/main" id="{59567849-1D34-4543-BC4A-DF90AB8733AA}"/>
              </a:ext>
            </a:extLst>
          </p:cNvPr>
          <p:cNvSpPr>
            <a:spLocks noGrp="1"/>
          </p:cNvSpPr>
          <p:nvPr/>
        </p:nvSpPr>
        <p:spPr>
          <a:xfrm>
            <a:off x="-25"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16" name="Google Shape;316;p69">
            <a:extLst>
              <a:ext uri="{FF2B5EF4-FFF2-40B4-BE49-F238E27FC236}">
                <a16:creationId xmlns:a16="http://schemas.microsoft.com/office/drawing/2014/main" id="{09D7CAD6-3758-41B0-BE06-869A33F83C00}"/>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317" name="Google Shape;317;p69">
            <a:extLst>
              <a:ext uri="{FF2B5EF4-FFF2-40B4-BE49-F238E27FC236}">
                <a16:creationId xmlns:a16="http://schemas.microsoft.com/office/drawing/2014/main" id="{9C38B6B8-761C-4AE3-B971-821D08A7ACF0}"/>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pic>
        <p:nvPicPr>
          <p:cNvPr id="322" name="Google Shape;318;p69"/>
          <p:cNvPicPr>
            <a:picLocks noChangeAspect="1"/>
          </p:cNvPicPr>
          <p:nvPr/>
        </p:nvPicPr>
        <p:blipFill rotWithShape="1">
          <a:blip r:embed="rId2">
            <a:alphaModFix/>
          </a:blip>
          <a:srcRect/>
          <a:stretch/>
        </p:blipFill>
        <p:spPr>
          <a:xfrm>
            <a:off x="365760" y="210312"/>
            <a:ext cx="923305" cy="173691"/>
          </a:xfrm>
          <a:prstGeom prst="rect">
            <a:avLst/>
          </a:prstGeom>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06 Title&amp;Content_50/50_blue/white_whitetext 1">
  <p:cSld name="1_Title and Content_3_2_1">
    <p:spTree>
      <p:nvGrpSpPr>
        <p:cNvPr id="1" name=""/>
        <p:cNvGrpSpPr/>
        <p:nvPr/>
      </p:nvGrpSpPr>
      <p:grpSpPr>
        <a:xfrm>
          <a:off x="0" y="0"/>
          <a:ext cx="0" cy="0"/>
          <a:chOff x="0" y="0"/>
          <a:chExt cx="0" cy="0"/>
        </a:xfrm>
      </p:grpSpPr>
      <p:sp>
        <p:nvSpPr>
          <p:cNvPr id="320" name="Google Shape;320;p70">
            <a:extLst>
              <a:ext uri="{FF2B5EF4-FFF2-40B4-BE49-F238E27FC236}">
                <a16:creationId xmlns:a16="http://schemas.microsoft.com/office/drawing/2014/main" id="{0AC10CEE-F338-4592-9FDB-D0253504E02A}"/>
              </a:ext>
            </a:extLst>
          </p:cNvPr>
          <p:cNvSpPr>
            <a:spLocks noGrp="1"/>
          </p:cNvSpPr>
          <p:nvPr/>
        </p:nvSpPr>
        <p:spPr>
          <a:xfrm>
            <a:off x="4572000"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21" name="Google Shape;321;p70">
            <a:extLst>
              <a:ext uri="{FF2B5EF4-FFF2-40B4-BE49-F238E27FC236}">
                <a16:creationId xmlns:a16="http://schemas.microsoft.com/office/drawing/2014/main" id="{6C91D19B-688D-4BEE-A2EE-AD1DA472B745}"/>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322" name="Google Shape;322;p70">
            <a:extLst>
              <a:ext uri="{FF2B5EF4-FFF2-40B4-BE49-F238E27FC236}">
                <a16:creationId xmlns:a16="http://schemas.microsoft.com/office/drawing/2014/main" id="{57DC017B-1FD4-40EA-A15A-DFC2FE6EA04A}"/>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356" name="Google Shape;323;p70"/>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06 Title&amp;Content_50/50_white/gradient">
  <p:cSld name="TITLE_ONLY_1_1_1">
    <p:spTree>
      <p:nvGrpSpPr>
        <p:cNvPr id="1" name=""/>
        <p:cNvGrpSpPr/>
        <p:nvPr/>
      </p:nvGrpSpPr>
      <p:grpSpPr>
        <a:xfrm>
          <a:off x="0" y="0"/>
          <a:ext cx="0" cy="0"/>
          <a:chOff x="0" y="0"/>
          <a:chExt cx="0" cy="0"/>
        </a:xfrm>
      </p:grpSpPr>
      <p:sp>
        <p:nvSpPr>
          <p:cNvPr id="326" name="Google Shape;326;p71">
            <a:extLst>
              <a:ext uri="{FF2B5EF4-FFF2-40B4-BE49-F238E27FC236}">
                <a16:creationId xmlns:a16="http://schemas.microsoft.com/office/drawing/2014/main" id="{E12BD4FE-E7C8-4E2F-A707-EF8D352DC7E3}"/>
              </a:ext>
            </a:extLst>
          </p:cNvPr>
          <p:cNvSpPr>
            <a:spLocks noGrp="1"/>
          </p:cNvSpPr>
          <p:nvPr/>
        </p:nvSpPr>
        <p:spPr>
          <a:xfrm>
            <a:off x="-10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355" name="Google Shape;327;p71"/>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329" name="Google Shape;329;p71">
            <a:extLst>
              <a:ext uri="{FF2B5EF4-FFF2-40B4-BE49-F238E27FC236}">
                <a16:creationId xmlns:a16="http://schemas.microsoft.com/office/drawing/2014/main" id="{F70112C9-D3E7-4FF3-A386-025365248EDE}"/>
              </a:ext>
            </a:extLst>
          </p:cNvPr>
          <p:cNvSpPr>
            <a:spLocks noGrp="1"/>
          </p:cNvSpPr>
          <p:nvPr/>
        </p:nvSpPr>
        <p:spPr>
          <a:xfrm>
            <a:off x="-25" y="0"/>
            <a:ext cx="457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0" name="Google Shape;330;p71">
            <a:extLst>
              <a:ext uri="{FF2B5EF4-FFF2-40B4-BE49-F238E27FC236}">
                <a16:creationId xmlns:a16="http://schemas.microsoft.com/office/drawing/2014/main" id="{47897D8E-B3FC-4995-BE05-C71716A1D673}"/>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331" name="Google Shape;331;p71">
            <a:extLst>
              <a:ext uri="{FF2B5EF4-FFF2-40B4-BE49-F238E27FC236}">
                <a16:creationId xmlns:a16="http://schemas.microsoft.com/office/drawing/2014/main" id="{0265D832-96AB-47BE-BC3F-39A19F3B0A8F}"/>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pic>
        <p:nvPicPr>
          <p:cNvPr id="359" name="Google Shape;332;p71"/>
          <p:cNvPicPr>
            <a:picLocks noChangeAspect="1"/>
          </p:cNvPicPr>
          <p:nvPr/>
        </p:nvPicPr>
        <p:blipFill rotWithShape="1">
          <a:blip r:embed="rId2">
            <a:alphaModFix/>
          </a:blip>
          <a:srcRect/>
          <a:stretch/>
        </p:blipFill>
        <p:spPr>
          <a:xfrm>
            <a:off x="365751" y="210450"/>
            <a:ext cx="919181" cy="174550"/>
          </a:xfrm>
          <a:prstGeom prst="rect">
            <a:avLst/>
          </a:prstGeom>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06 Title&amp;Content_50/50_gradient/white">
  <p:cSld name="1_Title and Content_3_1_1">
    <p:spTree>
      <p:nvGrpSpPr>
        <p:cNvPr id="1" name=""/>
        <p:cNvGrpSpPr/>
        <p:nvPr/>
      </p:nvGrpSpPr>
      <p:grpSpPr>
        <a:xfrm>
          <a:off x="0" y="0"/>
          <a:ext cx="0" cy="0"/>
          <a:chOff x="0" y="0"/>
          <a:chExt cx="0" cy="0"/>
        </a:xfrm>
      </p:grpSpPr>
      <p:sp>
        <p:nvSpPr>
          <p:cNvPr id="334" name="Google Shape;334;p72">
            <a:extLst>
              <a:ext uri="{FF2B5EF4-FFF2-40B4-BE49-F238E27FC236}">
                <a16:creationId xmlns:a16="http://schemas.microsoft.com/office/drawing/2014/main" id="{562C1468-4C8F-4043-AD5E-61F6D64DC352}"/>
              </a:ext>
            </a:extLst>
          </p:cNvPr>
          <p:cNvSpPr>
            <a:spLocks noGrp="1"/>
          </p:cNvSpPr>
          <p:nvPr/>
        </p:nvSpPr>
        <p:spPr>
          <a:xfrm>
            <a:off x="-5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5" name="Google Shape;335;p72">
            <a:extLst>
              <a:ext uri="{FF2B5EF4-FFF2-40B4-BE49-F238E27FC236}">
                <a16:creationId xmlns:a16="http://schemas.microsoft.com/office/drawing/2014/main" id="{28D60D4D-1BD8-46AB-8B06-FE8A6CA9E8FA}"/>
              </a:ext>
            </a:extLst>
          </p:cNvPr>
          <p:cNvSpPr>
            <a:spLocks noGrp="1"/>
          </p:cNvSpPr>
          <p:nvPr/>
        </p:nvSpPr>
        <p:spPr>
          <a:xfrm>
            <a:off x="4571950" y="0"/>
            <a:ext cx="457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397" name="Google Shape;336;p72"/>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37" name="Google Shape;337;p72">
            <a:extLst>
              <a:ext uri="{FF2B5EF4-FFF2-40B4-BE49-F238E27FC236}">
                <a16:creationId xmlns:a16="http://schemas.microsoft.com/office/drawing/2014/main" id="{68DF6E88-5AA6-404C-A240-6ED66B165A32}"/>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338" name="Google Shape;338;p72">
            <a:extLst>
              <a:ext uri="{FF2B5EF4-FFF2-40B4-BE49-F238E27FC236}">
                <a16:creationId xmlns:a16="http://schemas.microsoft.com/office/drawing/2014/main" id="{83A97625-4FDA-46E5-9A3D-633061D2D507}"/>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cxnSp>
        <p:nvCxnSpPr>
          <p:cNvPr id="400" name="Google Shape;340;p72"/>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06 Title&amp;Content_50/50_gradient/white_whitetext">
  <p:cSld name="TITLE_ONLY_1_2_1_1">
    <p:spTree>
      <p:nvGrpSpPr>
        <p:cNvPr id="1" name=""/>
        <p:cNvGrpSpPr/>
        <p:nvPr/>
      </p:nvGrpSpPr>
      <p:grpSpPr>
        <a:xfrm>
          <a:off x="0" y="0"/>
          <a:ext cx="0" cy="0"/>
          <a:chOff x="0" y="0"/>
          <a:chExt cx="0" cy="0"/>
        </a:xfrm>
      </p:grpSpPr>
      <p:sp>
        <p:nvSpPr>
          <p:cNvPr id="342" name="Google Shape;342;p73">
            <a:extLst>
              <a:ext uri="{FF2B5EF4-FFF2-40B4-BE49-F238E27FC236}">
                <a16:creationId xmlns:a16="http://schemas.microsoft.com/office/drawing/2014/main" id="{10D5B386-C0B0-4E12-9607-E88951246579}"/>
              </a:ext>
            </a:extLst>
          </p:cNvPr>
          <p:cNvSpPr>
            <a:spLocks noGrp="1"/>
          </p:cNvSpPr>
          <p:nvPr/>
        </p:nvSpPr>
        <p:spPr>
          <a:xfrm>
            <a:off x="-5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43" name="Google Shape;343;p73">
            <a:extLst>
              <a:ext uri="{FF2B5EF4-FFF2-40B4-BE49-F238E27FC236}">
                <a16:creationId xmlns:a16="http://schemas.microsoft.com/office/drawing/2014/main" id="{E5DB2188-839A-4CD3-8489-298BB6E4C346}"/>
              </a:ext>
            </a:extLst>
          </p:cNvPr>
          <p:cNvSpPr>
            <a:spLocks noGrp="1"/>
          </p:cNvSpPr>
          <p:nvPr/>
        </p:nvSpPr>
        <p:spPr>
          <a:xfrm>
            <a:off x="4571950" y="0"/>
            <a:ext cx="457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391" name="Google Shape;344;p73"/>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392" name="Google Shape;346;p73"/>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347" name="Google Shape;347;p73">
            <a:extLst>
              <a:ext uri="{FF2B5EF4-FFF2-40B4-BE49-F238E27FC236}">
                <a16:creationId xmlns:a16="http://schemas.microsoft.com/office/drawing/2014/main" id="{CBED6199-3843-4DA6-AC17-5E6FA0FEA1FE}"/>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348" name="Google Shape;348;p73">
            <a:extLst>
              <a:ext uri="{FF2B5EF4-FFF2-40B4-BE49-F238E27FC236}">
                <a16:creationId xmlns:a16="http://schemas.microsoft.com/office/drawing/2014/main" id="{5BB202B1-066F-4424-99C4-68751A44923B}"/>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06 Title&amp;Content_50/50_blue/white_whitetext 1 1">
  <p:cSld name="1_Title and Content_3_2_1_1">
    <p:spTree>
      <p:nvGrpSpPr>
        <p:cNvPr id="1" name=""/>
        <p:cNvGrpSpPr/>
        <p:nvPr/>
      </p:nvGrpSpPr>
      <p:grpSpPr>
        <a:xfrm>
          <a:off x="0" y="0"/>
          <a:ext cx="0" cy="0"/>
          <a:chOff x="0" y="0"/>
          <a:chExt cx="0" cy="0"/>
        </a:xfrm>
      </p:grpSpPr>
      <p:sp>
        <p:nvSpPr>
          <p:cNvPr id="350" name="Google Shape;350;p74">
            <a:extLst>
              <a:ext uri="{FF2B5EF4-FFF2-40B4-BE49-F238E27FC236}">
                <a16:creationId xmlns:a16="http://schemas.microsoft.com/office/drawing/2014/main" id="{D4AC8F64-DF3B-4560-8A0C-92CBDB0F3F20}"/>
              </a:ext>
            </a:extLst>
          </p:cNvPr>
          <p:cNvSpPr>
            <a:spLocks noGrp="1"/>
          </p:cNvSpPr>
          <p:nvPr/>
        </p:nvSpPr>
        <p:spPr>
          <a:xfrm>
            <a:off x="-10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380" name="Google Shape;351;p74"/>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353" name="Google Shape;353;p74">
            <a:extLst>
              <a:ext uri="{FF2B5EF4-FFF2-40B4-BE49-F238E27FC236}">
                <a16:creationId xmlns:a16="http://schemas.microsoft.com/office/drawing/2014/main" id="{CE703785-08F4-4324-AFA1-4ABCB28709D2}"/>
              </a:ext>
            </a:extLst>
          </p:cNvPr>
          <p:cNvSpPr>
            <a:spLocks noGrp="1"/>
          </p:cNvSpPr>
          <p:nvPr/>
        </p:nvSpPr>
        <p:spPr>
          <a:xfrm>
            <a:off x="-25" y="0"/>
            <a:ext cx="457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382" name="Google Shape;354;p74"/>
          <p:cNvPicPr>
            <a:picLocks noChangeAspect="1"/>
          </p:cNvPicPr>
          <p:nvPr/>
        </p:nvPicPr>
        <p:blipFill rotWithShape="1">
          <a:blip r:embed="rId2">
            <a:alphaModFix/>
          </a:blip>
          <a:srcRect/>
          <a:stretch/>
        </p:blipFill>
        <p:spPr>
          <a:xfrm>
            <a:off x="365751" y="210450"/>
            <a:ext cx="919181" cy="174550"/>
          </a:xfrm>
          <a:prstGeom prst="rect">
            <a:avLst/>
          </a:prstGeom>
          <a:ln>
            <a:noFill/>
          </a:ln>
        </p:spPr>
      </p:pic>
      <p:sp>
        <p:nvSpPr>
          <p:cNvPr id="355" name="Google Shape;355;p74">
            <a:extLst>
              <a:ext uri="{FF2B5EF4-FFF2-40B4-BE49-F238E27FC236}">
                <a16:creationId xmlns:a16="http://schemas.microsoft.com/office/drawing/2014/main" id="{D40EC328-E2D5-4D6E-8F36-44BE6F0F091B}"/>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356" name="Google Shape;356;p74">
            <a:extLst>
              <a:ext uri="{FF2B5EF4-FFF2-40B4-BE49-F238E27FC236}">
                <a16:creationId xmlns:a16="http://schemas.microsoft.com/office/drawing/2014/main" id="{93B7D290-BA12-4BFD-BF64-8EC288886803}"/>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07 Title&amp;Content_33/66_orange">
  <p:cSld name="1_Title and Content_2_1_2_1_2_2">
    <p:spTree>
      <p:nvGrpSpPr>
        <p:cNvPr id="1" name=""/>
        <p:cNvGrpSpPr/>
        <p:nvPr/>
      </p:nvGrpSpPr>
      <p:grpSpPr>
        <a:xfrm>
          <a:off x="0" y="0"/>
          <a:ext cx="0" cy="0"/>
          <a:chOff x="0" y="0"/>
          <a:chExt cx="0" cy="0"/>
        </a:xfrm>
      </p:grpSpPr>
      <p:sp>
        <p:nvSpPr>
          <p:cNvPr id="358" name="Google Shape;358;p75">
            <a:extLst>
              <a:ext uri="{FF2B5EF4-FFF2-40B4-BE49-F238E27FC236}">
                <a16:creationId xmlns:a16="http://schemas.microsoft.com/office/drawing/2014/main" id="{B3FF683C-AA4A-46C9-A238-7F088E74C48F}"/>
              </a:ext>
            </a:extLst>
          </p:cNvPr>
          <p:cNvSpPr>
            <a:spLocks noGrp="1"/>
          </p:cNvSpPr>
          <p:nvPr/>
        </p:nvSpPr>
        <p:spPr>
          <a:xfrm>
            <a:off x="0" y="0"/>
            <a:ext cx="328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366" name="Google Shape;359;p75"/>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60" name="Google Shape;360;p75">
            <a:extLst>
              <a:ext uri="{FF2B5EF4-FFF2-40B4-BE49-F238E27FC236}">
                <a16:creationId xmlns:a16="http://schemas.microsoft.com/office/drawing/2014/main" id="{7E8A2446-0179-4F8F-832F-33BD32424D64}"/>
              </a:ext>
            </a:extLst>
          </p:cNvPr>
          <p:cNvSpPr>
            <a:spLocks noGrp="1"/>
          </p:cNvSpPr>
          <p:nvPr>
            <p:ph type="title"/>
          </p:nvPr>
        </p:nvSpPr>
        <p:spPr>
          <a:xfrm>
            <a:off x="3631500" y="685800"/>
            <a:ext cx="5180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361" name="Google Shape;361;p75">
            <a:extLst>
              <a:ext uri="{FF2B5EF4-FFF2-40B4-BE49-F238E27FC236}">
                <a16:creationId xmlns:a16="http://schemas.microsoft.com/office/drawing/2014/main" id="{E233A9F8-8CFB-44C1-BCBC-52A4BDBEC230}"/>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62" name="Google Shape;362;p75">
            <a:extLst>
              <a:ext uri="{FF2B5EF4-FFF2-40B4-BE49-F238E27FC236}">
                <a16:creationId xmlns:a16="http://schemas.microsoft.com/office/drawing/2014/main" id="{47BE1855-8F41-43DD-BE58-42FECB059A91}"/>
              </a:ext>
            </a:extLst>
          </p:cNvPr>
          <p:cNvSpPr>
            <a:spLocks noGrp="1"/>
          </p:cNvSpPr>
          <p:nvPr>
            <p:ph type="title" idx="2"/>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363" name="Google Shape;363;p75">
            <a:extLst>
              <a:ext uri="{FF2B5EF4-FFF2-40B4-BE49-F238E27FC236}">
                <a16:creationId xmlns:a16="http://schemas.microsoft.com/office/drawing/2014/main" id="{6BBE6369-1845-49E0-8847-A90AF7E87D11}"/>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07 Callouts2x2_33/66_orange ">
  <p:cSld name="1_Title and Content_2_1_1_1_1">
    <p:spTree>
      <p:nvGrpSpPr>
        <p:cNvPr id="1" name=""/>
        <p:cNvGrpSpPr/>
        <p:nvPr/>
      </p:nvGrpSpPr>
      <p:grpSpPr>
        <a:xfrm>
          <a:off x="0" y="0"/>
          <a:ext cx="0" cy="0"/>
          <a:chOff x="0" y="0"/>
          <a:chExt cx="0" cy="0"/>
        </a:xfrm>
      </p:grpSpPr>
      <p:sp>
        <p:nvSpPr>
          <p:cNvPr id="365" name="Google Shape;365;p76">
            <a:extLst>
              <a:ext uri="{FF2B5EF4-FFF2-40B4-BE49-F238E27FC236}">
                <a16:creationId xmlns:a16="http://schemas.microsoft.com/office/drawing/2014/main" id="{871302E0-9D88-46BC-B849-85F437589104}"/>
              </a:ext>
            </a:extLst>
          </p:cNvPr>
          <p:cNvSpPr>
            <a:spLocks noGrp="1"/>
          </p:cNvSpPr>
          <p:nvPr/>
        </p:nvSpPr>
        <p:spPr>
          <a:xfrm>
            <a:off x="0" y="0"/>
            <a:ext cx="328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66" name="Google Shape;366;p76">
            <a:extLst>
              <a:ext uri="{FF2B5EF4-FFF2-40B4-BE49-F238E27FC236}">
                <a16:creationId xmlns:a16="http://schemas.microsoft.com/office/drawing/2014/main" id="{33C7109E-3826-4B98-8D71-7989997876CB}"/>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380" name="Google Shape;367;p76"/>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68" name="Google Shape;368;p76">
            <a:extLst>
              <a:ext uri="{FF2B5EF4-FFF2-40B4-BE49-F238E27FC236}">
                <a16:creationId xmlns:a16="http://schemas.microsoft.com/office/drawing/2014/main" id="{A438897D-D29A-49EB-B666-A66DE0616ACD}"/>
              </a:ext>
            </a:extLst>
          </p:cNvPr>
          <p:cNvSpPr>
            <a:spLocks noGrp="1"/>
          </p:cNvSpPr>
          <p:nvPr>
            <p:ph type="body" idx="1"/>
          </p:nvPr>
        </p:nvSpPr>
        <p:spPr>
          <a:xfrm>
            <a:off x="3631525" y="7726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69" name="Google Shape;369;p76">
            <a:extLst>
              <a:ext uri="{FF2B5EF4-FFF2-40B4-BE49-F238E27FC236}">
                <a16:creationId xmlns:a16="http://schemas.microsoft.com/office/drawing/2014/main" id="{605E80F9-BF8E-4115-976E-603D6308EBC9}"/>
              </a:ext>
            </a:extLst>
          </p:cNvPr>
          <p:cNvSpPr>
            <a:spLocks noGrp="1"/>
          </p:cNvSpPr>
          <p:nvPr/>
        </p:nvSpPr>
        <p:spPr>
          <a:xfrm>
            <a:off x="3631525" y="7726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0" name="Google Shape;370;p76">
            <a:extLst>
              <a:ext uri="{FF2B5EF4-FFF2-40B4-BE49-F238E27FC236}">
                <a16:creationId xmlns:a16="http://schemas.microsoft.com/office/drawing/2014/main" id="{15942FBD-D2AB-48EF-BBE8-7FEB0ED961C1}"/>
              </a:ext>
            </a:extLst>
          </p:cNvPr>
          <p:cNvSpPr>
            <a:spLocks noGrp="1"/>
          </p:cNvSpPr>
          <p:nvPr>
            <p:ph type="body" idx="2"/>
          </p:nvPr>
        </p:nvSpPr>
        <p:spPr>
          <a:xfrm>
            <a:off x="6387450" y="7726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71" name="Google Shape;371;p76">
            <a:extLst>
              <a:ext uri="{FF2B5EF4-FFF2-40B4-BE49-F238E27FC236}">
                <a16:creationId xmlns:a16="http://schemas.microsoft.com/office/drawing/2014/main" id="{426661F3-57C1-434B-8645-7A6653285D04}"/>
              </a:ext>
            </a:extLst>
          </p:cNvPr>
          <p:cNvSpPr>
            <a:spLocks noGrp="1"/>
          </p:cNvSpPr>
          <p:nvPr/>
        </p:nvSpPr>
        <p:spPr>
          <a:xfrm>
            <a:off x="6387550" y="7726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2" name="Google Shape;372;p76">
            <a:extLst>
              <a:ext uri="{FF2B5EF4-FFF2-40B4-BE49-F238E27FC236}">
                <a16:creationId xmlns:a16="http://schemas.microsoft.com/office/drawing/2014/main" id="{4E6B98A8-2E92-4BB4-ACB8-45ECB7FD4C36}"/>
              </a:ext>
            </a:extLst>
          </p:cNvPr>
          <p:cNvSpPr>
            <a:spLocks noGrp="1"/>
          </p:cNvSpPr>
          <p:nvPr>
            <p:ph type="body" idx="3"/>
          </p:nvPr>
        </p:nvSpPr>
        <p:spPr>
          <a:xfrm>
            <a:off x="3631425" y="27874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73" name="Google Shape;373;p76">
            <a:extLst>
              <a:ext uri="{FF2B5EF4-FFF2-40B4-BE49-F238E27FC236}">
                <a16:creationId xmlns:a16="http://schemas.microsoft.com/office/drawing/2014/main" id="{73D1BF9E-4E57-4F38-8F02-24DB912BC82D}"/>
              </a:ext>
            </a:extLst>
          </p:cNvPr>
          <p:cNvSpPr>
            <a:spLocks noGrp="1"/>
          </p:cNvSpPr>
          <p:nvPr/>
        </p:nvSpPr>
        <p:spPr>
          <a:xfrm>
            <a:off x="3631525" y="27874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4" name="Google Shape;374;p76">
            <a:extLst>
              <a:ext uri="{FF2B5EF4-FFF2-40B4-BE49-F238E27FC236}">
                <a16:creationId xmlns:a16="http://schemas.microsoft.com/office/drawing/2014/main" id="{887E1B16-E71B-4337-A81D-A93B0A80A069}"/>
              </a:ext>
            </a:extLst>
          </p:cNvPr>
          <p:cNvSpPr>
            <a:spLocks noGrp="1"/>
          </p:cNvSpPr>
          <p:nvPr>
            <p:ph type="body" idx="4"/>
          </p:nvPr>
        </p:nvSpPr>
        <p:spPr>
          <a:xfrm>
            <a:off x="6387450" y="27874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75" name="Google Shape;375;p76">
            <a:extLst>
              <a:ext uri="{FF2B5EF4-FFF2-40B4-BE49-F238E27FC236}">
                <a16:creationId xmlns:a16="http://schemas.microsoft.com/office/drawing/2014/main" id="{B3E844AF-504B-41FD-AE3D-D9B4B76C2145}"/>
              </a:ext>
            </a:extLst>
          </p:cNvPr>
          <p:cNvSpPr>
            <a:spLocks noGrp="1"/>
          </p:cNvSpPr>
          <p:nvPr/>
        </p:nvSpPr>
        <p:spPr>
          <a:xfrm>
            <a:off x="6387550" y="27874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6" name="Google Shape;376;p76">
            <a:extLst>
              <a:ext uri="{FF2B5EF4-FFF2-40B4-BE49-F238E27FC236}">
                <a16:creationId xmlns:a16="http://schemas.microsoft.com/office/drawing/2014/main" id="{686AC287-DE25-437E-9E24-D0389E539FDD}"/>
              </a:ext>
            </a:extLst>
          </p:cNvPr>
          <p:cNvSpPr>
            <a:spLocks noGrp="1"/>
          </p:cNvSpPr>
          <p:nvPr>
            <p:ph type="body" idx="5"/>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07 Callouts_2Row_33/66_orange ">
  <p:cSld name="1_Title and Content_2_1_1_1_1_3">
    <p:spTree>
      <p:nvGrpSpPr>
        <p:cNvPr id="1" name=""/>
        <p:cNvGrpSpPr/>
        <p:nvPr/>
      </p:nvGrpSpPr>
      <p:grpSpPr>
        <a:xfrm>
          <a:off x="0" y="0"/>
          <a:ext cx="0" cy="0"/>
          <a:chOff x="0" y="0"/>
          <a:chExt cx="0" cy="0"/>
        </a:xfrm>
      </p:grpSpPr>
      <p:sp>
        <p:nvSpPr>
          <p:cNvPr id="378" name="Google Shape;378;p77">
            <a:extLst>
              <a:ext uri="{FF2B5EF4-FFF2-40B4-BE49-F238E27FC236}">
                <a16:creationId xmlns:a16="http://schemas.microsoft.com/office/drawing/2014/main" id="{F5A9AB7A-721E-40EF-A297-C03DE0001B5D}"/>
              </a:ext>
            </a:extLst>
          </p:cNvPr>
          <p:cNvSpPr>
            <a:spLocks noGrp="1"/>
          </p:cNvSpPr>
          <p:nvPr/>
        </p:nvSpPr>
        <p:spPr>
          <a:xfrm>
            <a:off x="0" y="0"/>
            <a:ext cx="328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9" name="Google Shape;379;p77">
            <a:extLst>
              <a:ext uri="{FF2B5EF4-FFF2-40B4-BE49-F238E27FC236}">
                <a16:creationId xmlns:a16="http://schemas.microsoft.com/office/drawing/2014/main" id="{CCA3FFF1-D924-4003-A451-96F1776DEFF5}"/>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389" name="Google Shape;380;p77"/>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81" name="Google Shape;381;p77">
            <a:extLst>
              <a:ext uri="{FF2B5EF4-FFF2-40B4-BE49-F238E27FC236}">
                <a16:creationId xmlns:a16="http://schemas.microsoft.com/office/drawing/2014/main" id="{148C1991-CC92-4B9E-B672-86CC079198F2}"/>
              </a:ext>
            </a:extLst>
          </p:cNvPr>
          <p:cNvSpPr>
            <a:spLocks noGrp="1"/>
          </p:cNvSpPr>
          <p:nvPr>
            <p:ph type="body" idx="1"/>
          </p:nvPr>
        </p:nvSpPr>
        <p:spPr>
          <a:xfrm>
            <a:off x="3631525" y="772600"/>
            <a:ext cx="5163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82" name="Google Shape;382;p77">
            <a:extLst>
              <a:ext uri="{FF2B5EF4-FFF2-40B4-BE49-F238E27FC236}">
                <a16:creationId xmlns:a16="http://schemas.microsoft.com/office/drawing/2014/main" id="{63E08D62-CDBB-4401-91C5-D15BECA6ADEF}"/>
              </a:ext>
            </a:extLst>
          </p:cNvPr>
          <p:cNvSpPr>
            <a:spLocks noGrp="1"/>
          </p:cNvSpPr>
          <p:nvPr/>
        </p:nvSpPr>
        <p:spPr>
          <a:xfrm>
            <a:off x="3631525" y="7726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83" name="Google Shape;383;p77">
            <a:extLst>
              <a:ext uri="{FF2B5EF4-FFF2-40B4-BE49-F238E27FC236}">
                <a16:creationId xmlns:a16="http://schemas.microsoft.com/office/drawing/2014/main" id="{F6956AC9-E065-43CB-B913-319E21AA9245}"/>
              </a:ext>
            </a:extLst>
          </p:cNvPr>
          <p:cNvSpPr>
            <a:spLocks noGrp="1"/>
          </p:cNvSpPr>
          <p:nvPr>
            <p:ph type="body" idx="2"/>
          </p:nvPr>
        </p:nvSpPr>
        <p:spPr>
          <a:xfrm>
            <a:off x="3631525" y="2787400"/>
            <a:ext cx="5163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84" name="Google Shape;384;p77">
            <a:extLst>
              <a:ext uri="{FF2B5EF4-FFF2-40B4-BE49-F238E27FC236}">
                <a16:creationId xmlns:a16="http://schemas.microsoft.com/office/drawing/2014/main" id="{FF5D403B-6032-4BD6-B780-928950701A50}"/>
              </a:ext>
            </a:extLst>
          </p:cNvPr>
          <p:cNvSpPr>
            <a:spLocks noGrp="1"/>
          </p:cNvSpPr>
          <p:nvPr/>
        </p:nvSpPr>
        <p:spPr>
          <a:xfrm>
            <a:off x="3631525" y="27874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85" name="Google Shape;385;p77">
            <a:extLst>
              <a:ext uri="{FF2B5EF4-FFF2-40B4-BE49-F238E27FC236}">
                <a16:creationId xmlns:a16="http://schemas.microsoft.com/office/drawing/2014/main" id="{C2D7EE87-CB94-4FEA-B7CE-D3ADA22B3D35}"/>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07 Callouts_2col_33/66_orange ">
  <p:cSld name="1_Title and Content_2_1_1_1_1_2">
    <p:spTree>
      <p:nvGrpSpPr>
        <p:cNvPr id="1" name=""/>
        <p:cNvGrpSpPr/>
        <p:nvPr/>
      </p:nvGrpSpPr>
      <p:grpSpPr>
        <a:xfrm>
          <a:off x="0" y="0"/>
          <a:ext cx="0" cy="0"/>
          <a:chOff x="0" y="0"/>
          <a:chExt cx="0" cy="0"/>
        </a:xfrm>
      </p:grpSpPr>
      <p:sp>
        <p:nvSpPr>
          <p:cNvPr id="387" name="Google Shape;387;p78">
            <a:extLst>
              <a:ext uri="{FF2B5EF4-FFF2-40B4-BE49-F238E27FC236}">
                <a16:creationId xmlns:a16="http://schemas.microsoft.com/office/drawing/2014/main" id="{C1128453-5761-48AD-BFAE-637EE8CC9211}"/>
              </a:ext>
            </a:extLst>
          </p:cNvPr>
          <p:cNvSpPr>
            <a:spLocks noGrp="1"/>
          </p:cNvSpPr>
          <p:nvPr/>
        </p:nvSpPr>
        <p:spPr>
          <a:xfrm>
            <a:off x="0" y="0"/>
            <a:ext cx="3282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88" name="Google Shape;388;p78">
            <a:extLst>
              <a:ext uri="{FF2B5EF4-FFF2-40B4-BE49-F238E27FC236}">
                <a16:creationId xmlns:a16="http://schemas.microsoft.com/office/drawing/2014/main" id="{4057FFF5-F9F1-4029-A1B3-346B849C64C5}"/>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398" name="Google Shape;389;p78"/>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90" name="Google Shape;390;p78">
            <a:extLst>
              <a:ext uri="{FF2B5EF4-FFF2-40B4-BE49-F238E27FC236}">
                <a16:creationId xmlns:a16="http://schemas.microsoft.com/office/drawing/2014/main" id="{4A5E3D9D-B5A6-4326-A5F7-6EB983BBB753}"/>
              </a:ext>
            </a:extLst>
          </p:cNvPr>
          <p:cNvSpPr>
            <a:spLocks noGrp="1"/>
          </p:cNvSpPr>
          <p:nvPr>
            <p:ph type="body" idx="1"/>
          </p:nvPr>
        </p:nvSpPr>
        <p:spPr>
          <a:xfrm>
            <a:off x="3631525" y="772600"/>
            <a:ext cx="2406600" cy="4033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91" name="Google Shape;391;p78">
            <a:extLst>
              <a:ext uri="{FF2B5EF4-FFF2-40B4-BE49-F238E27FC236}">
                <a16:creationId xmlns:a16="http://schemas.microsoft.com/office/drawing/2014/main" id="{977E13DE-9D5E-4C50-8C1B-8724C7178774}"/>
              </a:ext>
            </a:extLst>
          </p:cNvPr>
          <p:cNvSpPr>
            <a:spLocks noGrp="1"/>
          </p:cNvSpPr>
          <p:nvPr/>
        </p:nvSpPr>
        <p:spPr>
          <a:xfrm>
            <a:off x="3631525" y="7726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92" name="Google Shape;392;p78">
            <a:extLst>
              <a:ext uri="{FF2B5EF4-FFF2-40B4-BE49-F238E27FC236}">
                <a16:creationId xmlns:a16="http://schemas.microsoft.com/office/drawing/2014/main" id="{572DBC0C-DA9E-43BF-8592-9BD17E959547}"/>
              </a:ext>
            </a:extLst>
          </p:cNvPr>
          <p:cNvSpPr>
            <a:spLocks noGrp="1"/>
          </p:cNvSpPr>
          <p:nvPr>
            <p:ph type="body" idx="2"/>
          </p:nvPr>
        </p:nvSpPr>
        <p:spPr>
          <a:xfrm>
            <a:off x="6387450" y="772600"/>
            <a:ext cx="2406600" cy="4033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393" name="Google Shape;393;p78">
            <a:extLst>
              <a:ext uri="{FF2B5EF4-FFF2-40B4-BE49-F238E27FC236}">
                <a16:creationId xmlns:a16="http://schemas.microsoft.com/office/drawing/2014/main" id="{A7BBA621-3724-4A02-AD67-10DFEB5F5F8F}"/>
              </a:ext>
            </a:extLst>
          </p:cNvPr>
          <p:cNvSpPr>
            <a:spLocks noGrp="1"/>
          </p:cNvSpPr>
          <p:nvPr/>
        </p:nvSpPr>
        <p:spPr>
          <a:xfrm>
            <a:off x="6387550" y="7726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94" name="Google Shape;394;p78">
            <a:extLst>
              <a:ext uri="{FF2B5EF4-FFF2-40B4-BE49-F238E27FC236}">
                <a16:creationId xmlns:a16="http://schemas.microsoft.com/office/drawing/2014/main" id="{9E51C10B-445F-4317-BE92-4239C8452E67}"/>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07 Title&amp;Content_33/66_blue">
  <p:cSld name="1_Title and Content_2_1_2_1_2_1">
    <p:spTree>
      <p:nvGrpSpPr>
        <p:cNvPr id="1" name=""/>
        <p:cNvGrpSpPr/>
        <p:nvPr/>
      </p:nvGrpSpPr>
      <p:grpSpPr>
        <a:xfrm>
          <a:off x="0" y="0"/>
          <a:ext cx="0" cy="0"/>
          <a:chOff x="0" y="0"/>
          <a:chExt cx="0" cy="0"/>
        </a:xfrm>
      </p:grpSpPr>
      <p:sp>
        <p:nvSpPr>
          <p:cNvPr id="396" name="Google Shape;396;p79">
            <a:extLst>
              <a:ext uri="{FF2B5EF4-FFF2-40B4-BE49-F238E27FC236}">
                <a16:creationId xmlns:a16="http://schemas.microsoft.com/office/drawing/2014/main" id="{75304301-9252-4E56-A6B0-EBB73D77F21E}"/>
              </a:ext>
            </a:extLst>
          </p:cNvPr>
          <p:cNvSpPr>
            <a:spLocks noGrp="1"/>
          </p:cNvSpPr>
          <p:nvPr/>
        </p:nvSpPr>
        <p:spPr>
          <a:xfrm>
            <a:off x="0" y="0"/>
            <a:ext cx="328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404" name="Google Shape;397;p79"/>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398" name="Google Shape;398;p79">
            <a:extLst>
              <a:ext uri="{FF2B5EF4-FFF2-40B4-BE49-F238E27FC236}">
                <a16:creationId xmlns:a16="http://schemas.microsoft.com/office/drawing/2014/main" id="{811636B4-130F-4DA7-BA6E-B962F923C8B0}"/>
              </a:ext>
            </a:extLst>
          </p:cNvPr>
          <p:cNvSpPr>
            <a:spLocks noGrp="1"/>
          </p:cNvSpPr>
          <p:nvPr>
            <p:ph type="title"/>
          </p:nvPr>
        </p:nvSpPr>
        <p:spPr>
          <a:xfrm>
            <a:off x="3631500" y="685800"/>
            <a:ext cx="5180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399" name="Google Shape;399;p79">
            <a:extLst>
              <a:ext uri="{FF2B5EF4-FFF2-40B4-BE49-F238E27FC236}">
                <a16:creationId xmlns:a16="http://schemas.microsoft.com/office/drawing/2014/main" id="{A36093CB-4D6F-4716-B5FA-F1FC32566469}"/>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00" name="Google Shape;400;p79">
            <a:extLst>
              <a:ext uri="{FF2B5EF4-FFF2-40B4-BE49-F238E27FC236}">
                <a16:creationId xmlns:a16="http://schemas.microsoft.com/office/drawing/2014/main" id="{4E78EFE6-5589-4233-9A74-772AF6EA4843}"/>
              </a:ext>
            </a:extLst>
          </p:cNvPr>
          <p:cNvSpPr>
            <a:spLocks noGrp="1"/>
          </p:cNvSpPr>
          <p:nvPr>
            <p:ph type="title" idx="2"/>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401" name="Google Shape;401;p79">
            <a:extLst>
              <a:ext uri="{FF2B5EF4-FFF2-40B4-BE49-F238E27FC236}">
                <a16:creationId xmlns:a16="http://schemas.microsoft.com/office/drawing/2014/main" id="{44AEF691-B127-4D80-9233-1D9A9FAD8F49}"/>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07 Callouts2x2_33/66_blue">
  <p:cSld name="1_Title and Content_2_1_1_1_1_4">
    <p:spTree>
      <p:nvGrpSpPr>
        <p:cNvPr id="1" name=""/>
        <p:cNvGrpSpPr/>
        <p:nvPr/>
      </p:nvGrpSpPr>
      <p:grpSpPr>
        <a:xfrm>
          <a:off x="0" y="0"/>
          <a:ext cx="0" cy="0"/>
          <a:chOff x="0" y="0"/>
          <a:chExt cx="0" cy="0"/>
        </a:xfrm>
      </p:grpSpPr>
      <p:sp>
        <p:nvSpPr>
          <p:cNvPr id="403" name="Google Shape;403;p80">
            <a:extLst>
              <a:ext uri="{FF2B5EF4-FFF2-40B4-BE49-F238E27FC236}">
                <a16:creationId xmlns:a16="http://schemas.microsoft.com/office/drawing/2014/main" id="{1E7A05B0-A08C-4801-A474-7F35877762D9}"/>
              </a:ext>
            </a:extLst>
          </p:cNvPr>
          <p:cNvSpPr>
            <a:spLocks noGrp="1"/>
          </p:cNvSpPr>
          <p:nvPr/>
        </p:nvSpPr>
        <p:spPr>
          <a:xfrm>
            <a:off x="0" y="0"/>
            <a:ext cx="328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04" name="Google Shape;404;p80">
            <a:extLst>
              <a:ext uri="{FF2B5EF4-FFF2-40B4-BE49-F238E27FC236}">
                <a16:creationId xmlns:a16="http://schemas.microsoft.com/office/drawing/2014/main" id="{2356D025-3558-430B-99A1-44869BEABF40}"/>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418" name="Google Shape;405;p80"/>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406" name="Google Shape;406;p80">
            <a:extLst>
              <a:ext uri="{FF2B5EF4-FFF2-40B4-BE49-F238E27FC236}">
                <a16:creationId xmlns:a16="http://schemas.microsoft.com/office/drawing/2014/main" id="{04B54B3D-462F-4FAC-88D1-2C0B077037B2}"/>
              </a:ext>
            </a:extLst>
          </p:cNvPr>
          <p:cNvSpPr>
            <a:spLocks noGrp="1"/>
          </p:cNvSpPr>
          <p:nvPr>
            <p:ph type="body" idx="1"/>
          </p:nvPr>
        </p:nvSpPr>
        <p:spPr>
          <a:xfrm>
            <a:off x="3631525" y="7726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07" name="Google Shape;407;p80">
            <a:extLst>
              <a:ext uri="{FF2B5EF4-FFF2-40B4-BE49-F238E27FC236}">
                <a16:creationId xmlns:a16="http://schemas.microsoft.com/office/drawing/2014/main" id="{2AD1E183-8F16-436E-BFC6-93FF1643F991}"/>
              </a:ext>
            </a:extLst>
          </p:cNvPr>
          <p:cNvSpPr>
            <a:spLocks noGrp="1"/>
          </p:cNvSpPr>
          <p:nvPr/>
        </p:nvSpPr>
        <p:spPr>
          <a:xfrm>
            <a:off x="3631525"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08" name="Google Shape;408;p80">
            <a:extLst>
              <a:ext uri="{FF2B5EF4-FFF2-40B4-BE49-F238E27FC236}">
                <a16:creationId xmlns:a16="http://schemas.microsoft.com/office/drawing/2014/main" id="{CE49ED57-226F-4A11-B149-917E2656E28E}"/>
              </a:ext>
            </a:extLst>
          </p:cNvPr>
          <p:cNvSpPr>
            <a:spLocks noGrp="1"/>
          </p:cNvSpPr>
          <p:nvPr>
            <p:ph type="body" idx="2"/>
          </p:nvPr>
        </p:nvSpPr>
        <p:spPr>
          <a:xfrm>
            <a:off x="6387450" y="7726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09" name="Google Shape;409;p80">
            <a:extLst>
              <a:ext uri="{FF2B5EF4-FFF2-40B4-BE49-F238E27FC236}">
                <a16:creationId xmlns:a16="http://schemas.microsoft.com/office/drawing/2014/main" id="{7312E3D6-1CA1-468B-BF76-E5ADCD114DFC}"/>
              </a:ext>
            </a:extLst>
          </p:cNvPr>
          <p:cNvSpPr>
            <a:spLocks noGrp="1"/>
          </p:cNvSpPr>
          <p:nvPr/>
        </p:nvSpPr>
        <p:spPr>
          <a:xfrm>
            <a:off x="6387550"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10" name="Google Shape;410;p80">
            <a:extLst>
              <a:ext uri="{FF2B5EF4-FFF2-40B4-BE49-F238E27FC236}">
                <a16:creationId xmlns:a16="http://schemas.microsoft.com/office/drawing/2014/main" id="{E1953CC2-411D-4D0A-8659-91EFAB77BEE5}"/>
              </a:ext>
            </a:extLst>
          </p:cNvPr>
          <p:cNvSpPr>
            <a:spLocks noGrp="1"/>
          </p:cNvSpPr>
          <p:nvPr>
            <p:ph type="body" idx="3"/>
          </p:nvPr>
        </p:nvSpPr>
        <p:spPr>
          <a:xfrm>
            <a:off x="3631425" y="27874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11" name="Google Shape;411;p80">
            <a:extLst>
              <a:ext uri="{FF2B5EF4-FFF2-40B4-BE49-F238E27FC236}">
                <a16:creationId xmlns:a16="http://schemas.microsoft.com/office/drawing/2014/main" id="{5C03AAA2-5AA3-43E3-8EAD-48EE9AD4E5DA}"/>
              </a:ext>
            </a:extLst>
          </p:cNvPr>
          <p:cNvSpPr>
            <a:spLocks noGrp="1"/>
          </p:cNvSpPr>
          <p:nvPr/>
        </p:nvSpPr>
        <p:spPr>
          <a:xfrm>
            <a:off x="3631525" y="27874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12" name="Google Shape;412;p80">
            <a:extLst>
              <a:ext uri="{FF2B5EF4-FFF2-40B4-BE49-F238E27FC236}">
                <a16:creationId xmlns:a16="http://schemas.microsoft.com/office/drawing/2014/main" id="{04847F3F-ECFB-4EDF-8037-4106EB4855F8}"/>
              </a:ext>
            </a:extLst>
          </p:cNvPr>
          <p:cNvSpPr>
            <a:spLocks noGrp="1"/>
          </p:cNvSpPr>
          <p:nvPr>
            <p:ph type="body" idx="4"/>
          </p:nvPr>
        </p:nvSpPr>
        <p:spPr>
          <a:xfrm>
            <a:off x="6387450" y="27874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13" name="Google Shape;413;p80">
            <a:extLst>
              <a:ext uri="{FF2B5EF4-FFF2-40B4-BE49-F238E27FC236}">
                <a16:creationId xmlns:a16="http://schemas.microsoft.com/office/drawing/2014/main" id="{74B949F0-93E1-427A-9439-2B9B1473C7C2}"/>
              </a:ext>
            </a:extLst>
          </p:cNvPr>
          <p:cNvSpPr>
            <a:spLocks noGrp="1"/>
          </p:cNvSpPr>
          <p:nvPr/>
        </p:nvSpPr>
        <p:spPr>
          <a:xfrm>
            <a:off x="6387550" y="27874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14" name="Google Shape;414;p80">
            <a:extLst>
              <a:ext uri="{FF2B5EF4-FFF2-40B4-BE49-F238E27FC236}">
                <a16:creationId xmlns:a16="http://schemas.microsoft.com/office/drawing/2014/main" id="{EEDD3FCC-0685-4963-AE05-D02569F03E0D}"/>
              </a:ext>
            </a:extLst>
          </p:cNvPr>
          <p:cNvSpPr>
            <a:spLocks noGrp="1"/>
          </p:cNvSpPr>
          <p:nvPr>
            <p:ph type="body" idx="5"/>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07 Callouts_2Row_33/66_blue">
  <p:cSld name="1_Title and Content_2_1_1_1_1_3_1">
    <p:spTree>
      <p:nvGrpSpPr>
        <p:cNvPr id="1" name=""/>
        <p:cNvGrpSpPr/>
        <p:nvPr/>
      </p:nvGrpSpPr>
      <p:grpSpPr>
        <a:xfrm>
          <a:off x="0" y="0"/>
          <a:ext cx="0" cy="0"/>
          <a:chOff x="0" y="0"/>
          <a:chExt cx="0" cy="0"/>
        </a:xfrm>
      </p:grpSpPr>
      <p:sp>
        <p:nvSpPr>
          <p:cNvPr id="416" name="Google Shape;416;p81">
            <a:extLst>
              <a:ext uri="{FF2B5EF4-FFF2-40B4-BE49-F238E27FC236}">
                <a16:creationId xmlns:a16="http://schemas.microsoft.com/office/drawing/2014/main" id="{275192F9-9599-4063-B92C-27EDE6715A31}"/>
              </a:ext>
            </a:extLst>
          </p:cNvPr>
          <p:cNvSpPr>
            <a:spLocks noGrp="1"/>
          </p:cNvSpPr>
          <p:nvPr/>
        </p:nvSpPr>
        <p:spPr>
          <a:xfrm>
            <a:off x="0" y="0"/>
            <a:ext cx="328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17" name="Google Shape;417;p81">
            <a:extLst>
              <a:ext uri="{FF2B5EF4-FFF2-40B4-BE49-F238E27FC236}">
                <a16:creationId xmlns:a16="http://schemas.microsoft.com/office/drawing/2014/main" id="{C19BD253-33F6-4DF1-ADEB-9867FADEF2CC}"/>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427" name="Google Shape;418;p81"/>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419" name="Google Shape;419;p81">
            <a:extLst>
              <a:ext uri="{FF2B5EF4-FFF2-40B4-BE49-F238E27FC236}">
                <a16:creationId xmlns:a16="http://schemas.microsoft.com/office/drawing/2014/main" id="{D35E7974-DFB4-4EA0-9338-36FFDA39DA48}"/>
              </a:ext>
            </a:extLst>
          </p:cNvPr>
          <p:cNvSpPr>
            <a:spLocks noGrp="1"/>
          </p:cNvSpPr>
          <p:nvPr>
            <p:ph type="body" idx="1"/>
          </p:nvPr>
        </p:nvSpPr>
        <p:spPr>
          <a:xfrm>
            <a:off x="3631525" y="772600"/>
            <a:ext cx="5163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20" name="Google Shape;420;p81">
            <a:extLst>
              <a:ext uri="{FF2B5EF4-FFF2-40B4-BE49-F238E27FC236}">
                <a16:creationId xmlns:a16="http://schemas.microsoft.com/office/drawing/2014/main" id="{118A4E66-67A2-49F0-9E52-63DFA08BABCA}"/>
              </a:ext>
            </a:extLst>
          </p:cNvPr>
          <p:cNvSpPr>
            <a:spLocks noGrp="1"/>
          </p:cNvSpPr>
          <p:nvPr/>
        </p:nvSpPr>
        <p:spPr>
          <a:xfrm>
            <a:off x="3631525"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21" name="Google Shape;421;p81">
            <a:extLst>
              <a:ext uri="{FF2B5EF4-FFF2-40B4-BE49-F238E27FC236}">
                <a16:creationId xmlns:a16="http://schemas.microsoft.com/office/drawing/2014/main" id="{C94B181A-8D57-4345-935B-F2AADE6E2202}"/>
              </a:ext>
            </a:extLst>
          </p:cNvPr>
          <p:cNvSpPr>
            <a:spLocks noGrp="1"/>
          </p:cNvSpPr>
          <p:nvPr>
            <p:ph type="body" idx="2"/>
          </p:nvPr>
        </p:nvSpPr>
        <p:spPr>
          <a:xfrm>
            <a:off x="3631425" y="2787400"/>
            <a:ext cx="5163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22" name="Google Shape;422;p81">
            <a:extLst>
              <a:ext uri="{FF2B5EF4-FFF2-40B4-BE49-F238E27FC236}">
                <a16:creationId xmlns:a16="http://schemas.microsoft.com/office/drawing/2014/main" id="{102E1FCA-E587-46DF-817D-45F94892EEBD}"/>
              </a:ext>
            </a:extLst>
          </p:cNvPr>
          <p:cNvSpPr>
            <a:spLocks noGrp="1"/>
          </p:cNvSpPr>
          <p:nvPr/>
        </p:nvSpPr>
        <p:spPr>
          <a:xfrm>
            <a:off x="3631525" y="27874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23" name="Google Shape;423;p81">
            <a:extLst>
              <a:ext uri="{FF2B5EF4-FFF2-40B4-BE49-F238E27FC236}">
                <a16:creationId xmlns:a16="http://schemas.microsoft.com/office/drawing/2014/main" id="{1FE4C7F9-B911-4804-90E0-6990BBD82B63}"/>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07 Callouts_2col_33/66_blue">
  <p:cSld name="1_Title and Content_2_1_1_1_1_2_1">
    <p:spTree>
      <p:nvGrpSpPr>
        <p:cNvPr id="1" name=""/>
        <p:cNvGrpSpPr/>
        <p:nvPr/>
      </p:nvGrpSpPr>
      <p:grpSpPr>
        <a:xfrm>
          <a:off x="0" y="0"/>
          <a:ext cx="0" cy="0"/>
          <a:chOff x="0" y="0"/>
          <a:chExt cx="0" cy="0"/>
        </a:xfrm>
      </p:grpSpPr>
      <p:sp>
        <p:nvSpPr>
          <p:cNvPr id="425" name="Google Shape;425;p82">
            <a:extLst>
              <a:ext uri="{FF2B5EF4-FFF2-40B4-BE49-F238E27FC236}">
                <a16:creationId xmlns:a16="http://schemas.microsoft.com/office/drawing/2014/main" id="{6DAAE298-B610-4D6E-8C85-08B2AAD6DF59}"/>
              </a:ext>
            </a:extLst>
          </p:cNvPr>
          <p:cNvSpPr>
            <a:spLocks noGrp="1"/>
          </p:cNvSpPr>
          <p:nvPr/>
        </p:nvSpPr>
        <p:spPr>
          <a:xfrm>
            <a:off x="0" y="0"/>
            <a:ext cx="328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26" name="Google Shape;426;p82">
            <a:extLst>
              <a:ext uri="{FF2B5EF4-FFF2-40B4-BE49-F238E27FC236}">
                <a16:creationId xmlns:a16="http://schemas.microsoft.com/office/drawing/2014/main" id="{247F3FBA-1C8C-4E92-99B3-016081A18058}"/>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436" name="Google Shape;427;p82"/>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428" name="Google Shape;428;p82">
            <a:extLst>
              <a:ext uri="{FF2B5EF4-FFF2-40B4-BE49-F238E27FC236}">
                <a16:creationId xmlns:a16="http://schemas.microsoft.com/office/drawing/2014/main" id="{367F6EA0-8FC8-4934-AF3E-6BDC51019D15}"/>
              </a:ext>
            </a:extLst>
          </p:cNvPr>
          <p:cNvSpPr>
            <a:spLocks noGrp="1"/>
          </p:cNvSpPr>
          <p:nvPr>
            <p:ph type="body" idx="1"/>
          </p:nvPr>
        </p:nvSpPr>
        <p:spPr>
          <a:xfrm>
            <a:off x="3631525" y="772600"/>
            <a:ext cx="2406600" cy="4033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29" name="Google Shape;429;p82">
            <a:extLst>
              <a:ext uri="{FF2B5EF4-FFF2-40B4-BE49-F238E27FC236}">
                <a16:creationId xmlns:a16="http://schemas.microsoft.com/office/drawing/2014/main" id="{63AAE0DA-C966-4E44-951E-FDBA0CC5D376}"/>
              </a:ext>
            </a:extLst>
          </p:cNvPr>
          <p:cNvSpPr>
            <a:spLocks noGrp="1"/>
          </p:cNvSpPr>
          <p:nvPr/>
        </p:nvSpPr>
        <p:spPr>
          <a:xfrm>
            <a:off x="3631525"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30" name="Google Shape;430;p82">
            <a:extLst>
              <a:ext uri="{FF2B5EF4-FFF2-40B4-BE49-F238E27FC236}">
                <a16:creationId xmlns:a16="http://schemas.microsoft.com/office/drawing/2014/main" id="{70706E17-2F4A-4580-A5AD-6194976C511E}"/>
              </a:ext>
            </a:extLst>
          </p:cNvPr>
          <p:cNvSpPr>
            <a:spLocks noGrp="1"/>
          </p:cNvSpPr>
          <p:nvPr>
            <p:ph type="body" idx="2"/>
          </p:nvPr>
        </p:nvSpPr>
        <p:spPr>
          <a:xfrm>
            <a:off x="6387450" y="772600"/>
            <a:ext cx="2406600" cy="4033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31" name="Google Shape;431;p82">
            <a:extLst>
              <a:ext uri="{FF2B5EF4-FFF2-40B4-BE49-F238E27FC236}">
                <a16:creationId xmlns:a16="http://schemas.microsoft.com/office/drawing/2014/main" id="{BDFCCD52-F94A-4DBD-A1BB-6CAFC9D80BA7}"/>
              </a:ext>
            </a:extLst>
          </p:cNvPr>
          <p:cNvSpPr>
            <a:spLocks noGrp="1"/>
          </p:cNvSpPr>
          <p:nvPr/>
        </p:nvSpPr>
        <p:spPr>
          <a:xfrm>
            <a:off x="6387550"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32" name="Google Shape;432;p82">
            <a:extLst>
              <a:ext uri="{FF2B5EF4-FFF2-40B4-BE49-F238E27FC236}">
                <a16:creationId xmlns:a16="http://schemas.microsoft.com/office/drawing/2014/main" id="{9802EF06-525B-400D-A473-99207BECF24F}"/>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07 Title&amp;Content_33/66_gradient">
  <p:cSld name="1_Title and Content_2_1_2_1_2_1_1">
    <p:spTree>
      <p:nvGrpSpPr>
        <p:cNvPr id="1" name=""/>
        <p:cNvGrpSpPr/>
        <p:nvPr/>
      </p:nvGrpSpPr>
      <p:grpSpPr>
        <a:xfrm>
          <a:off x="0" y="0"/>
          <a:ext cx="0" cy="0"/>
          <a:chOff x="0" y="0"/>
          <a:chExt cx="0" cy="0"/>
        </a:xfrm>
      </p:grpSpPr>
      <p:sp>
        <p:nvSpPr>
          <p:cNvPr id="434" name="Google Shape;434;p83">
            <a:extLst>
              <a:ext uri="{FF2B5EF4-FFF2-40B4-BE49-F238E27FC236}">
                <a16:creationId xmlns:a16="http://schemas.microsoft.com/office/drawing/2014/main" id="{6B86BF9E-DEDB-4F22-965A-52C3D339673F}"/>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35" name="Google Shape;435;p83">
            <a:extLst>
              <a:ext uri="{FF2B5EF4-FFF2-40B4-BE49-F238E27FC236}">
                <a16:creationId xmlns:a16="http://schemas.microsoft.com/office/drawing/2014/main" id="{AE5EEF46-9290-465D-851B-B246DEA2EFED}"/>
              </a:ext>
            </a:extLst>
          </p:cNvPr>
          <p:cNvSpPr>
            <a:spLocks noGrp="1"/>
          </p:cNvSpPr>
          <p:nvPr/>
        </p:nvSpPr>
        <p:spPr>
          <a:xfrm>
            <a:off x="3282000" y="0"/>
            <a:ext cx="586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478" name="Google Shape;437;p83"/>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pic>
        <p:nvPicPr>
          <p:cNvPr id="479" name="Google Shape;438;p83"/>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439" name="Google Shape;439;p83">
            <a:extLst>
              <a:ext uri="{FF2B5EF4-FFF2-40B4-BE49-F238E27FC236}">
                <a16:creationId xmlns:a16="http://schemas.microsoft.com/office/drawing/2014/main" id="{90F71672-4EF4-4508-A8DB-CFFC16FD90E5}"/>
              </a:ext>
            </a:extLst>
          </p:cNvPr>
          <p:cNvSpPr>
            <a:spLocks noGrp="1"/>
          </p:cNvSpPr>
          <p:nvPr>
            <p:ph type="title"/>
          </p:nvPr>
        </p:nvSpPr>
        <p:spPr>
          <a:xfrm>
            <a:off x="3631500" y="685800"/>
            <a:ext cx="5180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440" name="Google Shape;440;p83">
            <a:extLst>
              <a:ext uri="{FF2B5EF4-FFF2-40B4-BE49-F238E27FC236}">
                <a16:creationId xmlns:a16="http://schemas.microsoft.com/office/drawing/2014/main" id="{17B8F3B8-0D09-4184-B047-855A1820AD25}"/>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41" name="Google Shape;441;p83">
            <a:extLst>
              <a:ext uri="{FF2B5EF4-FFF2-40B4-BE49-F238E27FC236}">
                <a16:creationId xmlns:a16="http://schemas.microsoft.com/office/drawing/2014/main" id="{9D60443A-C865-4BA5-B60E-68C77FF918E6}"/>
              </a:ext>
            </a:extLst>
          </p:cNvPr>
          <p:cNvSpPr>
            <a:spLocks noGrp="1"/>
          </p:cNvSpPr>
          <p:nvPr>
            <p:ph type="title" idx="2"/>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442" name="Google Shape;442;p83">
            <a:extLst>
              <a:ext uri="{FF2B5EF4-FFF2-40B4-BE49-F238E27FC236}">
                <a16:creationId xmlns:a16="http://schemas.microsoft.com/office/drawing/2014/main" id="{4A0256BF-72FD-4AB1-A4C7-AA14640F58FC}"/>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07 Callouts2x2_33/66_gradient">
  <p:cSld name="1_Title and Content_2_1_1_1_1_4_1">
    <p:spTree>
      <p:nvGrpSpPr>
        <p:cNvPr id="1" name=""/>
        <p:cNvGrpSpPr/>
        <p:nvPr/>
      </p:nvGrpSpPr>
      <p:grpSpPr>
        <a:xfrm>
          <a:off x="0" y="0"/>
          <a:ext cx="0" cy="0"/>
          <a:chOff x="0" y="0"/>
          <a:chExt cx="0" cy="0"/>
        </a:xfrm>
      </p:grpSpPr>
      <p:sp>
        <p:nvSpPr>
          <p:cNvPr id="444" name="Google Shape;444;p84">
            <a:extLst>
              <a:ext uri="{FF2B5EF4-FFF2-40B4-BE49-F238E27FC236}">
                <a16:creationId xmlns:a16="http://schemas.microsoft.com/office/drawing/2014/main" id="{EE93E89C-EFE7-4C08-90E7-724207FF32D0}"/>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45" name="Google Shape;445;p84">
            <a:extLst>
              <a:ext uri="{FF2B5EF4-FFF2-40B4-BE49-F238E27FC236}">
                <a16:creationId xmlns:a16="http://schemas.microsoft.com/office/drawing/2014/main" id="{5BF6AAE5-DABC-4ABE-A320-770558C5423F}"/>
              </a:ext>
            </a:extLst>
          </p:cNvPr>
          <p:cNvSpPr>
            <a:spLocks noGrp="1"/>
          </p:cNvSpPr>
          <p:nvPr/>
        </p:nvSpPr>
        <p:spPr>
          <a:xfrm>
            <a:off x="3282000" y="0"/>
            <a:ext cx="586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494" name="Google Shape;447;p84"/>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448" name="Google Shape;448;p84">
            <a:extLst>
              <a:ext uri="{FF2B5EF4-FFF2-40B4-BE49-F238E27FC236}">
                <a16:creationId xmlns:a16="http://schemas.microsoft.com/office/drawing/2014/main" id="{C8DA005E-C0CB-4792-A264-DB95739CC049}"/>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496" name="Google Shape;449;p84"/>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450" name="Google Shape;450;p84">
            <a:extLst>
              <a:ext uri="{FF2B5EF4-FFF2-40B4-BE49-F238E27FC236}">
                <a16:creationId xmlns:a16="http://schemas.microsoft.com/office/drawing/2014/main" id="{8F1FE06E-A8C3-46EB-A8C1-7F09D8972A95}"/>
              </a:ext>
            </a:extLst>
          </p:cNvPr>
          <p:cNvSpPr>
            <a:spLocks noGrp="1"/>
          </p:cNvSpPr>
          <p:nvPr>
            <p:ph type="body" idx="1"/>
          </p:nvPr>
        </p:nvSpPr>
        <p:spPr>
          <a:xfrm>
            <a:off x="3631525" y="7726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51" name="Google Shape;451;p84">
            <a:extLst>
              <a:ext uri="{FF2B5EF4-FFF2-40B4-BE49-F238E27FC236}">
                <a16:creationId xmlns:a16="http://schemas.microsoft.com/office/drawing/2014/main" id="{E0A72191-A10B-43DB-9EE3-401FC241B706}"/>
              </a:ext>
            </a:extLst>
          </p:cNvPr>
          <p:cNvSpPr>
            <a:spLocks noGrp="1"/>
          </p:cNvSpPr>
          <p:nvPr/>
        </p:nvSpPr>
        <p:spPr>
          <a:xfrm>
            <a:off x="3631525"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52" name="Google Shape;452;p84">
            <a:extLst>
              <a:ext uri="{FF2B5EF4-FFF2-40B4-BE49-F238E27FC236}">
                <a16:creationId xmlns:a16="http://schemas.microsoft.com/office/drawing/2014/main" id="{5285EE71-7611-459B-9639-2AE47C5DB28F}"/>
              </a:ext>
            </a:extLst>
          </p:cNvPr>
          <p:cNvSpPr>
            <a:spLocks noGrp="1"/>
          </p:cNvSpPr>
          <p:nvPr>
            <p:ph type="body" idx="2"/>
          </p:nvPr>
        </p:nvSpPr>
        <p:spPr>
          <a:xfrm>
            <a:off x="6387450" y="7726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53" name="Google Shape;453;p84">
            <a:extLst>
              <a:ext uri="{FF2B5EF4-FFF2-40B4-BE49-F238E27FC236}">
                <a16:creationId xmlns:a16="http://schemas.microsoft.com/office/drawing/2014/main" id="{D016D17A-CED3-4F11-AFBE-EDAE7EC6952A}"/>
              </a:ext>
            </a:extLst>
          </p:cNvPr>
          <p:cNvSpPr>
            <a:spLocks noGrp="1"/>
          </p:cNvSpPr>
          <p:nvPr/>
        </p:nvSpPr>
        <p:spPr>
          <a:xfrm>
            <a:off x="6387550"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54" name="Google Shape;454;p84">
            <a:extLst>
              <a:ext uri="{FF2B5EF4-FFF2-40B4-BE49-F238E27FC236}">
                <a16:creationId xmlns:a16="http://schemas.microsoft.com/office/drawing/2014/main" id="{1BC1C32D-73BA-4A83-92F8-8CD3F7C32627}"/>
              </a:ext>
            </a:extLst>
          </p:cNvPr>
          <p:cNvSpPr>
            <a:spLocks noGrp="1"/>
          </p:cNvSpPr>
          <p:nvPr>
            <p:ph type="body" idx="3"/>
          </p:nvPr>
        </p:nvSpPr>
        <p:spPr>
          <a:xfrm>
            <a:off x="3631425" y="27874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55" name="Google Shape;455;p84">
            <a:extLst>
              <a:ext uri="{FF2B5EF4-FFF2-40B4-BE49-F238E27FC236}">
                <a16:creationId xmlns:a16="http://schemas.microsoft.com/office/drawing/2014/main" id="{D4578BC3-0299-43C6-8327-ACF730774EC2}"/>
              </a:ext>
            </a:extLst>
          </p:cNvPr>
          <p:cNvSpPr>
            <a:spLocks noGrp="1"/>
          </p:cNvSpPr>
          <p:nvPr/>
        </p:nvSpPr>
        <p:spPr>
          <a:xfrm>
            <a:off x="3631525" y="27874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56" name="Google Shape;456;p84">
            <a:extLst>
              <a:ext uri="{FF2B5EF4-FFF2-40B4-BE49-F238E27FC236}">
                <a16:creationId xmlns:a16="http://schemas.microsoft.com/office/drawing/2014/main" id="{85988406-908D-4332-8CDE-6BF62CD46B00}"/>
              </a:ext>
            </a:extLst>
          </p:cNvPr>
          <p:cNvSpPr>
            <a:spLocks noGrp="1"/>
          </p:cNvSpPr>
          <p:nvPr>
            <p:ph type="body" idx="4"/>
          </p:nvPr>
        </p:nvSpPr>
        <p:spPr>
          <a:xfrm>
            <a:off x="6387450" y="2787400"/>
            <a:ext cx="24066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57" name="Google Shape;457;p84">
            <a:extLst>
              <a:ext uri="{FF2B5EF4-FFF2-40B4-BE49-F238E27FC236}">
                <a16:creationId xmlns:a16="http://schemas.microsoft.com/office/drawing/2014/main" id="{1BD1163F-D957-4EB9-9132-246C74D70E76}"/>
              </a:ext>
            </a:extLst>
          </p:cNvPr>
          <p:cNvSpPr>
            <a:spLocks noGrp="1"/>
          </p:cNvSpPr>
          <p:nvPr/>
        </p:nvSpPr>
        <p:spPr>
          <a:xfrm>
            <a:off x="6387550" y="27874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58" name="Google Shape;458;p84">
            <a:extLst>
              <a:ext uri="{FF2B5EF4-FFF2-40B4-BE49-F238E27FC236}">
                <a16:creationId xmlns:a16="http://schemas.microsoft.com/office/drawing/2014/main" id="{1304845D-17D1-41D1-A48F-5FD93029CDFF}"/>
              </a:ext>
            </a:extLst>
          </p:cNvPr>
          <p:cNvSpPr>
            <a:spLocks noGrp="1"/>
          </p:cNvSpPr>
          <p:nvPr>
            <p:ph type="body" idx="5"/>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07 Callouts_2Row_33/66_gradient">
  <p:cSld name="1_Title and Content_2_1_1_1_1_3_1_1">
    <p:spTree>
      <p:nvGrpSpPr>
        <p:cNvPr id="1" name=""/>
        <p:cNvGrpSpPr/>
        <p:nvPr/>
      </p:nvGrpSpPr>
      <p:grpSpPr>
        <a:xfrm>
          <a:off x="0" y="0"/>
          <a:ext cx="0" cy="0"/>
          <a:chOff x="0" y="0"/>
          <a:chExt cx="0" cy="0"/>
        </a:xfrm>
      </p:grpSpPr>
      <p:sp>
        <p:nvSpPr>
          <p:cNvPr id="460" name="Google Shape;460;p85">
            <a:extLst>
              <a:ext uri="{FF2B5EF4-FFF2-40B4-BE49-F238E27FC236}">
                <a16:creationId xmlns:a16="http://schemas.microsoft.com/office/drawing/2014/main" id="{B8252829-C8C1-4475-8A03-79B94351C917}"/>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61" name="Google Shape;461;p85">
            <a:extLst>
              <a:ext uri="{FF2B5EF4-FFF2-40B4-BE49-F238E27FC236}">
                <a16:creationId xmlns:a16="http://schemas.microsoft.com/office/drawing/2014/main" id="{DBB82F8A-4486-4865-9ED3-FB176ED66323}"/>
              </a:ext>
            </a:extLst>
          </p:cNvPr>
          <p:cNvSpPr>
            <a:spLocks noGrp="1"/>
          </p:cNvSpPr>
          <p:nvPr/>
        </p:nvSpPr>
        <p:spPr>
          <a:xfrm>
            <a:off x="3282000" y="0"/>
            <a:ext cx="586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497" name="Google Shape;463;p85"/>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464" name="Google Shape;464;p85">
            <a:extLst>
              <a:ext uri="{FF2B5EF4-FFF2-40B4-BE49-F238E27FC236}">
                <a16:creationId xmlns:a16="http://schemas.microsoft.com/office/drawing/2014/main" id="{358F531B-18B4-4216-A3D4-565715527C5C}"/>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465" name="Google Shape;465;p85">
            <a:extLst>
              <a:ext uri="{FF2B5EF4-FFF2-40B4-BE49-F238E27FC236}">
                <a16:creationId xmlns:a16="http://schemas.microsoft.com/office/drawing/2014/main" id="{C7F508E3-E824-484E-AC4B-EC236C3B58EB}"/>
              </a:ext>
            </a:extLst>
          </p:cNvPr>
          <p:cNvSpPr>
            <a:spLocks noGrp="1"/>
          </p:cNvSpPr>
          <p:nvPr>
            <p:ph type="body" idx="1"/>
          </p:nvPr>
        </p:nvSpPr>
        <p:spPr>
          <a:xfrm>
            <a:off x="3631525" y="772600"/>
            <a:ext cx="5163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66" name="Google Shape;466;p85">
            <a:extLst>
              <a:ext uri="{FF2B5EF4-FFF2-40B4-BE49-F238E27FC236}">
                <a16:creationId xmlns:a16="http://schemas.microsoft.com/office/drawing/2014/main" id="{FC903DD7-1B64-454E-9872-5B426CE27E05}"/>
              </a:ext>
            </a:extLst>
          </p:cNvPr>
          <p:cNvSpPr>
            <a:spLocks noGrp="1"/>
          </p:cNvSpPr>
          <p:nvPr/>
        </p:nvSpPr>
        <p:spPr>
          <a:xfrm>
            <a:off x="3631525"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67" name="Google Shape;467;p85">
            <a:extLst>
              <a:ext uri="{FF2B5EF4-FFF2-40B4-BE49-F238E27FC236}">
                <a16:creationId xmlns:a16="http://schemas.microsoft.com/office/drawing/2014/main" id="{B4895B57-13CA-4BB6-A89A-6B06A35FA107}"/>
              </a:ext>
            </a:extLst>
          </p:cNvPr>
          <p:cNvSpPr>
            <a:spLocks noGrp="1"/>
          </p:cNvSpPr>
          <p:nvPr>
            <p:ph type="body" idx="2"/>
          </p:nvPr>
        </p:nvSpPr>
        <p:spPr>
          <a:xfrm>
            <a:off x="3631425" y="2787400"/>
            <a:ext cx="5163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68" name="Google Shape;468;p85">
            <a:extLst>
              <a:ext uri="{FF2B5EF4-FFF2-40B4-BE49-F238E27FC236}">
                <a16:creationId xmlns:a16="http://schemas.microsoft.com/office/drawing/2014/main" id="{206787E9-58DF-416A-8ED0-9FBD6B777315}"/>
              </a:ext>
            </a:extLst>
          </p:cNvPr>
          <p:cNvSpPr>
            <a:spLocks noGrp="1"/>
          </p:cNvSpPr>
          <p:nvPr/>
        </p:nvSpPr>
        <p:spPr>
          <a:xfrm>
            <a:off x="3631525" y="27874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69" name="Google Shape;469;p85">
            <a:extLst>
              <a:ext uri="{FF2B5EF4-FFF2-40B4-BE49-F238E27FC236}">
                <a16:creationId xmlns:a16="http://schemas.microsoft.com/office/drawing/2014/main" id="{A26AE5D5-F715-485E-97D9-4E8D4F4ADE75}"/>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07 Callouts_2col_33/66_gradient">
  <p:cSld name="1_Title and Content_2_1_1_1_1_2_1_1">
    <p:spTree>
      <p:nvGrpSpPr>
        <p:cNvPr id="1" name=""/>
        <p:cNvGrpSpPr/>
        <p:nvPr/>
      </p:nvGrpSpPr>
      <p:grpSpPr>
        <a:xfrm>
          <a:off x="0" y="0"/>
          <a:ext cx="0" cy="0"/>
          <a:chOff x="0" y="0"/>
          <a:chExt cx="0" cy="0"/>
        </a:xfrm>
      </p:grpSpPr>
      <p:sp>
        <p:nvSpPr>
          <p:cNvPr id="471" name="Google Shape;471;p86">
            <a:extLst>
              <a:ext uri="{FF2B5EF4-FFF2-40B4-BE49-F238E27FC236}">
                <a16:creationId xmlns:a16="http://schemas.microsoft.com/office/drawing/2014/main" id="{641F1D64-5216-472A-90DC-7C760456E817}"/>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72" name="Google Shape;472;p86">
            <a:extLst>
              <a:ext uri="{FF2B5EF4-FFF2-40B4-BE49-F238E27FC236}">
                <a16:creationId xmlns:a16="http://schemas.microsoft.com/office/drawing/2014/main" id="{5D64EA0F-C4AC-4442-BF6B-B89A0D9E15B7}"/>
              </a:ext>
            </a:extLst>
          </p:cNvPr>
          <p:cNvSpPr>
            <a:spLocks noGrp="1"/>
          </p:cNvSpPr>
          <p:nvPr/>
        </p:nvSpPr>
        <p:spPr>
          <a:xfrm>
            <a:off x="3282000" y="0"/>
            <a:ext cx="586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73" name="Google Shape;473;p86">
            <a:extLst>
              <a:ext uri="{FF2B5EF4-FFF2-40B4-BE49-F238E27FC236}">
                <a16:creationId xmlns:a16="http://schemas.microsoft.com/office/drawing/2014/main" id="{E8ACE2F4-64D4-4E44-AFDF-B29AD6100E6F}"/>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pic>
        <p:nvPicPr>
          <p:cNvPr id="567" name="Google Shape;474;p86"/>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475" name="Google Shape;475;p86">
            <a:extLst>
              <a:ext uri="{FF2B5EF4-FFF2-40B4-BE49-F238E27FC236}">
                <a16:creationId xmlns:a16="http://schemas.microsoft.com/office/drawing/2014/main" id="{3CE4401A-251A-4F3E-B315-F22075956935}"/>
              </a:ext>
            </a:extLst>
          </p:cNvPr>
          <p:cNvSpPr>
            <a:spLocks noGrp="1"/>
          </p:cNvSpPr>
          <p:nvPr>
            <p:ph type="body" idx="1"/>
          </p:nvPr>
        </p:nvSpPr>
        <p:spPr>
          <a:xfrm>
            <a:off x="3631525" y="772600"/>
            <a:ext cx="2406600" cy="4033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76" name="Google Shape;476;p86">
            <a:extLst>
              <a:ext uri="{FF2B5EF4-FFF2-40B4-BE49-F238E27FC236}">
                <a16:creationId xmlns:a16="http://schemas.microsoft.com/office/drawing/2014/main" id="{CDFB2E3B-88E5-4C9C-BEFD-00C4DEB332DD}"/>
              </a:ext>
            </a:extLst>
          </p:cNvPr>
          <p:cNvSpPr>
            <a:spLocks noGrp="1"/>
          </p:cNvSpPr>
          <p:nvPr/>
        </p:nvSpPr>
        <p:spPr>
          <a:xfrm>
            <a:off x="3631525"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77" name="Google Shape;477;p86">
            <a:extLst>
              <a:ext uri="{FF2B5EF4-FFF2-40B4-BE49-F238E27FC236}">
                <a16:creationId xmlns:a16="http://schemas.microsoft.com/office/drawing/2014/main" id="{A6A79187-E90A-483E-ACD2-42AB41717F13}"/>
              </a:ext>
            </a:extLst>
          </p:cNvPr>
          <p:cNvSpPr>
            <a:spLocks noGrp="1"/>
          </p:cNvSpPr>
          <p:nvPr>
            <p:ph type="body" idx="2"/>
          </p:nvPr>
        </p:nvSpPr>
        <p:spPr>
          <a:xfrm>
            <a:off x="6387450" y="772600"/>
            <a:ext cx="2406600" cy="4033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78" name="Google Shape;478;p86">
            <a:extLst>
              <a:ext uri="{FF2B5EF4-FFF2-40B4-BE49-F238E27FC236}">
                <a16:creationId xmlns:a16="http://schemas.microsoft.com/office/drawing/2014/main" id="{831BDEF0-F8E1-450C-BFC8-38EB4875B01D}"/>
              </a:ext>
            </a:extLst>
          </p:cNvPr>
          <p:cNvSpPr>
            <a:spLocks noGrp="1"/>
          </p:cNvSpPr>
          <p:nvPr/>
        </p:nvSpPr>
        <p:spPr>
          <a:xfrm>
            <a:off x="6387550" y="7726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79" name="Google Shape;479;p86">
            <a:extLst>
              <a:ext uri="{FF2B5EF4-FFF2-40B4-BE49-F238E27FC236}">
                <a16:creationId xmlns:a16="http://schemas.microsoft.com/office/drawing/2014/main" id="{668FC602-9234-447C-86C2-4A3C70901654}"/>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573" name="Google Shape;481;p86"/>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07 Callouts_3Col_orange ">
  <p:cSld name="1_Title and Content_2_1_1_1_1_1">
    <p:spTree>
      <p:nvGrpSpPr>
        <p:cNvPr id="1" name=""/>
        <p:cNvGrpSpPr/>
        <p:nvPr/>
      </p:nvGrpSpPr>
      <p:grpSpPr>
        <a:xfrm>
          <a:off x="0" y="0"/>
          <a:ext cx="0" cy="0"/>
          <a:chOff x="0" y="0"/>
          <a:chExt cx="0" cy="0"/>
        </a:xfrm>
      </p:grpSpPr>
      <p:sp>
        <p:nvSpPr>
          <p:cNvPr id="483" name="Google Shape;483;p87">
            <a:extLst>
              <a:ext uri="{FF2B5EF4-FFF2-40B4-BE49-F238E27FC236}">
                <a16:creationId xmlns:a16="http://schemas.microsoft.com/office/drawing/2014/main" id="{9F14C465-E19A-41E0-BB0B-2CF8C868555B}"/>
              </a:ext>
            </a:extLst>
          </p:cNvPr>
          <p:cNvSpPr>
            <a:spLocks noGrp="1"/>
          </p:cNvSpPr>
          <p:nvPr>
            <p:ph type="body" idx="1"/>
          </p:nvPr>
        </p:nvSpPr>
        <p:spPr>
          <a:xfrm>
            <a:off x="462675" y="1747300"/>
            <a:ext cx="2469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84" name="Google Shape;484;p87">
            <a:extLst>
              <a:ext uri="{FF2B5EF4-FFF2-40B4-BE49-F238E27FC236}">
                <a16:creationId xmlns:a16="http://schemas.microsoft.com/office/drawing/2014/main" id="{89A27B89-26FB-40C9-9EDF-E3C087596A39}"/>
              </a:ext>
            </a:extLst>
          </p:cNvPr>
          <p:cNvSpPr>
            <a:spLocks noGrp="1"/>
          </p:cNvSpPr>
          <p:nvPr/>
        </p:nvSpPr>
        <p:spPr>
          <a:xfrm>
            <a:off x="462675" y="17473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85" name="Google Shape;485;p87">
            <a:extLst>
              <a:ext uri="{FF2B5EF4-FFF2-40B4-BE49-F238E27FC236}">
                <a16:creationId xmlns:a16="http://schemas.microsoft.com/office/drawing/2014/main" id="{83A11040-254C-4A15-8132-DC6DFF18583A}"/>
              </a:ext>
            </a:extLst>
          </p:cNvPr>
          <p:cNvSpPr>
            <a:spLocks noGrp="1"/>
          </p:cNvSpPr>
          <p:nvPr>
            <p:ph type="body" idx="2"/>
          </p:nvPr>
        </p:nvSpPr>
        <p:spPr>
          <a:xfrm>
            <a:off x="3394050" y="1747300"/>
            <a:ext cx="2469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86" name="Google Shape;486;p87">
            <a:extLst>
              <a:ext uri="{FF2B5EF4-FFF2-40B4-BE49-F238E27FC236}">
                <a16:creationId xmlns:a16="http://schemas.microsoft.com/office/drawing/2014/main" id="{E96D2DDD-1A55-436E-B01B-BA5E7691FE4D}"/>
              </a:ext>
            </a:extLst>
          </p:cNvPr>
          <p:cNvSpPr>
            <a:spLocks noGrp="1"/>
          </p:cNvSpPr>
          <p:nvPr/>
        </p:nvSpPr>
        <p:spPr>
          <a:xfrm>
            <a:off x="3394150" y="17473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87" name="Google Shape;487;p87">
            <a:extLst>
              <a:ext uri="{FF2B5EF4-FFF2-40B4-BE49-F238E27FC236}">
                <a16:creationId xmlns:a16="http://schemas.microsoft.com/office/drawing/2014/main" id="{04C4B337-C9E5-4769-9E12-1ABE3A4A618F}"/>
              </a:ext>
            </a:extLst>
          </p:cNvPr>
          <p:cNvSpPr>
            <a:spLocks noGrp="1"/>
          </p:cNvSpPr>
          <p:nvPr>
            <p:ph type="title"/>
          </p:nvPr>
        </p:nvSpPr>
        <p:spPr>
          <a:xfrm>
            <a:off x="349475" y="685800"/>
            <a:ext cx="8462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488" name="Google Shape;488;p87">
            <a:extLst>
              <a:ext uri="{FF2B5EF4-FFF2-40B4-BE49-F238E27FC236}">
                <a16:creationId xmlns:a16="http://schemas.microsoft.com/office/drawing/2014/main" id="{11687AF0-8BF5-406A-83C0-26735E4BE4BA}"/>
              </a:ext>
            </a:extLst>
          </p:cNvPr>
          <p:cNvSpPr>
            <a:spLocks noGrp="1"/>
          </p:cNvSpPr>
          <p:nvPr>
            <p:ph type="body" idx="3"/>
          </p:nvPr>
        </p:nvSpPr>
        <p:spPr>
          <a:xfrm>
            <a:off x="6325500" y="1747300"/>
            <a:ext cx="2469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89" name="Google Shape;489;p87">
            <a:extLst>
              <a:ext uri="{FF2B5EF4-FFF2-40B4-BE49-F238E27FC236}">
                <a16:creationId xmlns:a16="http://schemas.microsoft.com/office/drawing/2014/main" id="{3D48D8A6-5D5B-45AF-8820-A9C2D5E94663}"/>
              </a:ext>
            </a:extLst>
          </p:cNvPr>
          <p:cNvSpPr>
            <a:spLocks noGrp="1"/>
          </p:cNvSpPr>
          <p:nvPr/>
        </p:nvSpPr>
        <p:spPr>
          <a:xfrm>
            <a:off x="6325600" y="1747300"/>
            <a:ext cx="219600" cy="73200"/>
          </a:xfrm>
          <a:prstGeom prst="roundRect">
            <a:avLst>
              <a:gd name="adj" fmla="val 50000"/>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07 Callouts_3Col_blue">
  <p:cSld name="1_Title and Content_2_1_1_1_1_1_1">
    <p:spTree>
      <p:nvGrpSpPr>
        <p:cNvPr id="1" name=""/>
        <p:cNvGrpSpPr/>
        <p:nvPr/>
      </p:nvGrpSpPr>
      <p:grpSpPr>
        <a:xfrm>
          <a:off x="0" y="0"/>
          <a:ext cx="0" cy="0"/>
          <a:chOff x="0" y="0"/>
          <a:chExt cx="0" cy="0"/>
        </a:xfrm>
      </p:grpSpPr>
      <p:sp>
        <p:nvSpPr>
          <p:cNvPr id="491" name="Google Shape;491;p88">
            <a:extLst>
              <a:ext uri="{FF2B5EF4-FFF2-40B4-BE49-F238E27FC236}">
                <a16:creationId xmlns:a16="http://schemas.microsoft.com/office/drawing/2014/main" id="{1D6C32F9-1625-4CFC-9EEE-700AD39B861B}"/>
              </a:ext>
            </a:extLst>
          </p:cNvPr>
          <p:cNvSpPr>
            <a:spLocks noGrp="1"/>
          </p:cNvSpPr>
          <p:nvPr>
            <p:ph type="body" idx="1"/>
          </p:nvPr>
        </p:nvSpPr>
        <p:spPr>
          <a:xfrm>
            <a:off x="462675" y="1747300"/>
            <a:ext cx="2469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92" name="Google Shape;492;p88">
            <a:extLst>
              <a:ext uri="{FF2B5EF4-FFF2-40B4-BE49-F238E27FC236}">
                <a16:creationId xmlns:a16="http://schemas.microsoft.com/office/drawing/2014/main" id="{9925169C-C7A4-479F-A36B-076770E31F95}"/>
              </a:ext>
            </a:extLst>
          </p:cNvPr>
          <p:cNvSpPr>
            <a:spLocks noGrp="1"/>
          </p:cNvSpPr>
          <p:nvPr/>
        </p:nvSpPr>
        <p:spPr>
          <a:xfrm>
            <a:off x="462675" y="17473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93" name="Google Shape;493;p88">
            <a:extLst>
              <a:ext uri="{FF2B5EF4-FFF2-40B4-BE49-F238E27FC236}">
                <a16:creationId xmlns:a16="http://schemas.microsoft.com/office/drawing/2014/main" id="{3BA917F7-B6C0-4901-B61D-FAB428AB3570}"/>
              </a:ext>
            </a:extLst>
          </p:cNvPr>
          <p:cNvSpPr>
            <a:spLocks noGrp="1"/>
          </p:cNvSpPr>
          <p:nvPr>
            <p:ph type="body" idx="2"/>
          </p:nvPr>
        </p:nvSpPr>
        <p:spPr>
          <a:xfrm>
            <a:off x="3394050" y="1747300"/>
            <a:ext cx="2469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94" name="Google Shape;494;p88">
            <a:extLst>
              <a:ext uri="{FF2B5EF4-FFF2-40B4-BE49-F238E27FC236}">
                <a16:creationId xmlns:a16="http://schemas.microsoft.com/office/drawing/2014/main" id="{9C3C727E-4421-4899-8E6A-EBCE2547CE0C}"/>
              </a:ext>
            </a:extLst>
          </p:cNvPr>
          <p:cNvSpPr>
            <a:spLocks noGrp="1"/>
          </p:cNvSpPr>
          <p:nvPr/>
        </p:nvSpPr>
        <p:spPr>
          <a:xfrm>
            <a:off x="3394150" y="17473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495" name="Google Shape;495;p88">
            <a:extLst>
              <a:ext uri="{FF2B5EF4-FFF2-40B4-BE49-F238E27FC236}">
                <a16:creationId xmlns:a16="http://schemas.microsoft.com/office/drawing/2014/main" id="{0C7EF4FC-3769-40BD-8869-5779EC758871}"/>
              </a:ext>
            </a:extLst>
          </p:cNvPr>
          <p:cNvSpPr>
            <a:spLocks noGrp="1"/>
          </p:cNvSpPr>
          <p:nvPr>
            <p:ph type="title"/>
          </p:nvPr>
        </p:nvSpPr>
        <p:spPr>
          <a:xfrm>
            <a:off x="349475" y="685800"/>
            <a:ext cx="8462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496" name="Google Shape;496;p88">
            <a:extLst>
              <a:ext uri="{FF2B5EF4-FFF2-40B4-BE49-F238E27FC236}">
                <a16:creationId xmlns:a16="http://schemas.microsoft.com/office/drawing/2014/main" id="{5A4251E7-EAF3-4F13-98D9-0F9EFB18E144}"/>
              </a:ext>
            </a:extLst>
          </p:cNvPr>
          <p:cNvSpPr>
            <a:spLocks noGrp="1"/>
          </p:cNvSpPr>
          <p:nvPr>
            <p:ph type="body" idx="3"/>
          </p:nvPr>
        </p:nvSpPr>
        <p:spPr>
          <a:xfrm>
            <a:off x="6325500" y="1747300"/>
            <a:ext cx="2469000" cy="16653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497" name="Google Shape;497;p88">
            <a:extLst>
              <a:ext uri="{FF2B5EF4-FFF2-40B4-BE49-F238E27FC236}">
                <a16:creationId xmlns:a16="http://schemas.microsoft.com/office/drawing/2014/main" id="{D0246768-4CAD-486F-B3D9-17BD50AE602B}"/>
              </a:ext>
            </a:extLst>
          </p:cNvPr>
          <p:cNvSpPr>
            <a:spLocks noGrp="1"/>
          </p:cNvSpPr>
          <p:nvPr/>
        </p:nvSpPr>
        <p:spPr>
          <a:xfrm>
            <a:off x="6325600" y="1747300"/>
            <a:ext cx="219600" cy="73200"/>
          </a:xfrm>
          <a:prstGeom prst="roundRect">
            <a:avLst>
              <a:gd name="adj" fmla="val 50000"/>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08 Title&amp;Content_w/frame_orange">
  <p:cSld name="CUSTOM_2_2_3">
    <p:spTree>
      <p:nvGrpSpPr>
        <p:cNvPr id="1" name=""/>
        <p:cNvGrpSpPr/>
        <p:nvPr/>
      </p:nvGrpSpPr>
      <p:grpSpPr>
        <a:xfrm>
          <a:off x="0" y="0"/>
          <a:ext cx="0" cy="0"/>
          <a:chOff x="0" y="0"/>
          <a:chExt cx="0" cy="0"/>
        </a:xfrm>
      </p:grpSpPr>
      <p:sp>
        <p:nvSpPr>
          <p:cNvPr id="499" name="Google Shape;499;p89">
            <a:extLst>
              <a:ext uri="{FF2B5EF4-FFF2-40B4-BE49-F238E27FC236}">
                <a16:creationId xmlns:a16="http://schemas.microsoft.com/office/drawing/2014/main" id="{9EB788EE-C600-44EA-92A4-AB6F8FB8186B}"/>
              </a:ext>
            </a:extLst>
          </p:cNvPr>
          <p:cNvSpPr>
            <a:spLocks noGrp="1"/>
          </p:cNvSpPr>
          <p:nvPr/>
        </p:nvSpPr>
        <p:spPr>
          <a:xfrm>
            <a:off x="-50" y="0"/>
            <a:ext cx="69405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00" name="Google Shape;500;p89">
            <a:extLst>
              <a:ext uri="{FF2B5EF4-FFF2-40B4-BE49-F238E27FC236}">
                <a16:creationId xmlns:a16="http://schemas.microsoft.com/office/drawing/2014/main" id="{4175FE7B-B9B6-4B86-A044-A9F3946E4983}"/>
              </a:ext>
            </a:extLst>
          </p:cNvPr>
          <p:cNvSpPr>
            <a:spLocks noGrp="1"/>
          </p:cNvSpPr>
          <p:nvPr/>
        </p:nvSpPr>
        <p:spPr>
          <a:xfrm>
            <a:off x="3207425" y="789125"/>
            <a:ext cx="56043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pic>
        <p:nvPicPr>
          <p:cNvPr id="507" name="Google Shape;501;p89"/>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502" name="Google Shape;502;p89">
            <a:extLst>
              <a:ext uri="{FF2B5EF4-FFF2-40B4-BE49-F238E27FC236}">
                <a16:creationId xmlns:a16="http://schemas.microsoft.com/office/drawing/2014/main" id="{61905381-D773-4155-9747-8F5DB4210635}"/>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503" name="Google Shape;503;p89">
            <a:extLst>
              <a:ext uri="{FF2B5EF4-FFF2-40B4-BE49-F238E27FC236}">
                <a16:creationId xmlns:a16="http://schemas.microsoft.com/office/drawing/2014/main" id="{1F43D5D9-1B74-4DA3-8ED7-0971AF8A8BB4}"/>
              </a:ext>
            </a:extLst>
          </p:cNvPr>
          <p:cNvSpPr>
            <a:spLocks noGrp="1"/>
          </p:cNvSpPr>
          <p:nvPr>
            <p:ph type="body" idx="1"/>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08 frame_orange">
  <p:cSld name="CUSTOM_2_1_1">
    <p:spTree>
      <p:nvGrpSpPr>
        <p:cNvPr id="1" name=""/>
        <p:cNvGrpSpPr/>
        <p:nvPr/>
      </p:nvGrpSpPr>
      <p:grpSpPr>
        <a:xfrm>
          <a:off x="0" y="0"/>
          <a:ext cx="0" cy="0"/>
          <a:chOff x="0" y="0"/>
          <a:chExt cx="0" cy="0"/>
        </a:xfrm>
      </p:grpSpPr>
      <p:sp>
        <p:nvSpPr>
          <p:cNvPr id="505" name="Google Shape;505;p90">
            <a:extLst>
              <a:ext uri="{FF2B5EF4-FFF2-40B4-BE49-F238E27FC236}">
                <a16:creationId xmlns:a16="http://schemas.microsoft.com/office/drawing/2014/main" id="{CF62E7F4-7A0E-44A1-8911-EA2D12D6B7E1}"/>
              </a:ext>
            </a:extLst>
          </p:cNvPr>
          <p:cNvSpPr>
            <a:spLocks noGrp="1"/>
          </p:cNvSpPr>
          <p:nvPr/>
        </p:nvSpPr>
        <p:spPr>
          <a:xfrm>
            <a:off x="0" y="0"/>
            <a:ext cx="69405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06" name="Google Shape;506;p90">
            <a:extLst>
              <a:ext uri="{FF2B5EF4-FFF2-40B4-BE49-F238E27FC236}">
                <a16:creationId xmlns:a16="http://schemas.microsoft.com/office/drawing/2014/main" id="{8781DE05-1CE1-4AB8-BCD3-D70483B7DBFE}"/>
              </a:ext>
            </a:extLst>
          </p:cNvPr>
          <p:cNvSpPr>
            <a:spLocks noGrp="1"/>
          </p:cNvSpPr>
          <p:nvPr/>
        </p:nvSpPr>
        <p:spPr>
          <a:xfrm>
            <a:off x="331750" y="789125"/>
            <a:ext cx="84801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pic>
        <p:nvPicPr>
          <p:cNvPr id="510" name="Google Shape;507;p90"/>
          <p:cNvPicPr>
            <a:picLocks noChangeAspect="1"/>
          </p:cNvPicPr>
          <p:nvPr/>
        </p:nvPicPr>
        <p:blipFill rotWithShape="1">
          <a:blip r:embed="rId2">
            <a:alphaModFix/>
          </a:blip>
          <a:srcRect/>
          <a:stretch/>
        </p:blipFill>
        <p:spPr>
          <a:xfrm>
            <a:off x="365760" y="210312"/>
            <a:ext cx="923544" cy="173736"/>
          </a:xfrm>
          <a:prstGeom prst="rect">
            <a:avLst/>
          </a:prstGeom>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08 Title&amp;Content_w/frame_white">
  <p:cSld name="CUSTOM_2_2_2">
    <p:spTree>
      <p:nvGrpSpPr>
        <p:cNvPr id="1" name=""/>
        <p:cNvGrpSpPr/>
        <p:nvPr/>
      </p:nvGrpSpPr>
      <p:grpSpPr>
        <a:xfrm>
          <a:off x="0" y="0"/>
          <a:ext cx="0" cy="0"/>
          <a:chOff x="0" y="0"/>
          <a:chExt cx="0" cy="0"/>
        </a:xfrm>
      </p:grpSpPr>
      <p:sp>
        <p:nvSpPr>
          <p:cNvPr id="509" name="Google Shape;509;p91">
            <a:extLst>
              <a:ext uri="{FF2B5EF4-FFF2-40B4-BE49-F238E27FC236}">
                <a16:creationId xmlns:a16="http://schemas.microsoft.com/office/drawing/2014/main" id="{E477F4C1-ABF2-4F97-98DA-C8EFC952E01E}"/>
              </a:ext>
            </a:extLst>
          </p:cNvPr>
          <p:cNvSpPr>
            <a:spLocks noGrp="1"/>
          </p:cNvSpPr>
          <p:nvPr/>
        </p:nvSpPr>
        <p:spPr>
          <a:xfrm>
            <a:off x="3207425" y="789125"/>
            <a:ext cx="56043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sp>
        <p:nvSpPr>
          <p:cNvPr id="510" name="Google Shape;510;p91">
            <a:extLst>
              <a:ext uri="{FF2B5EF4-FFF2-40B4-BE49-F238E27FC236}">
                <a16:creationId xmlns:a16="http://schemas.microsoft.com/office/drawing/2014/main" id="{CCD17F2D-E31E-4250-9F33-7B83350FDABA}"/>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Roboto"/>
              <a:buNone/>
              <a:defRPr sz="3000" b="1" i="0" u="none" cap="none">
                <a:solidFill>
                  <a:srgbClr val="000000"/>
                </a:solidFill>
                <a:latin typeface="Roboto"/>
                <a:ea typeface="Roboto"/>
                <a:cs typeface="Roboto"/>
              </a:defRPr>
            </a:lvl9pPr>
          </a:lstStyle>
          <a:p>
            <a:endParaRPr/>
          </a:p>
        </p:txBody>
      </p:sp>
      <p:sp>
        <p:nvSpPr>
          <p:cNvPr id="511" name="Google Shape;511;p91">
            <a:extLst>
              <a:ext uri="{FF2B5EF4-FFF2-40B4-BE49-F238E27FC236}">
                <a16:creationId xmlns:a16="http://schemas.microsoft.com/office/drawing/2014/main" id="{5FA13016-FE67-4F5C-AB85-4859D770D7A9}"/>
              </a:ext>
            </a:extLst>
          </p:cNvPr>
          <p:cNvSpPr>
            <a:spLocks noGrp="1"/>
          </p:cNvSpPr>
          <p:nvPr>
            <p:ph type="body" idx="1"/>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08 frame_white">
  <p:cSld name="CUSTOM_2_1_1_2">
    <p:spTree>
      <p:nvGrpSpPr>
        <p:cNvPr id="1" name=""/>
        <p:cNvGrpSpPr/>
        <p:nvPr/>
      </p:nvGrpSpPr>
      <p:grpSpPr>
        <a:xfrm>
          <a:off x="0" y="0"/>
          <a:ext cx="0" cy="0"/>
          <a:chOff x="0" y="0"/>
          <a:chExt cx="0" cy="0"/>
        </a:xfrm>
      </p:grpSpPr>
      <p:sp>
        <p:nvSpPr>
          <p:cNvPr id="513" name="Google Shape;513;p92">
            <a:extLst>
              <a:ext uri="{FF2B5EF4-FFF2-40B4-BE49-F238E27FC236}">
                <a16:creationId xmlns:a16="http://schemas.microsoft.com/office/drawing/2014/main" id="{DBB61504-D104-460E-A78E-F6A873ED50B8}"/>
              </a:ext>
            </a:extLst>
          </p:cNvPr>
          <p:cNvSpPr>
            <a:spLocks noGrp="1"/>
          </p:cNvSpPr>
          <p:nvPr/>
        </p:nvSpPr>
        <p:spPr>
          <a:xfrm>
            <a:off x="331750" y="789125"/>
            <a:ext cx="84801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08 Title&amp;Content_w/frame_blue">
  <p:cSld name="CUSTOM_2_2_1">
    <p:spTree>
      <p:nvGrpSpPr>
        <p:cNvPr id="1" name=""/>
        <p:cNvGrpSpPr/>
        <p:nvPr/>
      </p:nvGrpSpPr>
      <p:grpSpPr>
        <a:xfrm>
          <a:off x="0" y="0"/>
          <a:ext cx="0" cy="0"/>
          <a:chOff x="0" y="0"/>
          <a:chExt cx="0" cy="0"/>
        </a:xfrm>
      </p:grpSpPr>
      <p:sp>
        <p:nvSpPr>
          <p:cNvPr id="515" name="Google Shape;515;p93">
            <a:extLst>
              <a:ext uri="{FF2B5EF4-FFF2-40B4-BE49-F238E27FC236}">
                <a16:creationId xmlns:a16="http://schemas.microsoft.com/office/drawing/2014/main" id="{36A78916-40C8-4DAA-A6B9-7FEA30F122C0}"/>
              </a:ext>
            </a:extLst>
          </p:cNvPr>
          <p:cNvSpPr>
            <a:spLocks noGrp="1"/>
          </p:cNvSpPr>
          <p:nvPr/>
        </p:nvSpPr>
        <p:spPr>
          <a:xfrm>
            <a:off x="-50" y="0"/>
            <a:ext cx="69405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70" name="Google Shape;516;p93"/>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517" name="Google Shape;517;p93">
            <a:extLst>
              <a:ext uri="{FF2B5EF4-FFF2-40B4-BE49-F238E27FC236}">
                <a16:creationId xmlns:a16="http://schemas.microsoft.com/office/drawing/2014/main" id="{2B66BD11-598E-45FA-A86F-1791FA7ED429}"/>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518" name="Google Shape;518;p93">
            <a:extLst>
              <a:ext uri="{FF2B5EF4-FFF2-40B4-BE49-F238E27FC236}">
                <a16:creationId xmlns:a16="http://schemas.microsoft.com/office/drawing/2014/main" id="{A351966C-D0F3-4D15-ADC2-5D60471B9F9D}"/>
              </a:ext>
            </a:extLst>
          </p:cNvPr>
          <p:cNvSpPr>
            <a:spLocks noGrp="1"/>
          </p:cNvSpPr>
          <p:nvPr>
            <p:ph type="body" idx="1"/>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573" name="Google Shape;520;p93"/>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521" name="Google Shape;521;p93">
            <a:extLst>
              <a:ext uri="{FF2B5EF4-FFF2-40B4-BE49-F238E27FC236}">
                <a16:creationId xmlns:a16="http://schemas.microsoft.com/office/drawing/2014/main" id="{3A63616E-DF93-4EF0-9B2A-EF0473E23A20}"/>
              </a:ext>
            </a:extLst>
          </p:cNvPr>
          <p:cNvSpPr>
            <a:spLocks noGrp="1"/>
          </p:cNvSpPr>
          <p:nvPr/>
        </p:nvSpPr>
        <p:spPr>
          <a:xfrm>
            <a:off x="3207425" y="789125"/>
            <a:ext cx="56043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frame_blue">
  <p:cSld name="CUSTOM_2_1_1_1">
    <p:spTree>
      <p:nvGrpSpPr>
        <p:cNvPr id="1" name=""/>
        <p:cNvGrpSpPr/>
        <p:nvPr/>
      </p:nvGrpSpPr>
      <p:grpSpPr>
        <a:xfrm>
          <a:off x="0" y="0"/>
          <a:ext cx="0" cy="0"/>
          <a:chOff x="0" y="0"/>
          <a:chExt cx="0" cy="0"/>
        </a:xfrm>
      </p:grpSpPr>
      <p:sp>
        <p:nvSpPr>
          <p:cNvPr id="523" name="Google Shape;523;p94">
            <a:extLst>
              <a:ext uri="{FF2B5EF4-FFF2-40B4-BE49-F238E27FC236}">
                <a16:creationId xmlns:a16="http://schemas.microsoft.com/office/drawing/2014/main" id="{BA9B7A1A-A8FA-4847-B0D5-0AB2835E47AC}"/>
              </a:ext>
            </a:extLst>
          </p:cNvPr>
          <p:cNvSpPr>
            <a:spLocks noGrp="1"/>
          </p:cNvSpPr>
          <p:nvPr/>
        </p:nvSpPr>
        <p:spPr>
          <a:xfrm>
            <a:off x="0" y="0"/>
            <a:ext cx="69405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24" name="Google Shape;524;p94">
            <a:extLst>
              <a:ext uri="{FF2B5EF4-FFF2-40B4-BE49-F238E27FC236}">
                <a16:creationId xmlns:a16="http://schemas.microsoft.com/office/drawing/2014/main" id="{2532B38A-DB91-4BFD-9CA9-A5DA50AEA21A}"/>
              </a:ext>
            </a:extLst>
          </p:cNvPr>
          <p:cNvSpPr>
            <a:spLocks noGrp="1"/>
          </p:cNvSpPr>
          <p:nvPr/>
        </p:nvSpPr>
        <p:spPr>
          <a:xfrm>
            <a:off x="331750" y="789125"/>
            <a:ext cx="84801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pic>
        <p:nvPicPr>
          <p:cNvPr id="528" name="Google Shape;525;p94"/>
          <p:cNvPicPr>
            <a:picLocks noChangeAspect="1"/>
          </p:cNvPicPr>
          <p:nvPr/>
        </p:nvPicPr>
        <p:blipFill rotWithShape="1">
          <a:blip r:embed="rId2">
            <a:alphaModFix/>
          </a:blip>
          <a:srcRect/>
          <a:stretch/>
        </p:blipFill>
        <p:spPr>
          <a:xfrm>
            <a:off x="365760" y="210312"/>
            <a:ext cx="923544" cy="173736"/>
          </a:xfrm>
          <a:prstGeom prst="rect">
            <a:avLst/>
          </a:prstGeom>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08 Title&amp;Content_w/frame_gradient">
  <p:cSld name="CUSTOM_2_2_1_1">
    <p:spTree>
      <p:nvGrpSpPr>
        <p:cNvPr id="1" name=""/>
        <p:cNvGrpSpPr/>
        <p:nvPr/>
      </p:nvGrpSpPr>
      <p:grpSpPr>
        <a:xfrm>
          <a:off x="0" y="0"/>
          <a:ext cx="0" cy="0"/>
          <a:chOff x="0" y="0"/>
          <a:chExt cx="0" cy="0"/>
        </a:xfrm>
      </p:grpSpPr>
      <p:sp>
        <p:nvSpPr>
          <p:cNvPr id="527" name="Google Shape;527;p95">
            <a:extLst>
              <a:ext uri="{FF2B5EF4-FFF2-40B4-BE49-F238E27FC236}">
                <a16:creationId xmlns:a16="http://schemas.microsoft.com/office/drawing/2014/main" id="{81FAA903-7BC7-4A8D-ABC0-4302818A59A7}"/>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28" name="Google Shape;528;p95">
            <a:extLst>
              <a:ext uri="{FF2B5EF4-FFF2-40B4-BE49-F238E27FC236}">
                <a16:creationId xmlns:a16="http://schemas.microsoft.com/office/drawing/2014/main" id="{AFC954D0-0795-4FBF-951A-4D3EFDEE00F0}"/>
              </a:ext>
            </a:extLst>
          </p:cNvPr>
          <p:cNvSpPr>
            <a:spLocks noGrp="1"/>
          </p:cNvSpPr>
          <p:nvPr/>
        </p:nvSpPr>
        <p:spPr>
          <a:xfrm>
            <a:off x="6940450" y="0"/>
            <a:ext cx="22038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611" name="Google Shape;529;p95"/>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530" name="Google Shape;530;p95">
            <a:extLst>
              <a:ext uri="{FF2B5EF4-FFF2-40B4-BE49-F238E27FC236}">
                <a16:creationId xmlns:a16="http://schemas.microsoft.com/office/drawing/2014/main" id="{17E672E5-EEBC-44EC-9E66-C37DBDAD917C}"/>
              </a:ext>
            </a:extLst>
          </p:cNvPr>
          <p:cNvSpPr>
            <a:spLocks noGrp="1"/>
          </p:cNvSpPr>
          <p:nvPr>
            <p:ph type="title"/>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531" name="Google Shape;531;p95">
            <a:extLst>
              <a:ext uri="{FF2B5EF4-FFF2-40B4-BE49-F238E27FC236}">
                <a16:creationId xmlns:a16="http://schemas.microsoft.com/office/drawing/2014/main" id="{8D42F012-4E8C-4257-9CB0-F2999262D55F}"/>
              </a:ext>
            </a:extLst>
          </p:cNvPr>
          <p:cNvSpPr>
            <a:spLocks noGrp="1"/>
          </p:cNvSpPr>
          <p:nvPr>
            <p:ph type="body" idx="1"/>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614" name="Google Shape;533;p95"/>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534" name="Google Shape;534;p95">
            <a:extLst>
              <a:ext uri="{FF2B5EF4-FFF2-40B4-BE49-F238E27FC236}">
                <a16:creationId xmlns:a16="http://schemas.microsoft.com/office/drawing/2014/main" id="{06004331-B9A0-4593-886E-12870B5633E3}"/>
              </a:ext>
            </a:extLst>
          </p:cNvPr>
          <p:cNvSpPr>
            <a:spLocks noGrp="1"/>
          </p:cNvSpPr>
          <p:nvPr/>
        </p:nvSpPr>
        <p:spPr>
          <a:xfrm>
            <a:off x="3207425" y="789125"/>
            <a:ext cx="56043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cxnSp>
        <p:nvCxnSpPr>
          <p:cNvPr id="616" name="Google Shape;536;p95"/>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frame_gradient">
  <p:cSld name="CUSTOM_2_1_1_1_1">
    <p:spTree>
      <p:nvGrpSpPr>
        <p:cNvPr id="1" name=""/>
        <p:cNvGrpSpPr/>
        <p:nvPr/>
      </p:nvGrpSpPr>
      <p:grpSpPr>
        <a:xfrm>
          <a:off x="0" y="0"/>
          <a:ext cx="0" cy="0"/>
          <a:chOff x="0" y="0"/>
          <a:chExt cx="0" cy="0"/>
        </a:xfrm>
      </p:grpSpPr>
      <p:sp>
        <p:nvSpPr>
          <p:cNvPr id="538" name="Google Shape;538;p96">
            <a:extLst>
              <a:ext uri="{FF2B5EF4-FFF2-40B4-BE49-F238E27FC236}">
                <a16:creationId xmlns:a16="http://schemas.microsoft.com/office/drawing/2014/main" id="{003FD0BF-9A5B-40A3-8D04-3BDD35804578}"/>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39" name="Google Shape;539;p96">
            <a:extLst>
              <a:ext uri="{FF2B5EF4-FFF2-40B4-BE49-F238E27FC236}">
                <a16:creationId xmlns:a16="http://schemas.microsoft.com/office/drawing/2014/main" id="{52BE2ED7-A423-45F4-88B1-4CC2CB4D146D}"/>
              </a:ext>
            </a:extLst>
          </p:cNvPr>
          <p:cNvSpPr>
            <a:spLocks noGrp="1"/>
          </p:cNvSpPr>
          <p:nvPr/>
        </p:nvSpPr>
        <p:spPr>
          <a:xfrm>
            <a:off x="6940450" y="0"/>
            <a:ext cx="22038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591" name="Google Shape;541;p96"/>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cxnSp>
        <p:nvCxnSpPr>
          <p:cNvPr id="592" name="Google Shape;543;p96"/>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sp>
        <p:nvSpPr>
          <p:cNvPr id="544" name="Google Shape;544;p96">
            <a:extLst>
              <a:ext uri="{FF2B5EF4-FFF2-40B4-BE49-F238E27FC236}">
                <a16:creationId xmlns:a16="http://schemas.microsoft.com/office/drawing/2014/main" id="{85919FAF-71A2-48BE-BFA1-F152EBD8E123}"/>
              </a:ext>
            </a:extLst>
          </p:cNvPr>
          <p:cNvSpPr>
            <a:spLocks noGrp="1"/>
          </p:cNvSpPr>
          <p:nvPr/>
        </p:nvSpPr>
        <p:spPr>
          <a:xfrm>
            <a:off x="331750" y="789125"/>
            <a:ext cx="8480100" cy="3947100"/>
          </a:xfrm>
          <a:prstGeom prst="rect">
            <a:avLst/>
          </a:prstGeom>
          <a:solidFill>
            <a:srgbClr val="FFFFFF"/>
          </a:solidFill>
          <a:ln>
            <a:noFill/>
          </a:ln>
          <a:effectLst>
            <a:outerShdw blurRad="271463" dist="47625" dir="3600000" algn="bl" rotWithShape="0">
              <a:srgbClr val="000000">
                <a:alpha val="3882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pic>
        <p:nvPicPr>
          <p:cNvPr id="594" name="Google Shape;545;p96"/>
          <p:cNvPicPr>
            <a:picLocks noChangeAspect="1"/>
          </p:cNvPicPr>
          <p:nvPr/>
        </p:nvPicPr>
        <p:blipFill rotWithShape="1">
          <a:blip r:embed="rId2">
            <a:alphaModFix/>
          </a:blip>
          <a:srcRect/>
          <a:stretch/>
        </p:blipFill>
        <p:spPr>
          <a:xfrm>
            <a:off x="365760" y="210312"/>
            <a:ext cx="923544" cy="173736"/>
          </a:xfrm>
          <a:prstGeom prst="rect">
            <a:avLst/>
          </a:prstGeom>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09 Logo_orange">
  <p:cSld name="CUSTOM_15_2_2">
    <p:spTree>
      <p:nvGrpSpPr>
        <p:cNvPr id="1" name=""/>
        <p:cNvGrpSpPr/>
        <p:nvPr/>
      </p:nvGrpSpPr>
      <p:grpSpPr>
        <a:xfrm>
          <a:off x="0" y="0"/>
          <a:ext cx="0" cy="0"/>
          <a:chOff x="0" y="0"/>
          <a:chExt cx="0" cy="0"/>
        </a:xfrm>
      </p:grpSpPr>
      <p:sp>
        <p:nvSpPr>
          <p:cNvPr id="547" name="Google Shape;547;p97">
            <a:extLst>
              <a:ext uri="{FF2B5EF4-FFF2-40B4-BE49-F238E27FC236}">
                <a16:creationId xmlns:a16="http://schemas.microsoft.com/office/drawing/2014/main" id="{E01A534B-825C-4753-9CA3-0AC398FE0DFD}"/>
              </a:ext>
            </a:extLst>
          </p:cNvPr>
          <p:cNvSpPr>
            <a:spLocks noGrp="1"/>
          </p:cNvSpPr>
          <p:nvPr/>
        </p:nvSpPr>
        <p:spPr>
          <a:xfrm>
            <a:off x="0" y="0"/>
            <a:ext cx="9144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50" name="Google Shape;548;p97"/>
          <p:cNvPicPr>
            <a:picLocks noChangeAspect="1"/>
          </p:cNvPicPr>
          <p:nvPr/>
        </p:nvPicPr>
        <p:blipFill rotWithShape="1">
          <a:blip r:embed="rId2">
            <a:alphaModFix/>
          </a:blip>
          <a:srcRect/>
          <a:stretch/>
        </p:blipFill>
        <p:spPr>
          <a:xfrm>
            <a:off x="2952800" y="2264275"/>
            <a:ext cx="3238400" cy="614950"/>
          </a:xfrm>
          <a:prstGeom prst="rect">
            <a:avLst/>
          </a:prstGeom>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09 Logo_C_orange 1">
  <p:cSld name="CUSTOM_17_2">
    <p:spTree>
      <p:nvGrpSpPr>
        <p:cNvPr id="1" name=""/>
        <p:cNvGrpSpPr/>
        <p:nvPr/>
      </p:nvGrpSpPr>
      <p:grpSpPr>
        <a:xfrm>
          <a:off x="0" y="0"/>
          <a:ext cx="0" cy="0"/>
          <a:chOff x="0" y="0"/>
          <a:chExt cx="0" cy="0"/>
        </a:xfrm>
      </p:grpSpPr>
      <p:sp>
        <p:nvSpPr>
          <p:cNvPr id="550" name="Google Shape;550;p98">
            <a:extLst>
              <a:ext uri="{FF2B5EF4-FFF2-40B4-BE49-F238E27FC236}">
                <a16:creationId xmlns:a16="http://schemas.microsoft.com/office/drawing/2014/main" id="{686BD99E-8C9D-4D8B-80E0-AD77C87A98CA}"/>
              </a:ext>
            </a:extLst>
          </p:cNvPr>
          <p:cNvSpPr>
            <a:spLocks noGrp="1"/>
          </p:cNvSpPr>
          <p:nvPr/>
        </p:nvSpPr>
        <p:spPr>
          <a:xfrm>
            <a:off x="0" y="0"/>
            <a:ext cx="91440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53" name="Google Shape;551;p98"/>
          <p:cNvPicPr>
            <a:picLocks noChangeAspect="1"/>
          </p:cNvPicPr>
          <p:nvPr/>
        </p:nvPicPr>
        <p:blipFill rotWithShape="1">
          <a:blip r:embed="rId2">
            <a:alphaModFix/>
          </a:blip>
          <a:srcRect/>
          <a:stretch/>
        </p:blipFill>
        <p:spPr>
          <a:xfrm>
            <a:off x="3671800" y="1764776"/>
            <a:ext cx="1495600" cy="1613951"/>
          </a:xfrm>
          <a:prstGeom prst="rect">
            <a:avLst/>
          </a:prstGeom>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09 Logo_blue">
  <p:cSld name="CUSTOM_15_1">
    <p:spTree>
      <p:nvGrpSpPr>
        <p:cNvPr id="1" name=""/>
        <p:cNvGrpSpPr/>
        <p:nvPr/>
      </p:nvGrpSpPr>
      <p:grpSpPr>
        <a:xfrm>
          <a:off x="0" y="0"/>
          <a:ext cx="0" cy="0"/>
          <a:chOff x="0" y="0"/>
          <a:chExt cx="0" cy="0"/>
        </a:xfrm>
      </p:grpSpPr>
      <p:sp>
        <p:nvSpPr>
          <p:cNvPr id="553" name="Google Shape;553;p99">
            <a:extLst>
              <a:ext uri="{FF2B5EF4-FFF2-40B4-BE49-F238E27FC236}">
                <a16:creationId xmlns:a16="http://schemas.microsoft.com/office/drawing/2014/main" id="{804F3936-3D76-4F26-958E-038FC95962E2}"/>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56" name="Google Shape;554;p99"/>
          <p:cNvPicPr>
            <a:picLocks noChangeAspect="1"/>
          </p:cNvPicPr>
          <p:nvPr/>
        </p:nvPicPr>
        <p:blipFill rotWithShape="1">
          <a:blip r:embed="rId2">
            <a:alphaModFix/>
          </a:blip>
          <a:srcRect/>
          <a:stretch/>
        </p:blipFill>
        <p:spPr>
          <a:xfrm>
            <a:off x="2952800" y="2264275"/>
            <a:ext cx="3238400" cy="614950"/>
          </a:xfrm>
          <a:prstGeom prst="rect">
            <a:avLst/>
          </a:prstGeom>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09 Logo_C_blue">
  <p:cSld name="CUSTOM_17_1">
    <p:spTree>
      <p:nvGrpSpPr>
        <p:cNvPr id="1" name=""/>
        <p:cNvGrpSpPr/>
        <p:nvPr/>
      </p:nvGrpSpPr>
      <p:grpSpPr>
        <a:xfrm>
          <a:off x="0" y="0"/>
          <a:ext cx="0" cy="0"/>
          <a:chOff x="0" y="0"/>
          <a:chExt cx="0" cy="0"/>
        </a:xfrm>
      </p:grpSpPr>
      <p:sp>
        <p:nvSpPr>
          <p:cNvPr id="556" name="Google Shape;556;p100">
            <a:extLst>
              <a:ext uri="{FF2B5EF4-FFF2-40B4-BE49-F238E27FC236}">
                <a16:creationId xmlns:a16="http://schemas.microsoft.com/office/drawing/2014/main" id="{7159BB44-7952-42AD-967A-1030C74F5F2D}"/>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59" name="Google Shape;557;p100"/>
          <p:cNvPicPr>
            <a:picLocks noChangeAspect="1"/>
          </p:cNvPicPr>
          <p:nvPr/>
        </p:nvPicPr>
        <p:blipFill rotWithShape="1">
          <a:blip r:embed="rId2">
            <a:alphaModFix/>
          </a:blip>
          <a:srcRect/>
          <a:stretch/>
        </p:blipFill>
        <p:spPr>
          <a:xfrm>
            <a:off x="3671800" y="1764776"/>
            <a:ext cx="1495600" cy="1613951"/>
          </a:xfrm>
          <a:prstGeom prst="rect">
            <a:avLst/>
          </a:prstGeom>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09 Logo_gradient">
  <p:cSld name="CUSTOM_15_1_1">
    <p:spTree>
      <p:nvGrpSpPr>
        <p:cNvPr id="1" name=""/>
        <p:cNvGrpSpPr/>
        <p:nvPr/>
      </p:nvGrpSpPr>
      <p:grpSpPr>
        <a:xfrm>
          <a:off x="0" y="0"/>
          <a:ext cx="0" cy="0"/>
          <a:chOff x="0" y="0"/>
          <a:chExt cx="0" cy="0"/>
        </a:xfrm>
      </p:grpSpPr>
      <p:sp>
        <p:nvSpPr>
          <p:cNvPr id="559" name="Google Shape;559;p101">
            <a:extLst>
              <a:ext uri="{FF2B5EF4-FFF2-40B4-BE49-F238E27FC236}">
                <a16:creationId xmlns:a16="http://schemas.microsoft.com/office/drawing/2014/main" id="{D4048099-DD7B-43AF-859C-92479BA69DCD}"/>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62" name="Google Shape;560;p101"/>
          <p:cNvPicPr>
            <a:picLocks noChangeAspect="1"/>
          </p:cNvPicPr>
          <p:nvPr/>
        </p:nvPicPr>
        <p:blipFill rotWithShape="1">
          <a:blip r:embed="rId2">
            <a:alphaModFix/>
          </a:blip>
          <a:srcRect/>
          <a:stretch/>
        </p:blipFill>
        <p:spPr>
          <a:xfrm>
            <a:off x="2952800" y="2264275"/>
            <a:ext cx="3238400" cy="614950"/>
          </a:xfrm>
          <a:prstGeom prst="rect">
            <a:avLst/>
          </a:prstGeom>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09 Logo_C_gradient">
  <p:cSld name="CUSTOM_17_1_1">
    <p:spTree>
      <p:nvGrpSpPr>
        <p:cNvPr id="1" name=""/>
        <p:cNvGrpSpPr/>
        <p:nvPr/>
      </p:nvGrpSpPr>
      <p:grpSpPr>
        <a:xfrm>
          <a:off x="0" y="0"/>
          <a:ext cx="0" cy="0"/>
          <a:chOff x="0" y="0"/>
          <a:chExt cx="0" cy="0"/>
        </a:xfrm>
      </p:grpSpPr>
      <p:sp>
        <p:nvSpPr>
          <p:cNvPr id="562" name="Google Shape;562;p102">
            <a:extLst>
              <a:ext uri="{FF2B5EF4-FFF2-40B4-BE49-F238E27FC236}">
                <a16:creationId xmlns:a16="http://schemas.microsoft.com/office/drawing/2014/main" id="{E9D5360B-902E-4EBB-A35B-E6CBE6738CDE}"/>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65" name="Google Shape;563;p102"/>
          <p:cNvPicPr>
            <a:picLocks noChangeAspect="1"/>
          </p:cNvPicPr>
          <p:nvPr/>
        </p:nvPicPr>
        <p:blipFill rotWithShape="1">
          <a:blip r:embed="rId2">
            <a:alphaModFix/>
          </a:blip>
          <a:srcRect/>
          <a:stretch/>
        </p:blipFill>
        <p:spPr>
          <a:xfrm>
            <a:off x="3671800" y="1764776"/>
            <a:ext cx="1495600" cy="1613951"/>
          </a:xfrm>
          <a:prstGeom prst="rect">
            <a:avLst/>
          </a:prstGeom>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10 Blank_branded">
  <p:cSld name="CUSTOM_18">
    <p:spTree>
      <p:nvGrpSpPr>
        <p:cNvPr id="1" name=""/>
        <p:cNvGrpSpPr/>
        <p:nvPr/>
      </p:nvGrpSpPr>
      <p:grpSpPr>
        <a:xfrm>
          <a:off x="0" y="0"/>
          <a:ext cx="0" cy="0"/>
          <a:chOff x="0" y="0"/>
          <a:chExt cx="0" cy="0"/>
        </a:xfrm>
      </p:grpSpPr>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
        <p:cNvGrpSpPr/>
        <p:nvPr/>
      </p:nvGrpSpPr>
      <p:grpSpPr>
        <a:xfrm>
          <a:off x="0" y="0"/>
          <a:ext cx="0" cy="0"/>
          <a:chOff x="0" y="0"/>
          <a:chExt cx="0" cy="0"/>
        </a:xfrm>
      </p:grpSpPr>
      <p:sp>
        <p:nvSpPr>
          <p:cNvPr id="566" name="Google Shape;566;p104">
            <a:extLst>
              <a:ext uri="{FF2B5EF4-FFF2-40B4-BE49-F238E27FC236}">
                <a16:creationId xmlns:a16="http://schemas.microsoft.com/office/drawing/2014/main" id="{121249F3-0AEC-42F4-B4D5-E6A63E832290}"/>
              </a:ext>
            </a:extLst>
          </p:cNvPr>
          <p:cNvSpPr>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oAutofit/>
          </a:bodyPr>
          <a:lstStyle>
            <a:lvl1pPr algn="ctr">
              <a:spcBef>
                <a:spcPts val="0"/>
              </a:spcBef>
              <a:spcAft>
                <a:spcPts val="0"/>
              </a:spcAft>
              <a:buSzPts val="5200"/>
              <a:buChar char="●"/>
              <a:defRPr sz="5200"/>
            </a:lvl1pPr>
            <a:lvl2pPr algn="ctr">
              <a:spcBef>
                <a:spcPts val="0"/>
              </a:spcBef>
              <a:spcAft>
                <a:spcPts val="0"/>
              </a:spcAft>
              <a:buSzPts val="5200"/>
              <a:buChar char="○"/>
              <a:defRPr sz="5200"/>
            </a:lvl2pPr>
            <a:lvl3pPr algn="ctr">
              <a:spcBef>
                <a:spcPts val="0"/>
              </a:spcBef>
              <a:spcAft>
                <a:spcPts val="0"/>
              </a:spcAft>
              <a:buSzPts val="5200"/>
              <a:buChar char="■"/>
              <a:defRPr sz="5200"/>
            </a:lvl3pPr>
            <a:lvl4pPr algn="ctr">
              <a:spcBef>
                <a:spcPts val="0"/>
              </a:spcBef>
              <a:spcAft>
                <a:spcPts val="0"/>
              </a:spcAft>
              <a:buSzPts val="5200"/>
              <a:buChar char="●"/>
              <a:defRPr sz="5200"/>
            </a:lvl4pPr>
            <a:lvl5pPr algn="ctr">
              <a:spcBef>
                <a:spcPts val="0"/>
              </a:spcBef>
              <a:spcAft>
                <a:spcPts val="0"/>
              </a:spcAft>
              <a:buSzPts val="5200"/>
              <a:buChar char="○"/>
              <a:defRPr sz="5200"/>
            </a:lvl5pPr>
            <a:lvl6pPr algn="ctr">
              <a:spcBef>
                <a:spcPts val="0"/>
              </a:spcBef>
              <a:spcAft>
                <a:spcPts val="0"/>
              </a:spcAft>
              <a:buSzPts val="5200"/>
              <a:buChar char="■"/>
              <a:defRPr sz="5200"/>
            </a:lvl6pPr>
            <a:lvl7pPr algn="ctr">
              <a:spcBef>
                <a:spcPts val="0"/>
              </a:spcBef>
              <a:spcAft>
                <a:spcPts val="0"/>
              </a:spcAft>
              <a:buSzPts val="5200"/>
              <a:buChar char="●"/>
              <a:defRPr sz="5200"/>
            </a:lvl7pPr>
            <a:lvl8pPr algn="ctr">
              <a:spcBef>
                <a:spcPts val="0"/>
              </a:spcBef>
              <a:spcAft>
                <a:spcPts val="0"/>
              </a:spcAft>
              <a:buSzPts val="5200"/>
              <a:buChar char="○"/>
              <a:defRPr sz="5200"/>
            </a:lvl8pPr>
            <a:lvl9pPr algn="ctr">
              <a:spcBef>
                <a:spcPts val="0"/>
              </a:spcBef>
              <a:spcAft>
                <a:spcPts val="0"/>
              </a:spcAft>
              <a:buSzPts val="5200"/>
              <a:buChar char="■"/>
              <a:defRPr sz="5200"/>
            </a:lvl9pPr>
          </a:lstStyle>
          <a:p>
            <a:endParaRPr/>
          </a:p>
        </p:txBody>
      </p:sp>
      <p:sp>
        <p:nvSpPr>
          <p:cNvPr id="567" name="Google Shape;567;p104">
            <a:extLst>
              <a:ext uri="{FF2B5EF4-FFF2-40B4-BE49-F238E27FC236}">
                <a16:creationId xmlns:a16="http://schemas.microsoft.com/office/drawing/2014/main" id="{E396D88D-C08D-47B8-AF7E-74D01937B615}"/>
              </a:ext>
            </a:extLst>
          </p:cNvPr>
          <p:cNvSpPr>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o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01 Title 1">
  <p:cSld name="TITLE_1_1">
    <p:spTree>
      <p:nvGrpSpPr>
        <p:cNvPr id="1" name=""/>
        <p:cNvGrpSpPr/>
        <p:nvPr/>
      </p:nvGrpSpPr>
      <p:grpSpPr>
        <a:xfrm>
          <a:off x="0" y="0"/>
          <a:ext cx="0" cy="0"/>
          <a:chOff x="0" y="0"/>
          <a:chExt cx="0" cy="0"/>
        </a:xfrm>
      </p:grpSpPr>
      <p:sp>
        <p:nvSpPr>
          <p:cNvPr id="570" name="Google Shape;570;p105">
            <a:extLst>
              <a:ext uri="{FF2B5EF4-FFF2-40B4-BE49-F238E27FC236}">
                <a16:creationId xmlns:a16="http://schemas.microsoft.com/office/drawing/2014/main" id="{DF2126FC-77E0-46EF-B6DC-81CDC0D53F0A}"/>
              </a:ext>
            </a:extLst>
          </p:cNvPr>
          <p:cNvSpPr>
            <a:spLocks noGrp="1"/>
          </p:cNvSpPr>
          <p:nvPr/>
        </p:nvSpPr>
        <p:spPr>
          <a:xfrm>
            <a:off x="0" y="0"/>
            <a:ext cx="9144000" cy="5143500"/>
          </a:xfrm>
          <a:prstGeom prst="rect">
            <a:avLst/>
          </a:prstGeom>
          <a:gradFill>
            <a:gsLst>
              <a:gs pos="0">
                <a:schemeClr val="accent2"/>
              </a:gs>
              <a:gs pos="100000">
                <a:schemeClr val="accent4"/>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580" name="Google Shape;571;p105"/>
          <p:cNvPicPr>
            <a:picLocks noChangeAspect="1"/>
          </p:cNvPicPr>
          <p:nvPr/>
        </p:nvPicPr>
        <p:blipFill rotWithShape="1">
          <a:blip r:embed="rId2">
            <a:alphaModFix/>
          </a:blip>
          <a:srcRect/>
          <a:stretch/>
        </p:blipFill>
        <p:spPr>
          <a:xfrm>
            <a:off x="365760" y="304800"/>
            <a:ext cx="1150800" cy="218520"/>
          </a:xfrm>
          <a:prstGeom prst="rect">
            <a:avLst/>
          </a:prstGeom>
          <a:ln>
            <a:noFill/>
          </a:ln>
        </p:spPr>
      </p:pic>
      <p:pic>
        <p:nvPicPr>
          <p:cNvPr id="581" name="Google Shape;572;p105"/>
          <p:cNvPicPr>
            <a:picLocks noChangeAspect="1"/>
          </p:cNvPicPr>
          <p:nvPr/>
        </p:nvPicPr>
        <p:blipFill rotWithShape="1">
          <a:blip r:embed="rId3">
            <a:alphaModFix amt="15000"/>
          </a:blip>
          <a:srcRect/>
          <a:stretch/>
        </p:blipFill>
        <p:spPr>
          <a:xfrm>
            <a:off x="7046548" y="304790"/>
            <a:ext cx="1545401" cy="1667664"/>
          </a:xfrm>
          <a:prstGeom prst="rect">
            <a:avLst/>
          </a:prstGeom>
          <a:ln>
            <a:noFill/>
          </a:ln>
        </p:spPr>
      </p:pic>
      <p:sp>
        <p:nvSpPr>
          <p:cNvPr id="573" name="Google Shape;573;p105">
            <a:extLst>
              <a:ext uri="{FF2B5EF4-FFF2-40B4-BE49-F238E27FC236}">
                <a16:creationId xmlns:a16="http://schemas.microsoft.com/office/drawing/2014/main" id="{CB934884-C522-4351-B08A-DB2FE7CEA0BC}"/>
              </a:ext>
            </a:extLst>
          </p:cNvPr>
          <p:cNvSpPr>
            <a:spLocks noGrp="1"/>
          </p:cNvSpPr>
          <p:nvPr>
            <p:ph type="title"/>
          </p:nvPr>
        </p:nvSpPr>
        <p:spPr>
          <a:xfrm>
            <a:off x="348747" y="1923056"/>
            <a:ext cx="6697800" cy="16851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4000"/>
              <a:buFont typeface="Arial"/>
              <a:buNone/>
              <a:defRPr sz="4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2pPr>
            <a:lvl3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3pPr>
            <a:lvl4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4pPr>
            <a:lvl5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5pPr>
            <a:lvl6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6pPr>
            <a:lvl7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7pPr>
            <a:lvl8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8pPr>
            <a:lvl9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9pPr>
          </a:lstStyle>
          <a:p>
            <a:endParaRPr/>
          </a:p>
        </p:txBody>
      </p:sp>
      <p:sp>
        <p:nvSpPr>
          <p:cNvPr id="574" name="Google Shape;574;p105">
            <a:extLst>
              <a:ext uri="{FF2B5EF4-FFF2-40B4-BE49-F238E27FC236}">
                <a16:creationId xmlns:a16="http://schemas.microsoft.com/office/drawing/2014/main" id="{1E77F695-A303-4EA8-A577-5A1A82F08DD4}"/>
              </a:ext>
            </a:extLst>
          </p:cNvPr>
          <p:cNvSpPr>
            <a:spLocks noGrp="1"/>
          </p:cNvSpPr>
          <p:nvPr>
            <p:ph type="subTitle" idx="1"/>
          </p:nvPr>
        </p:nvSpPr>
        <p:spPr>
          <a:xfrm>
            <a:off x="348750" y="4292625"/>
            <a:ext cx="5943600" cy="5142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1800"/>
              <a:buFont typeface="Roboto"/>
              <a:buNone/>
              <a:defRPr sz="1800"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1800"/>
              <a:buFont typeface="Roboto"/>
              <a:buNone/>
              <a:defRPr sz="1800" i="0" u="none" cap="none">
                <a:solidFill>
                  <a:srgbClr val="000000"/>
                </a:solidFill>
                <a:latin typeface="Roboto"/>
                <a:ea typeface="Roboto"/>
                <a:cs typeface="Roboto"/>
              </a:defRPr>
            </a:lvl9pPr>
          </a:lstStyle>
          <a:p>
            <a:endParaRPr/>
          </a:p>
        </p:txBody>
      </p:sp>
      <p:sp>
        <p:nvSpPr>
          <p:cNvPr id="575" name="Google Shape;575;p105">
            <a:extLst>
              <a:ext uri="{FF2B5EF4-FFF2-40B4-BE49-F238E27FC236}">
                <a16:creationId xmlns:a16="http://schemas.microsoft.com/office/drawing/2014/main" id="{93EF90B6-FCC6-4C6C-BB34-FCA4CEE27E2E}"/>
              </a:ext>
            </a:extLst>
          </p:cNvPr>
          <p:cNvSpPr>
            <a:spLocks noGrp="1"/>
          </p:cNvSpPr>
          <p:nvPr/>
        </p:nvSpPr>
        <p:spPr>
          <a:xfrm>
            <a:off x="348750" y="1848363"/>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76" name="Google Shape;576;p105">
            <a:extLst>
              <a:ext uri="{FF2B5EF4-FFF2-40B4-BE49-F238E27FC236}">
                <a16:creationId xmlns:a16="http://schemas.microsoft.com/office/drawing/2014/main" id="{6B7355B0-56C3-4575-B52E-256CE490FDCC}"/>
              </a:ext>
            </a:extLst>
          </p:cNvPr>
          <p:cNvSpPr>
            <a:spLocks noGrp="1"/>
          </p:cNvSpPr>
          <p:nvPr/>
        </p:nvSpPr>
        <p:spPr>
          <a:xfrm>
            <a:off x="348750" y="4178400"/>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04 Title&amp;Content_white 1">
  <p:cSld name="Title and Content_3_1_1_1_1_2">
    <p:bg>
      <p:bgPr>
        <a:noFill/>
        <a:effectLst/>
      </p:bgPr>
    </p:bg>
    <p:spTree>
      <p:nvGrpSpPr>
        <p:cNvPr id="1" name=""/>
        <p:cNvGrpSpPr/>
        <p:nvPr/>
      </p:nvGrpSpPr>
      <p:grpSpPr>
        <a:xfrm>
          <a:off x="0" y="0"/>
          <a:ext cx="0" cy="0"/>
          <a:chOff x="0" y="0"/>
          <a:chExt cx="0" cy="0"/>
        </a:xfrm>
      </p:grpSpPr>
      <p:sp>
        <p:nvSpPr>
          <p:cNvPr id="578" name="Google Shape;578;p106">
            <a:extLst>
              <a:ext uri="{FF2B5EF4-FFF2-40B4-BE49-F238E27FC236}">
                <a16:creationId xmlns:a16="http://schemas.microsoft.com/office/drawing/2014/main" id="{6C7B33C7-4BAD-42DD-A8A5-57EFE5D40B47}"/>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dk1"/>
              </a:buClr>
              <a:buSzPts val="3000"/>
              <a:buFont typeface="Arial"/>
              <a:buNone/>
              <a:defRPr sz="3000" b="1" i="0" u="none" cap="none">
                <a:solidFill>
                  <a:schemeClr val="dk1"/>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579" name="Google Shape;579;p106">
            <a:extLst>
              <a:ext uri="{FF2B5EF4-FFF2-40B4-BE49-F238E27FC236}">
                <a16:creationId xmlns:a16="http://schemas.microsoft.com/office/drawing/2014/main" id="{73DFE55A-918D-4975-87EA-B34AEC88D59C}"/>
              </a:ext>
            </a:extLst>
          </p:cNvPr>
          <p:cNvSpPr>
            <a:spLocks noGrp="1"/>
          </p:cNvSpPr>
          <p:nvPr>
            <p:ph type="body" idx="1"/>
          </p:nvPr>
        </p:nvSpPr>
        <p:spPr>
          <a:xfrm>
            <a:off x="347400" y="1051560"/>
            <a:ext cx="8449200" cy="3568500"/>
          </a:xfrm>
          <a:prstGeom prst="rect">
            <a:avLst/>
          </a:prstGeom>
          <a:noFill/>
          <a:ln>
            <a:noFill/>
          </a:ln>
        </p:spPr>
        <p:txBody>
          <a:bodyPr spcFirstLastPara="1" wrap="square" lIns="0" tIns="0" rIns="0" bIns="0" anchor="t">
            <a:noAutofit/>
          </a:bodyPr>
          <a:lstStyle>
            <a:lvl1pPr marL="457200" marR="0" indent="-342900" algn="l">
              <a:lnSpc>
                <a:spcPct val="115000"/>
              </a:lnSpc>
              <a:spcBef>
                <a:spcPts val="1000"/>
              </a:spcBef>
              <a:spcAft>
                <a:spcPts val="0"/>
              </a:spcAft>
              <a:buClr>
                <a:schemeClr val="dk1"/>
              </a:buClr>
              <a:buSzPts val="1800"/>
              <a:buFont typeface="Roboto"/>
              <a:buChar char="●"/>
              <a:defRPr sz="1800" b="0" i="0" u="none" cap="none">
                <a:solidFill>
                  <a:schemeClr val="dk1"/>
                </a:solidFill>
                <a:latin typeface="Roboto"/>
                <a:ea typeface="Roboto"/>
                <a:cs typeface="Roboto"/>
              </a:defRPr>
            </a:lvl1pPr>
            <a:lvl2pPr marL="914400" marR="0" indent="-317500" algn="l">
              <a:lnSpc>
                <a:spcPct val="115000"/>
              </a:lnSpc>
              <a:spcBef>
                <a:spcPts val="1000"/>
              </a:spcBef>
              <a:spcAft>
                <a:spcPts val="0"/>
              </a:spcAft>
              <a:buClr>
                <a:schemeClr val="dk1"/>
              </a:buClr>
              <a:buSzPts val="1400"/>
              <a:buFont typeface="Roboto Light"/>
              <a:buChar char="○"/>
              <a:defRPr sz="1400" b="0" i="0" u="none" cap="none">
                <a:solidFill>
                  <a:schemeClr val="dk1"/>
                </a:solidFill>
                <a:latin typeface="Roboto Light"/>
                <a:ea typeface="Roboto Light"/>
                <a:cs typeface="Roboto Light"/>
              </a:defRPr>
            </a:lvl2pPr>
            <a:lvl3pPr marL="1371600" marR="0" indent="-304800" algn="l">
              <a:lnSpc>
                <a:spcPct val="115000"/>
              </a:lnSpc>
              <a:spcBef>
                <a:spcPts val="1000"/>
              </a:spcBef>
              <a:spcAft>
                <a:spcPts val="0"/>
              </a:spcAft>
              <a:buClr>
                <a:schemeClr val="dk1"/>
              </a:buClr>
              <a:buSzPts val="1200"/>
              <a:buFont typeface="Roboto Light"/>
              <a:buChar char="■"/>
              <a:defRPr sz="1200" b="0" i="0" u="none" cap="none">
                <a:solidFill>
                  <a:schemeClr val="dk1"/>
                </a:solidFill>
                <a:latin typeface="Roboto Light"/>
                <a:ea typeface="Roboto Light"/>
                <a:cs typeface="Roboto Light"/>
              </a:defRPr>
            </a:lvl3pPr>
            <a:lvl4pPr marL="1828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4pPr>
            <a:lvl5pPr marL="22860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5pPr>
            <a:lvl6pPr marL="27432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6pPr>
            <a:lvl7pPr marL="32004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7pPr>
            <a:lvl8pPr marL="36576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8pPr>
            <a:lvl9pPr marL="4114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581" name="Google Shape;581;p107">
            <a:extLst>
              <a:ext uri="{FF2B5EF4-FFF2-40B4-BE49-F238E27FC236}">
                <a16:creationId xmlns:a16="http://schemas.microsoft.com/office/drawing/2014/main" id="{DC8073C3-4606-4416-8437-67D756F328A5}"/>
              </a:ext>
            </a:extLst>
          </p:cNvPr>
          <p:cNvSpPr>
            <a:spLocks noGrp="1"/>
          </p:cNvSpPr>
          <p:nvPr>
            <p:ph type="body" idx="1"/>
          </p:nvPr>
        </p:nvSpPr>
        <p:spPr>
          <a:xfrm>
            <a:off x="311703" y="4236825"/>
            <a:ext cx="5998800" cy="598800"/>
          </a:xfrm>
          <a:prstGeom prst="rect">
            <a:avLst/>
          </a:prstGeom>
          <a:noFill/>
          <a:ln>
            <a:noFill/>
          </a:ln>
        </p:spPr>
        <p:txBody>
          <a:bodyPr spcFirstLastPara="1" wrap="square" lIns="91425" tIns="91425" rIns="91425" bIns="91425" anchor="ctr">
            <a:noAutofit/>
          </a:bodyPr>
          <a:lstStyle>
            <a:lvl1pPr marL="457200" indent="-228600" algn="l">
              <a:lnSpc>
                <a:spcPct val="100000"/>
              </a:lnSpc>
              <a:spcBef>
                <a:spcPts val="0"/>
              </a:spcBef>
              <a:spcAft>
                <a:spcPts val="0"/>
              </a:spcAft>
              <a:buSzPts val="2100"/>
              <a:buNone/>
              <a:defRPr sz="2100"/>
            </a:lvl1pPr>
          </a:lstStyle>
          <a:p>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02 SectionTitle_orange 1">
  <p:cSld name="BLANK_1_2_5">
    <p:bg>
      <p:bgPr>
        <a:noFill/>
        <a:effectLst/>
      </p:bgPr>
    </p:bg>
    <p:spTree>
      <p:nvGrpSpPr>
        <p:cNvPr id="1" name=""/>
        <p:cNvGrpSpPr/>
        <p:nvPr/>
      </p:nvGrpSpPr>
      <p:grpSpPr>
        <a:xfrm>
          <a:off x="0" y="0"/>
          <a:ext cx="0" cy="0"/>
          <a:chOff x="0" y="0"/>
          <a:chExt cx="0" cy="0"/>
        </a:xfrm>
      </p:grpSpPr>
      <p:sp>
        <p:nvSpPr>
          <p:cNvPr id="584" name="Google Shape;584;p108">
            <a:extLst>
              <a:ext uri="{FF2B5EF4-FFF2-40B4-BE49-F238E27FC236}">
                <a16:creationId xmlns:a16="http://schemas.microsoft.com/office/drawing/2014/main" id="{923CA54A-8CD5-4B87-B63F-4D892CE0A889}"/>
              </a:ext>
            </a:extLst>
          </p:cNvPr>
          <p:cNvSpPr>
            <a:spLocks noGrp="1"/>
          </p:cNvSpPr>
          <p:nvPr/>
        </p:nvSpPr>
        <p:spPr>
          <a:xfrm>
            <a:off x="0" y="0"/>
            <a:ext cx="9144000" cy="5143500"/>
          </a:xfrm>
          <a:prstGeom prst="rect">
            <a:avLst/>
          </a:prstGeom>
          <a:gradFill>
            <a:gsLst>
              <a:gs pos="0">
                <a:schemeClr val="accent2"/>
              </a:gs>
              <a:gs pos="100000">
                <a:schemeClr val="accent4"/>
              </a:gs>
            </a:gsLst>
            <a:lin ang="2698631"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585" name="Google Shape;585;p108">
            <a:extLst>
              <a:ext uri="{FF2B5EF4-FFF2-40B4-BE49-F238E27FC236}">
                <a16:creationId xmlns:a16="http://schemas.microsoft.com/office/drawing/2014/main" id="{69365AC6-8A0D-415A-8D66-446B2C258565}"/>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ctr">
            <a:noAutofit/>
          </a:bodyPr>
          <a:lstStyle>
            <a:lvl1pPr marR="0" algn="ctr">
              <a:lnSpc>
                <a:spcPct val="115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628" name="Google Shape;586;p108"/>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629" name="Google Shape;587;p108"/>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589" name="Google Shape;589;p108">
            <a:extLst>
              <a:ext uri="{FF2B5EF4-FFF2-40B4-BE49-F238E27FC236}">
                <a16:creationId xmlns:a16="http://schemas.microsoft.com/office/drawing/2014/main" id="{35E32B0E-CCAD-4A36-80D1-0819A24DB935}"/>
              </a:ext>
            </a:extLst>
          </p:cNvPr>
          <p:cNvSpPr>
            <a:spLocks noGrp="1"/>
          </p:cNvSpPr>
          <p:nvPr/>
        </p:nvSpPr>
        <p:spPr>
          <a:xfrm>
            <a:off x="6602650" y="171600"/>
            <a:ext cx="1523700" cy="209400"/>
          </a:xfrm>
          <a:prstGeom prst="rect">
            <a:avLst/>
          </a:prstGeom>
          <a:noFill/>
          <a:ln>
            <a:noFill/>
          </a:ln>
        </p:spPr>
        <p:txBody>
          <a:bodyPr spcFirstLastPara="1" wrap="square" lIns="91425" tIns="91425" rIns="91425" bIns="91425" anchor="t">
            <a:noAutofit/>
          </a:bodyPr>
          <a:lstStyle/>
          <a:p>
            <a:pPr marL="0" marR="0" lvl="0" indent="0" algn="r">
              <a:lnSpc>
                <a:spcPct val="100000"/>
              </a:lnSpc>
              <a:spcBef>
                <a:spcPts val="0"/>
              </a:spcBef>
              <a:spcAft>
                <a:spcPts val="0"/>
              </a:spcAft>
              <a:buClr>
                <a:srgbClr val="000000"/>
              </a:buClr>
              <a:buSzPts val="600"/>
              <a:buFont typeface="Arial"/>
              <a:buNone/>
            </a:pPr>
            <a:r>
              <a:rPr sz="600" b="0" i="0" u="none" cap="none">
                <a:solidFill>
                  <a:schemeClr val="lt1"/>
                </a:solidFill>
                <a:latin typeface="Roboto"/>
                <a:ea typeface="Roboto"/>
                <a:cs typeface="Roboto"/>
              </a:rPr>
              <a:t>C O N F I D E N T I A L</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Slide">
  <p:cSld name="TITLE_AND_BODY">
    <p:spTree>
      <p:nvGrpSpPr>
        <p:cNvPr id="1" name=""/>
        <p:cNvGrpSpPr/>
        <p:nvPr/>
      </p:nvGrpSpPr>
      <p:grpSpPr>
        <a:xfrm>
          <a:off x="0" y="0"/>
          <a:ext cx="0" cy="0"/>
          <a:chOff x="0" y="0"/>
          <a:chExt cx="0" cy="0"/>
        </a:xfrm>
      </p:grpSpPr>
      <p:sp>
        <p:nvSpPr>
          <p:cNvPr id="600" name="Google Shape;600;p111">
            <a:extLst>
              <a:ext uri="{FF2B5EF4-FFF2-40B4-BE49-F238E27FC236}">
                <a16:creationId xmlns:a16="http://schemas.microsoft.com/office/drawing/2014/main" id="{89D98B28-103C-4227-AD94-8B6801DE9638}"/>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01" name="Google Shape;601;p111">
            <a:extLst>
              <a:ext uri="{FF2B5EF4-FFF2-40B4-BE49-F238E27FC236}">
                <a16:creationId xmlns:a16="http://schemas.microsoft.com/office/drawing/2014/main" id="{F11490EC-35EE-4373-98F7-08BDD5ED9ED1}"/>
              </a:ext>
            </a:extLst>
          </p:cNvPr>
          <p:cNvSpPr>
            <a:spLocks noGrp="1"/>
          </p:cNvSpPr>
          <p:nvPr>
            <p:ph type="subTitle" idx="1"/>
          </p:nvPr>
        </p:nvSpPr>
        <p:spPr>
          <a:xfrm>
            <a:off x="457110" y="1203390"/>
            <a:ext cx="8229300" cy="29832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
        <p:cNvGrpSpPr/>
        <p:nvPr/>
      </p:nvGrpSpPr>
      <p:grpSpPr>
        <a:xfrm>
          <a:off x="0" y="0"/>
          <a:ext cx="0" cy="0"/>
          <a:chOff x="0" y="0"/>
          <a:chExt cx="0" cy="0"/>
        </a:xfrm>
      </p:grpSpPr>
      <p:sp>
        <p:nvSpPr>
          <p:cNvPr id="603" name="Google Shape;603;p112">
            <a:extLst>
              <a:ext uri="{FF2B5EF4-FFF2-40B4-BE49-F238E27FC236}">
                <a16:creationId xmlns:a16="http://schemas.microsoft.com/office/drawing/2014/main" id="{5855D03E-EBBA-40BD-A786-DEB28E322F37}"/>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04" name="Google Shape;604;p112">
            <a:extLst>
              <a:ext uri="{FF2B5EF4-FFF2-40B4-BE49-F238E27FC236}">
                <a16:creationId xmlns:a16="http://schemas.microsoft.com/office/drawing/2014/main" id="{C15813BB-FA88-40C1-90D3-A72F8396F333}"/>
              </a:ext>
            </a:extLst>
          </p:cNvPr>
          <p:cNvSpPr>
            <a:spLocks noGrp="1"/>
          </p:cNvSpPr>
          <p:nvPr>
            <p:ph type="body" idx="1"/>
          </p:nvPr>
        </p:nvSpPr>
        <p:spPr>
          <a:xfrm>
            <a:off x="457110" y="1203390"/>
            <a:ext cx="8229300" cy="29832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
        <p:cNvGrpSpPr/>
        <p:nvPr/>
      </p:nvGrpSpPr>
      <p:grpSpPr>
        <a:xfrm>
          <a:off x="0" y="0"/>
          <a:ext cx="0" cy="0"/>
          <a:chOff x="0" y="0"/>
          <a:chExt cx="0" cy="0"/>
        </a:xfrm>
      </p:grpSpPr>
      <p:sp>
        <p:nvSpPr>
          <p:cNvPr id="606" name="Google Shape;606;p113">
            <a:extLst>
              <a:ext uri="{FF2B5EF4-FFF2-40B4-BE49-F238E27FC236}">
                <a16:creationId xmlns:a16="http://schemas.microsoft.com/office/drawing/2014/main" id="{1C69843A-CA6F-46A2-AA3A-4210C0690AEE}"/>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07" name="Google Shape;607;p113">
            <a:extLst>
              <a:ext uri="{FF2B5EF4-FFF2-40B4-BE49-F238E27FC236}">
                <a16:creationId xmlns:a16="http://schemas.microsoft.com/office/drawing/2014/main" id="{474A3028-A770-4949-8994-74F986FF7285}"/>
              </a:ext>
            </a:extLst>
          </p:cNvPr>
          <p:cNvSpPr>
            <a:spLocks noGrp="1"/>
          </p:cNvSpPr>
          <p:nvPr>
            <p:ph type="body" idx="1"/>
          </p:nvPr>
        </p:nvSpPr>
        <p:spPr>
          <a:xfrm>
            <a:off x="457110" y="1203390"/>
            <a:ext cx="4015800" cy="29832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08" name="Google Shape;608;p113">
            <a:extLst>
              <a:ext uri="{FF2B5EF4-FFF2-40B4-BE49-F238E27FC236}">
                <a16:creationId xmlns:a16="http://schemas.microsoft.com/office/drawing/2014/main" id="{67C99A22-749A-4F61-A404-E5B15488CB32}"/>
              </a:ext>
            </a:extLst>
          </p:cNvPr>
          <p:cNvSpPr>
            <a:spLocks noGrp="1"/>
          </p:cNvSpPr>
          <p:nvPr>
            <p:ph type="body" idx="2"/>
          </p:nvPr>
        </p:nvSpPr>
        <p:spPr>
          <a:xfrm>
            <a:off x="4673970" y="1203390"/>
            <a:ext cx="4015800" cy="29832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610" name="Google Shape;610;p114">
            <a:extLst>
              <a:ext uri="{FF2B5EF4-FFF2-40B4-BE49-F238E27FC236}">
                <a16:creationId xmlns:a16="http://schemas.microsoft.com/office/drawing/2014/main" id="{3E605499-6878-4540-A0DB-17D6EFC4CA7E}"/>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Centered Text">
  <p:cSld name="OBJECT_ONLY">
    <p:spTree>
      <p:nvGrpSpPr>
        <p:cNvPr id="1" name=""/>
        <p:cNvGrpSpPr/>
        <p:nvPr/>
      </p:nvGrpSpPr>
      <p:grpSpPr>
        <a:xfrm>
          <a:off x="0" y="0"/>
          <a:ext cx="0" cy="0"/>
          <a:chOff x="0" y="0"/>
          <a:chExt cx="0" cy="0"/>
        </a:xfrm>
      </p:grpSpPr>
      <p:sp>
        <p:nvSpPr>
          <p:cNvPr id="612" name="Google Shape;612;p115">
            <a:extLst>
              <a:ext uri="{FF2B5EF4-FFF2-40B4-BE49-F238E27FC236}">
                <a16:creationId xmlns:a16="http://schemas.microsoft.com/office/drawing/2014/main" id="{76D04EA9-5621-425F-9F08-59C8A82EDF5D}"/>
              </a:ext>
            </a:extLst>
          </p:cNvPr>
          <p:cNvSpPr>
            <a:spLocks noGrp="1"/>
          </p:cNvSpPr>
          <p:nvPr>
            <p:ph type="subTitle" idx="1"/>
          </p:nvPr>
        </p:nvSpPr>
        <p:spPr>
          <a:xfrm>
            <a:off x="348840" y="5053860"/>
            <a:ext cx="8446200" cy="102870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2 Content and Content">
  <p:cSld name="TWO_OBJECTS_AND_OBJECT">
    <p:spTree>
      <p:nvGrpSpPr>
        <p:cNvPr id="1" name=""/>
        <p:cNvGrpSpPr/>
        <p:nvPr/>
      </p:nvGrpSpPr>
      <p:grpSpPr>
        <a:xfrm>
          <a:off x="0" y="0"/>
          <a:ext cx="0" cy="0"/>
          <a:chOff x="0" y="0"/>
          <a:chExt cx="0" cy="0"/>
        </a:xfrm>
      </p:grpSpPr>
      <p:sp>
        <p:nvSpPr>
          <p:cNvPr id="614" name="Google Shape;614;p116">
            <a:extLst>
              <a:ext uri="{FF2B5EF4-FFF2-40B4-BE49-F238E27FC236}">
                <a16:creationId xmlns:a16="http://schemas.microsoft.com/office/drawing/2014/main" id="{E8EEF3C3-66C9-482F-A1C6-DE135C2AC6B5}"/>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15" name="Google Shape;615;p116">
            <a:extLst>
              <a:ext uri="{FF2B5EF4-FFF2-40B4-BE49-F238E27FC236}">
                <a16:creationId xmlns:a16="http://schemas.microsoft.com/office/drawing/2014/main" id="{479785F0-130B-4298-9F4F-74C0E6E672CD}"/>
              </a:ext>
            </a:extLst>
          </p:cNvPr>
          <p:cNvSpPr>
            <a:spLocks noGrp="1"/>
          </p:cNvSpPr>
          <p:nvPr>
            <p:ph type="body" idx="1"/>
          </p:nvPr>
        </p:nvSpPr>
        <p:spPr>
          <a:xfrm>
            <a:off x="457110" y="120339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16" name="Google Shape;616;p116">
            <a:extLst>
              <a:ext uri="{FF2B5EF4-FFF2-40B4-BE49-F238E27FC236}">
                <a16:creationId xmlns:a16="http://schemas.microsoft.com/office/drawing/2014/main" id="{5DA8A23B-2ED2-47F0-BD73-8D43C23D2025}"/>
              </a:ext>
            </a:extLst>
          </p:cNvPr>
          <p:cNvSpPr>
            <a:spLocks noGrp="1"/>
          </p:cNvSpPr>
          <p:nvPr>
            <p:ph type="body" idx="2"/>
          </p:nvPr>
        </p:nvSpPr>
        <p:spPr>
          <a:xfrm>
            <a:off x="4673970" y="1203390"/>
            <a:ext cx="4015800" cy="29832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17" name="Google Shape;617;p116">
            <a:extLst>
              <a:ext uri="{FF2B5EF4-FFF2-40B4-BE49-F238E27FC236}">
                <a16:creationId xmlns:a16="http://schemas.microsoft.com/office/drawing/2014/main" id="{036E670A-E61B-49BA-97F2-453E49A69143}"/>
              </a:ext>
            </a:extLst>
          </p:cNvPr>
          <p:cNvSpPr>
            <a:spLocks noGrp="1"/>
          </p:cNvSpPr>
          <p:nvPr>
            <p:ph type="body" idx="3"/>
          </p:nvPr>
        </p:nvSpPr>
        <p:spPr>
          <a:xfrm>
            <a:off x="457110" y="276156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tle Content and 2 Content">
  <p:cSld name="OBJECT_AND_TWO_OBJECTS">
    <p:spTree>
      <p:nvGrpSpPr>
        <p:cNvPr id="1" name=""/>
        <p:cNvGrpSpPr/>
        <p:nvPr/>
      </p:nvGrpSpPr>
      <p:grpSpPr>
        <a:xfrm>
          <a:off x="0" y="0"/>
          <a:ext cx="0" cy="0"/>
          <a:chOff x="0" y="0"/>
          <a:chExt cx="0" cy="0"/>
        </a:xfrm>
      </p:grpSpPr>
      <p:sp>
        <p:nvSpPr>
          <p:cNvPr id="619" name="Google Shape;619;p117">
            <a:extLst>
              <a:ext uri="{FF2B5EF4-FFF2-40B4-BE49-F238E27FC236}">
                <a16:creationId xmlns:a16="http://schemas.microsoft.com/office/drawing/2014/main" id="{A37D4091-A139-4068-B5E4-2A503910A2B5}"/>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20" name="Google Shape;620;p117">
            <a:extLst>
              <a:ext uri="{FF2B5EF4-FFF2-40B4-BE49-F238E27FC236}">
                <a16:creationId xmlns:a16="http://schemas.microsoft.com/office/drawing/2014/main" id="{0D91663A-9CA2-4D8A-9487-4D83C11419F3}"/>
              </a:ext>
            </a:extLst>
          </p:cNvPr>
          <p:cNvSpPr>
            <a:spLocks noGrp="1"/>
          </p:cNvSpPr>
          <p:nvPr>
            <p:ph type="body" idx="1"/>
          </p:nvPr>
        </p:nvSpPr>
        <p:spPr>
          <a:xfrm>
            <a:off x="457110" y="1203390"/>
            <a:ext cx="4015800" cy="29832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21" name="Google Shape;621;p117">
            <a:extLst>
              <a:ext uri="{FF2B5EF4-FFF2-40B4-BE49-F238E27FC236}">
                <a16:creationId xmlns:a16="http://schemas.microsoft.com/office/drawing/2014/main" id="{BA03C352-8D28-4135-850F-587D5C3DC613}"/>
              </a:ext>
            </a:extLst>
          </p:cNvPr>
          <p:cNvSpPr>
            <a:spLocks noGrp="1"/>
          </p:cNvSpPr>
          <p:nvPr>
            <p:ph type="body" idx="2"/>
          </p:nvPr>
        </p:nvSpPr>
        <p:spPr>
          <a:xfrm>
            <a:off x="4673970" y="120339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22" name="Google Shape;622;p117">
            <a:extLst>
              <a:ext uri="{FF2B5EF4-FFF2-40B4-BE49-F238E27FC236}">
                <a16:creationId xmlns:a16="http://schemas.microsoft.com/office/drawing/2014/main" id="{ABB2DBE8-EA53-4BC8-86B0-C8BADDE3C99D}"/>
              </a:ext>
            </a:extLst>
          </p:cNvPr>
          <p:cNvSpPr>
            <a:spLocks noGrp="1"/>
          </p:cNvSpPr>
          <p:nvPr>
            <p:ph type="body" idx="3"/>
          </p:nvPr>
        </p:nvSpPr>
        <p:spPr>
          <a:xfrm>
            <a:off x="4673970" y="276156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tle, 2 Content over Content">
  <p:cSld name="TWO_OBJECTS_OVER_TEXT">
    <p:spTree>
      <p:nvGrpSpPr>
        <p:cNvPr id="1" name=""/>
        <p:cNvGrpSpPr/>
        <p:nvPr/>
      </p:nvGrpSpPr>
      <p:grpSpPr>
        <a:xfrm>
          <a:off x="0" y="0"/>
          <a:ext cx="0" cy="0"/>
          <a:chOff x="0" y="0"/>
          <a:chExt cx="0" cy="0"/>
        </a:xfrm>
      </p:grpSpPr>
      <p:sp>
        <p:nvSpPr>
          <p:cNvPr id="624" name="Google Shape;624;p118">
            <a:extLst>
              <a:ext uri="{FF2B5EF4-FFF2-40B4-BE49-F238E27FC236}">
                <a16:creationId xmlns:a16="http://schemas.microsoft.com/office/drawing/2014/main" id="{724B881D-638D-4B90-A375-CE5504B30DFA}"/>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25" name="Google Shape;625;p118">
            <a:extLst>
              <a:ext uri="{FF2B5EF4-FFF2-40B4-BE49-F238E27FC236}">
                <a16:creationId xmlns:a16="http://schemas.microsoft.com/office/drawing/2014/main" id="{ACBCD770-362A-49C0-AE82-80DE5AC30A1C}"/>
              </a:ext>
            </a:extLst>
          </p:cNvPr>
          <p:cNvSpPr>
            <a:spLocks noGrp="1"/>
          </p:cNvSpPr>
          <p:nvPr>
            <p:ph type="body" idx="1"/>
          </p:nvPr>
        </p:nvSpPr>
        <p:spPr>
          <a:xfrm>
            <a:off x="457110" y="120339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26" name="Google Shape;626;p118">
            <a:extLst>
              <a:ext uri="{FF2B5EF4-FFF2-40B4-BE49-F238E27FC236}">
                <a16:creationId xmlns:a16="http://schemas.microsoft.com/office/drawing/2014/main" id="{EB0B68E2-3747-40BC-8643-7B07C13D752E}"/>
              </a:ext>
            </a:extLst>
          </p:cNvPr>
          <p:cNvSpPr>
            <a:spLocks noGrp="1"/>
          </p:cNvSpPr>
          <p:nvPr>
            <p:ph type="body" idx="2"/>
          </p:nvPr>
        </p:nvSpPr>
        <p:spPr>
          <a:xfrm>
            <a:off x="4673970" y="120339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27" name="Google Shape;627;p118">
            <a:extLst>
              <a:ext uri="{FF2B5EF4-FFF2-40B4-BE49-F238E27FC236}">
                <a16:creationId xmlns:a16="http://schemas.microsoft.com/office/drawing/2014/main" id="{CF42C243-775C-41E1-9071-C9EDF173909D}"/>
              </a:ext>
            </a:extLst>
          </p:cNvPr>
          <p:cNvSpPr>
            <a:spLocks noGrp="1"/>
          </p:cNvSpPr>
          <p:nvPr>
            <p:ph type="body" idx="3"/>
          </p:nvPr>
        </p:nvSpPr>
        <p:spPr>
          <a:xfrm>
            <a:off x="457110" y="2761560"/>
            <a:ext cx="82293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Title, Content over Content">
  <p:cSld name="OBJECT_OVER_TEXT">
    <p:spTree>
      <p:nvGrpSpPr>
        <p:cNvPr id="1" name=""/>
        <p:cNvGrpSpPr/>
        <p:nvPr/>
      </p:nvGrpSpPr>
      <p:grpSpPr>
        <a:xfrm>
          <a:off x="0" y="0"/>
          <a:ext cx="0" cy="0"/>
          <a:chOff x="0" y="0"/>
          <a:chExt cx="0" cy="0"/>
        </a:xfrm>
      </p:grpSpPr>
      <p:sp>
        <p:nvSpPr>
          <p:cNvPr id="629" name="Google Shape;629;p119">
            <a:extLst>
              <a:ext uri="{FF2B5EF4-FFF2-40B4-BE49-F238E27FC236}">
                <a16:creationId xmlns:a16="http://schemas.microsoft.com/office/drawing/2014/main" id="{7367B5F6-C847-4B8A-91BA-849403972AC1}"/>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30" name="Google Shape;630;p119">
            <a:extLst>
              <a:ext uri="{FF2B5EF4-FFF2-40B4-BE49-F238E27FC236}">
                <a16:creationId xmlns:a16="http://schemas.microsoft.com/office/drawing/2014/main" id="{F08FAC21-7A54-4253-9725-3812D410EF11}"/>
              </a:ext>
            </a:extLst>
          </p:cNvPr>
          <p:cNvSpPr>
            <a:spLocks noGrp="1"/>
          </p:cNvSpPr>
          <p:nvPr>
            <p:ph type="body" idx="1"/>
          </p:nvPr>
        </p:nvSpPr>
        <p:spPr>
          <a:xfrm>
            <a:off x="457110" y="1203390"/>
            <a:ext cx="82293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31" name="Google Shape;631;p119">
            <a:extLst>
              <a:ext uri="{FF2B5EF4-FFF2-40B4-BE49-F238E27FC236}">
                <a16:creationId xmlns:a16="http://schemas.microsoft.com/office/drawing/2014/main" id="{5BEEB913-32BF-4C3D-AE6A-5DD230E442E7}"/>
              </a:ext>
            </a:extLst>
          </p:cNvPr>
          <p:cNvSpPr>
            <a:spLocks noGrp="1"/>
          </p:cNvSpPr>
          <p:nvPr>
            <p:ph type="body" idx="2"/>
          </p:nvPr>
        </p:nvSpPr>
        <p:spPr>
          <a:xfrm>
            <a:off x="457110" y="2761560"/>
            <a:ext cx="82293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Title, 4 Content">
  <p:cSld name="FOUR_OBJECTS">
    <p:spTree>
      <p:nvGrpSpPr>
        <p:cNvPr id="1" name=""/>
        <p:cNvGrpSpPr/>
        <p:nvPr/>
      </p:nvGrpSpPr>
      <p:grpSpPr>
        <a:xfrm>
          <a:off x="0" y="0"/>
          <a:ext cx="0" cy="0"/>
          <a:chOff x="0" y="0"/>
          <a:chExt cx="0" cy="0"/>
        </a:xfrm>
      </p:grpSpPr>
      <p:sp>
        <p:nvSpPr>
          <p:cNvPr id="633" name="Google Shape;633;p120">
            <a:extLst>
              <a:ext uri="{FF2B5EF4-FFF2-40B4-BE49-F238E27FC236}">
                <a16:creationId xmlns:a16="http://schemas.microsoft.com/office/drawing/2014/main" id="{99DB13EC-7CF8-4B42-82A9-31EE907A34CC}"/>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34" name="Google Shape;634;p120">
            <a:extLst>
              <a:ext uri="{FF2B5EF4-FFF2-40B4-BE49-F238E27FC236}">
                <a16:creationId xmlns:a16="http://schemas.microsoft.com/office/drawing/2014/main" id="{DAA2A19E-CDFA-4E2D-A209-3AC442641F21}"/>
              </a:ext>
            </a:extLst>
          </p:cNvPr>
          <p:cNvSpPr>
            <a:spLocks noGrp="1"/>
          </p:cNvSpPr>
          <p:nvPr>
            <p:ph type="body" idx="1"/>
          </p:nvPr>
        </p:nvSpPr>
        <p:spPr>
          <a:xfrm>
            <a:off x="457110" y="120339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35" name="Google Shape;635;p120">
            <a:extLst>
              <a:ext uri="{FF2B5EF4-FFF2-40B4-BE49-F238E27FC236}">
                <a16:creationId xmlns:a16="http://schemas.microsoft.com/office/drawing/2014/main" id="{EC2DE38E-4139-4B42-902F-94322AEACE84}"/>
              </a:ext>
            </a:extLst>
          </p:cNvPr>
          <p:cNvSpPr>
            <a:spLocks noGrp="1"/>
          </p:cNvSpPr>
          <p:nvPr>
            <p:ph type="body" idx="2"/>
          </p:nvPr>
        </p:nvSpPr>
        <p:spPr>
          <a:xfrm>
            <a:off x="4673970" y="120339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36" name="Google Shape;636;p120">
            <a:extLst>
              <a:ext uri="{FF2B5EF4-FFF2-40B4-BE49-F238E27FC236}">
                <a16:creationId xmlns:a16="http://schemas.microsoft.com/office/drawing/2014/main" id="{FC3B81EF-003F-4C43-AFE8-E743AFD6AC8B}"/>
              </a:ext>
            </a:extLst>
          </p:cNvPr>
          <p:cNvSpPr>
            <a:spLocks noGrp="1"/>
          </p:cNvSpPr>
          <p:nvPr>
            <p:ph type="body" idx="3"/>
          </p:nvPr>
        </p:nvSpPr>
        <p:spPr>
          <a:xfrm>
            <a:off x="457110" y="276156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37" name="Google Shape;637;p120">
            <a:extLst>
              <a:ext uri="{FF2B5EF4-FFF2-40B4-BE49-F238E27FC236}">
                <a16:creationId xmlns:a16="http://schemas.microsoft.com/office/drawing/2014/main" id="{5F7B246E-8800-403E-A708-79BC807E3C10}"/>
              </a:ext>
            </a:extLst>
          </p:cNvPr>
          <p:cNvSpPr>
            <a:spLocks noGrp="1"/>
          </p:cNvSpPr>
          <p:nvPr>
            <p:ph type="body" idx="4"/>
          </p:nvPr>
        </p:nvSpPr>
        <p:spPr>
          <a:xfrm>
            <a:off x="4673970" y="2761560"/>
            <a:ext cx="40158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
        <p:cNvGrpSpPr/>
        <p:nvPr/>
      </p:nvGrpSpPr>
      <p:grpSpPr>
        <a:xfrm>
          <a:off x="0" y="0"/>
          <a:ext cx="0" cy="0"/>
          <a:chOff x="0" y="0"/>
          <a:chExt cx="0" cy="0"/>
        </a:xfrm>
      </p:grpSpPr>
      <p:sp>
        <p:nvSpPr>
          <p:cNvPr id="639" name="Google Shape;639;p121">
            <a:extLst>
              <a:ext uri="{FF2B5EF4-FFF2-40B4-BE49-F238E27FC236}">
                <a16:creationId xmlns:a16="http://schemas.microsoft.com/office/drawing/2014/main" id="{55992391-7F86-4F67-B61C-DF35346C3955}"/>
              </a:ext>
            </a:extLst>
          </p:cNvPr>
          <p:cNvSpPr>
            <a:spLocks noGrp="1"/>
          </p:cNvSpPr>
          <p:nvPr>
            <p:ph type="title"/>
          </p:nvPr>
        </p:nvSpPr>
        <p:spPr>
          <a:xfrm>
            <a:off x="348840" y="685800"/>
            <a:ext cx="8446200" cy="4103700"/>
          </a:xfrm>
          <a:prstGeom prst="rect">
            <a:avLst/>
          </a:prstGeom>
          <a:noFill/>
          <a:ln>
            <a:noFill/>
          </a:ln>
        </p:spPr>
        <p:txBody>
          <a:bodyPr spcFirstLastPara="1" wrap="square" lIns="0" tIns="0" rIns="0" bIns="0" anchor="ctr">
            <a:noAutofit/>
          </a:bodyPr>
          <a:lstStyle>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a:endParaRPr/>
          </a:p>
        </p:txBody>
      </p:sp>
      <p:sp>
        <p:nvSpPr>
          <p:cNvPr id="640" name="Google Shape;640;p121">
            <a:extLst>
              <a:ext uri="{FF2B5EF4-FFF2-40B4-BE49-F238E27FC236}">
                <a16:creationId xmlns:a16="http://schemas.microsoft.com/office/drawing/2014/main" id="{8B2EFED1-ECF9-464A-B838-F9574798C275}"/>
              </a:ext>
            </a:extLst>
          </p:cNvPr>
          <p:cNvSpPr>
            <a:spLocks noGrp="1"/>
          </p:cNvSpPr>
          <p:nvPr>
            <p:ph type="body" idx="1"/>
          </p:nvPr>
        </p:nvSpPr>
        <p:spPr>
          <a:xfrm>
            <a:off x="457110" y="1203390"/>
            <a:ext cx="26499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41" name="Google Shape;641;p121">
            <a:extLst>
              <a:ext uri="{FF2B5EF4-FFF2-40B4-BE49-F238E27FC236}">
                <a16:creationId xmlns:a16="http://schemas.microsoft.com/office/drawing/2014/main" id="{01402B1E-48F3-42DF-B780-5E707E2AA23A}"/>
              </a:ext>
            </a:extLst>
          </p:cNvPr>
          <p:cNvSpPr>
            <a:spLocks noGrp="1"/>
          </p:cNvSpPr>
          <p:nvPr>
            <p:ph type="body" idx="2"/>
          </p:nvPr>
        </p:nvSpPr>
        <p:spPr>
          <a:xfrm>
            <a:off x="3239730" y="1203390"/>
            <a:ext cx="26499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42" name="Google Shape;642;p121">
            <a:extLst>
              <a:ext uri="{FF2B5EF4-FFF2-40B4-BE49-F238E27FC236}">
                <a16:creationId xmlns:a16="http://schemas.microsoft.com/office/drawing/2014/main" id="{CC83C5C7-B513-4FDD-BC76-4624B48A3CE7}"/>
              </a:ext>
            </a:extLst>
          </p:cNvPr>
          <p:cNvSpPr>
            <a:spLocks noGrp="1"/>
          </p:cNvSpPr>
          <p:nvPr>
            <p:ph type="body" idx="3"/>
          </p:nvPr>
        </p:nvSpPr>
        <p:spPr>
          <a:xfrm>
            <a:off x="6022350" y="1203390"/>
            <a:ext cx="26499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43" name="Google Shape;643;p121">
            <a:extLst>
              <a:ext uri="{FF2B5EF4-FFF2-40B4-BE49-F238E27FC236}">
                <a16:creationId xmlns:a16="http://schemas.microsoft.com/office/drawing/2014/main" id="{2245D7C7-BF17-4FBD-B2E0-40D3EC9F4203}"/>
              </a:ext>
            </a:extLst>
          </p:cNvPr>
          <p:cNvSpPr>
            <a:spLocks noGrp="1"/>
          </p:cNvSpPr>
          <p:nvPr>
            <p:ph type="body" idx="4"/>
          </p:nvPr>
        </p:nvSpPr>
        <p:spPr>
          <a:xfrm>
            <a:off x="457110" y="2761560"/>
            <a:ext cx="26499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44" name="Google Shape;644;p121">
            <a:extLst>
              <a:ext uri="{FF2B5EF4-FFF2-40B4-BE49-F238E27FC236}">
                <a16:creationId xmlns:a16="http://schemas.microsoft.com/office/drawing/2014/main" id="{DA206FD9-208D-411A-A843-1AACFC5C8BBB}"/>
              </a:ext>
            </a:extLst>
          </p:cNvPr>
          <p:cNvSpPr>
            <a:spLocks noGrp="1"/>
          </p:cNvSpPr>
          <p:nvPr>
            <p:ph type="body" idx="5"/>
          </p:nvPr>
        </p:nvSpPr>
        <p:spPr>
          <a:xfrm>
            <a:off x="3239730" y="2761560"/>
            <a:ext cx="26499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
        <p:nvSpPr>
          <p:cNvPr id="645" name="Google Shape;645;p121">
            <a:extLst>
              <a:ext uri="{FF2B5EF4-FFF2-40B4-BE49-F238E27FC236}">
                <a16:creationId xmlns:a16="http://schemas.microsoft.com/office/drawing/2014/main" id="{947E66C9-317F-42D6-A765-56AC9C31A378}"/>
              </a:ext>
            </a:extLst>
          </p:cNvPr>
          <p:cNvSpPr>
            <a:spLocks noGrp="1"/>
          </p:cNvSpPr>
          <p:nvPr>
            <p:ph type="body" idx="6"/>
          </p:nvPr>
        </p:nvSpPr>
        <p:spPr>
          <a:xfrm>
            <a:off x="6022350" y="2761560"/>
            <a:ext cx="2649900" cy="1422600"/>
          </a:xfrm>
          <a:prstGeom prst="rect">
            <a:avLst/>
          </a:prstGeom>
          <a:noFill/>
          <a:ln>
            <a:noFill/>
          </a:ln>
        </p:spPr>
        <p:txBody>
          <a:bodyPr spcFirstLastPara="1" wrap="square" lIns="0" tIns="0" rIns="0" bIns="0" anchor="t">
            <a:noAutofit/>
          </a:bodyPr>
          <a:lstStyle>
            <a:lvl1pPr marL="457200" indent="-228600" algn="l">
              <a:spcBef>
                <a:spcPts val="0"/>
              </a:spcBef>
              <a:spcAft>
                <a:spcPts val="0"/>
              </a:spcAft>
              <a:buSzPts val="1100"/>
              <a:buNone/>
              <a:defRPr/>
            </a:lvl1pPr>
            <a:lvl2pPr marL="914400" indent="-228600" algn="l">
              <a:spcBef>
                <a:spcPts val="0"/>
              </a:spcBef>
              <a:spcAft>
                <a:spcPts val="0"/>
              </a:spcAft>
              <a:buSzPts val="1100"/>
              <a:buNone/>
              <a:defRPr/>
            </a:lvl2pPr>
            <a:lvl3pPr marL="1371600" indent="-228600" algn="l">
              <a:spcBef>
                <a:spcPts val="0"/>
              </a:spcBef>
              <a:spcAft>
                <a:spcPts val="0"/>
              </a:spcAft>
              <a:buSzPts val="1100"/>
              <a:buNone/>
              <a:defRPr/>
            </a:lvl3pPr>
            <a:lvl4pPr marL="1828800" indent="-228600" algn="l">
              <a:spcBef>
                <a:spcPts val="0"/>
              </a:spcBef>
              <a:spcAft>
                <a:spcPts val="0"/>
              </a:spcAft>
              <a:buSzPts val="1100"/>
              <a:buNone/>
              <a:defRPr/>
            </a:lvl4pPr>
            <a:lvl5pPr marL="2286000" indent="-228600" algn="l">
              <a:spcBef>
                <a:spcPts val="0"/>
              </a:spcBef>
              <a:spcAft>
                <a:spcPts val="0"/>
              </a:spcAft>
              <a:buSzPts val="1100"/>
              <a:buNone/>
              <a:defRPr/>
            </a:lvl5pPr>
            <a:lvl6pPr marL="2743200" indent="-228600" algn="l">
              <a:spcBef>
                <a:spcPts val="0"/>
              </a:spcBef>
              <a:spcAft>
                <a:spcPts val="0"/>
              </a:spcAft>
              <a:buSzPts val="1100"/>
              <a:buNone/>
              <a:defRPr/>
            </a:lvl6pPr>
            <a:lvl7pPr marL="3200400" indent="-228600" algn="l">
              <a:spcBef>
                <a:spcPts val="0"/>
              </a:spcBef>
              <a:spcAft>
                <a:spcPts val="0"/>
              </a:spcAft>
              <a:buSzPts val="1100"/>
              <a:buNone/>
              <a:defRPr/>
            </a:lvl7pPr>
            <a:lvl8pPr marL="3657600" indent="-228600" algn="l">
              <a:spcBef>
                <a:spcPts val="0"/>
              </a:spcBef>
              <a:spcAft>
                <a:spcPts val="0"/>
              </a:spcAft>
              <a:buSzPts val="1100"/>
              <a:buNone/>
              <a:defRPr/>
            </a:lvl8pPr>
            <a:lvl9pPr marL="4114800" indent="-228600" algn="l">
              <a:spcBef>
                <a:spcPts val="0"/>
              </a:spcBef>
              <a:spcAft>
                <a:spcPts val="0"/>
              </a:spcAft>
              <a:buSzPts val="1100"/>
              <a:buNone/>
              <a:defRPr/>
            </a:lvl9pPr>
          </a:lstStyle>
          <a:p>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Only_white" type="titleOnly">
  <p:cSld name="TITLE_ONLY">
    <p:spTree>
      <p:nvGrpSpPr>
        <p:cNvPr id="1" name=""/>
        <p:cNvGrpSpPr/>
        <p:nvPr/>
      </p:nvGrpSpPr>
      <p:grpSpPr>
        <a:xfrm>
          <a:off x="0" y="0"/>
          <a:ext cx="0" cy="0"/>
          <a:chOff x="0" y="0"/>
          <a:chExt cx="0" cy="0"/>
        </a:xfrm>
      </p:grpSpPr>
      <p:sp>
        <p:nvSpPr>
          <p:cNvPr id="652" name="Google Shape;652;p123">
            <a:extLst>
              <a:ext uri="{FF2B5EF4-FFF2-40B4-BE49-F238E27FC236}">
                <a16:creationId xmlns:a16="http://schemas.microsoft.com/office/drawing/2014/main" id="{5A97BF39-2CE3-4C4C-BBB2-371C06464A71}"/>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1800"/>
              <a:buNone/>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and Content_3_column">
  <p:cSld name="Title and Content_3_column">
    <p:spTree>
      <p:nvGrpSpPr>
        <p:cNvPr id="1" name=""/>
        <p:cNvGrpSpPr/>
        <p:nvPr/>
      </p:nvGrpSpPr>
      <p:grpSpPr>
        <a:xfrm>
          <a:off x="0" y="0"/>
          <a:ext cx="0" cy="0"/>
          <a:chOff x="0" y="0"/>
          <a:chExt cx="0" cy="0"/>
        </a:xfrm>
      </p:grpSpPr>
      <p:sp>
        <p:nvSpPr>
          <p:cNvPr id="655" name="Google Shape;655;p124">
            <a:extLst>
              <a:ext uri="{FF2B5EF4-FFF2-40B4-BE49-F238E27FC236}">
                <a16:creationId xmlns:a16="http://schemas.microsoft.com/office/drawing/2014/main" id="{87BBD22F-31D0-49B1-81C2-C2B0791FD4C0}"/>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57" name="Google Shape;657;p124">
            <a:extLst>
              <a:ext uri="{FF2B5EF4-FFF2-40B4-BE49-F238E27FC236}">
                <a16:creationId xmlns:a16="http://schemas.microsoft.com/office/drawing/2014/main" id="{81653386-53D0-4E8A-B377-F955FDC016EF}"/>
              </a:ext>
            </a:extLst>
          </p:cNvPr>
          <p:cNvSpPr>
            <a:spLocks noGrp="1"/>
          </p:cNvSpPr>
          <p:nvPr>
            <p:ph type="body" idx="1"/>
          </p:nvPr>
        </p:nvSpPr>
        <p:spPr>
          <a:xfrm>
            <a:off x="342902"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658" name="Google Shape;658;p124">
            <a:extLst>
              <a:ext uri="{FF2B5EF4-FFF2-40B4-BE49-F238E27FC236}">
                <a16:creationId xmlns:a16="http://schemas.microsoft.com/office/drawing/2014/main" id="{F867EAEE-BC50-42BB-87F1-6CA8B49A38B2}"/>
              </a:ext>
            </a:extLst>
          </p:cNvPr>
          <p:cNvSpPr>
            <a:spLocks noGrp="1"/>
          </p:cNvSpPr>
          <p:nvPr>
            <p:ph type="body" idx="2"/>
          </p:nvPr>
        </p:nvSpPr>
        <p:spPr>
          <a:xfrm>
            <a:off x="3307261"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659" name="Google Shape;659;p124">
            <a:extLst>
              <a:ext uri="{FF2B5EF4-FFF2-40B4-BE49-F238E27FC236}">
                <a16:creationId xmlns:a16="http://schemas.microsoft.com/office/drawing/2014/main" id="{2D0592FB-2646-4633-B5BE-296EC730935F}"/>
              </a:ext>
            </a:extLst>
          </p:cNvPr>
          <p:cNvSpPr>
            <a:spLocks noGrp="1"/>
          </p:cNvSpPr>
          <p:nvPr>
            <p:ph type="body" idx="3"/>
          </p:nvPr>
        </p:nvSpPr>
        <p:spPr>
          <a:xfrm>
            <a:off x="6269141"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and Content_white" type="obj">
  <p:cSld name="OBJECT">
    <p:spTree>
      <p:nvGrpSpPr>
        <p:cNvPr id="1" name=""/>
        <p:cNvGrpSpPr/>
        <p:nvPr/>
      </p:nvGrpSpPr>
      <p:grpSpPr>
        <a:xfrm>
          <a:off x="0" y="0"/>
          <a:ext cx="0" cy="0"/>
          <a:chOff x="0" y="0"/>
          <a:chExt cx="0" cy="0"/>
        </a:xfrm>
      </p:grpSpPr>
      <p:sp>
        <p:nvSpPr>
          <p:cNvPr id="661" name="Google Shape;661;p125">
            <a:extLst>
              <a:ext uri="{FF2B5EF4-FFF2-40B4-BE49-F238E27FC236}">
                <a16:creationId xmlns:a16="http://schemas.microsoft.com/office/drawing/2014/main" id="{1239AEC5-475C-4716-8BB7-A4701FE1D6E9}"/>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62" name="Google Shape;662;p125">
            <a:extLst>
              <a:ext uri="{FF2B5EF4-FFF2-40B4-BE49-F238E27FC236}">
                <a16:creationId xmlns:a16="http://schemas.microsoft.com/office/drawing/2014/main" id="{108920F2-EF29-46A5-B230-DA857C66BBD4}"/>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and Content_Denim">
  <p:cSld name="Title and Content_Denim">
    <p:bg>
      <p:bgPr>
        <a:solidFill>
          <a:schemeClr val="dk2"/>
        </a:solidFill>
        <a:effectLst/>
      </p:bgPr>
    </p:bg>
    <p:spTree>
      <p:nvGrpSpPr>
        <p:cNvPr id="1" name=""/>
        <p:cNvGrpSpPr/>
        <p:nvPr/>
      </p:nvGrpSpPr>
      <p:grpSpPr>
        <a:xfrm>
          <a:off x="0" y="0"/>
          <a:ext cx="0" cy="0"/>
          <a:chOff x="0" y="0"/>
          <a:chExt cx="0" cy="0"/>
        </a:xfrm>
      </p:grpSpPr>
      <p:sp>
        <p:nvSpPr>
          <p:cNvPr id="665" name="Google Shape;665;p126">
            <a:extLst>
              <a:ext uri="{FF2B5EF4-FFF2-40B4-BE49-F238E27FC236}">
                <a16:creationId xmlns:a16="http://schemas.microsoft.com/office/drawing/2014/main" id="{988FB713-6487-43ED-B51B-7EC630916DFD}"/>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67" name="Google Shape;667;p126">
            <a:extLst>
              <a:ext uri="{FF2B5EF4-FFF2-40B4-BE49-F238E27FC236}">
                <a16:creationId xmlns:a16="http://schemas.microsoft.com/office/drawing/2014/main" id="{19BB0891-FC5B-4317-8856-E4CD02AA1910}"/>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lt1"/>
              </a:buClr>
              <a:buSzPts val="1400"/>
              <a:buChar char="•"/>
              <a:defRPr>
                <a:solidFill>
                  <a:schemeClr val="lt1"/>
                </a:solidFill>
              </a:defRPr>
            </a:lvl1pPr>
            <a:lvl2pPr marL="914400" indent="-317500" algn="l">
              <a:lnSpc>
                <a:spcPct val="100000"/>
              </a:lnSpc>
              <a:spcBef>
                <a:spcPts val="375"/>
              </a:spcBef>
              <a:spcAft>
                <a:spcPts val="0"/>
              </a:spcAft>
              <a:buClr>
                <a:schemeClr val="lt1"/>
              </a:buClr>
              <a:buSzPts val="1400"/>
              <a:buChar char="•"/>
              <a:defRPr>
                <a:solidFill>
                  <a:schemeClr val="lt1"/>
                </a:solidFill>
              </a:defRPr>
            </a:lvl2pPr>
            <a:lvl3pPr marL="1371600" indent="-317500" algn="l">
              <a:lnSpc>
                <a:spcPct val="100000"/>
              </a:lnSpc>
              <a:spcBef>
                <a:spcPts val="375"/>
              </a:spcBef>
              <a:spcAft>
                <a:spcPts val="0"/>
              </a:spcAft>
              <a:buClr>
                <a:schemeClr val="lt1"/>
              </a:buClr>
              <a:buSzPts val="1400"/>
              <a:buChar char="•"/>
              <a:defRPr>
                <a:solidFill>
                  <a:schemeClr val="lt1"/>
                </a:solidFill>
              </a:defRPr>
            </a:lvl3pPr>
            <a:lvl4pPr marL="1828800" indent="-317500" algn="l">
              <a:lnSpc>
                <a:spcPct val="100000"/>
              </a:lnSpc>
              <a:spcBef>
                <a:spcPts val="375"/>
              </a:spcBef>
              <a:spcAft>
                <a:spcPts val="0"/>
              </a:spcAft>
              <a:buClr>
                <a:schemeClr val="lt1"/>
              </a:buClr>
              <a:buSzPts val="1400"/>
              <a:buChar char="•"/>
              <a:defRPr>
                <a:solidFill>
                  <a:schemeClr val="lt1"/>
                </a:solidFill>
              </a:defRPr>
            </a:lvl4pPr>
            <a:lvl5pPr marL="2286000" indent="-317500" algn="l">
              <a:lnSpc>
                <a:spcPct val="100000"/>
              </a:lnSpc>
              <a:spcBef>
                <a:spcPts val="375"/>
              </a:spcBef>
              <a:spcAft>
                <a:spcPts val="0"/>
              </a:spcAft>
              <a:buClr>
                <a:schemeClr val="lt1"/>
              </a:buClr>
              <a:buSzPts val="1400"/>
              <a:buChar char="•"/>
              <a:defRPr>
                <a:solidFill>
                  <a:schemeClr val="lt1"/>
                </a:solidFill>
              </a:defRPr>
            </a:lvl5pPr>
            <a:lvl6pPr marL="2743200" indent="-317500" algn="l">
              <a:lnSpc>
                <a:spcPct val="100000"/>
              </a:lnSpc>
              <a:spcBef>
                <a:spcPts val="375"/>
              </a:spcBef>
              <a:spcAft>
                <a:spcPts val="0"/>
              </a:spcAft>
              <a:buClr>
                <a:schemeClr val="lt1"/>
              </a:buClr>
              <a:buSzPts val="1400"/>
              <a:buChar char="•"/>
              <a:defRPr>
                <a:solidFill>
                  <a:schemeClr val="lt1"/>
                </a:solidFill>
              </a:defRPr>
            </a:lvl6pPr>
            <a:lvl7pPr marL="3200400" indent="-317500" algn="l">
              <a:lnSpc>
                <a:spcPct val="100000"/>
              </a:lnSpc>
              <a:spcBef>
                <a:spcPts val="375"/>
              </a:spcBef>
              <a:spcAft>
                <a:spcPts val="0"/>
              </a:spcAft>
              <a:buClr>
                <a:schemeClr val="lt1"/>
              </a:buClr>
              <a:buSzPts val="1400"/>
              <a:buChar char="•"/>
              <a:defRPr>
                <a:solidFill>
                  <a:schemeClr val="lt1"/>
                </a:solidFill>
              </a:defRPr>
            </a:lvl7pPr>
            <a:lvl8pPr marL="3657600" indent="-317500" algn="l">
              <a:lnSpc>
                <a:spcPct val="100000"/>
              </a:lnSpc>
              <a:spcBef>
                <a:spcPts val="375"/>
              </a:spcBef>
              <a:spcAft>
                <a:spcPts val="0"/>
              </a:spcAft>
              <a:buClr>
                <a:schemeClr val="lt1"/>
              </a:buClr>
              <a:buSzPts val="1400"/>
              <a:buChar char="•"/>
              <a:defRPr>
                <a:solidFill>
                  <a:schemeClr val="lt1"/>
                </a:solidFill>
              </a:defRPr>
            </a:lvl8pPr>
            <a:lvl9pPr marL="4114800" indent="-317500" algn="l">
              <a:lnSpc>
                <a:spcPct val="100000"/>
              </a:lnSpc>
              <a:spcBef>
                <a:spcPts val="375"/>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itle and Content_Robbins Egg">
  <p:cSld name="Title and Content_Robbins Egg">
    <p:bg>
      <p:bgPr>
        <a:solidFill>
          <a:schemeClr val="accent4"/>
        </a:solidFill>
        <a:effectLst/>
      </p:bgPr>
    </p:bg>
    <p:spTree>
      <p:nvGrpSpPr>
        <p:cNvPr id="1" name=""/>
        <p:cNvGrpSpPr/>
        <p:nvPr/>
      </p:nvGrpSpPr>
      <p:grpSpPr>
        <a:xfrm>
          <a:off x="0" y="0"/>
          <a:ext cx="0" cy="0"/>
          <a:chOff x="0" y="0"/>
          <a:chExt cx="0" cy="0"/>
        </a:xfrm>
      </p:grpSpPr>
      <p:sp>
        <p:nvSpPr>
          <p:cNvPr id="670" name="Google Shape;670;p127">
            <a:extLst>
              <a:ext uri="{FF2B5EF4-FFF2-40B4-BE49-F238E27FC236}">
                <a16:creationId xmlns:a16="http://schemas.microsoft.com/office/drawing/2014/main" id="{DFDF8CA4-1BF4-4040-B8E8-C6598F1F1535}"/>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72" name="Google Shape;672;p127">
            <a:extLst>
              <a:ext uri="{FF2B5EF4-FFF2-40B4-BE49-F238E27FC236}">
                <a16:creationId xmlns:a16="http://schemas.microsoft.com/office/drawing/2014/main" id="{B903250B-1A5D-4177-8EEB-1151107E9D8D}"/>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solidFill>
                  <a:schemeClr val="dk1"/>
                </a:solidFill>
              </a:defRPr>
            </a:lvl1pPr>
            <a:lvl2pPr marL="914400" indent="-317500" algn="l">
              <a:lnSpc>
                <a:spcPct val="100000"/>
              </a:lnSpc>
              <a:spcBef>
                <a:spcPts val="375"/>
              </a:spcBef>
              <a:spcAft>
                <a:spcPts val="0"/>
              </a:spcAft>
              <a:buClr>
                <a:schemeClr val="dk1"/>
              </a:buClr>
              <a:buSzPts val="1400"/>
              <a:buChar char="•"/>
              <a:defRPr>
                <a:solidFill>
                  <a:schemeClr val="dk1"/>
                </a:solidFill>
              </a:defRPr>
            </a:lvl2pPr>
            <a:lvl3pPr marL="1371600" indent="-317500" algn="l">
              <a:lnSpc>
                <a:spcPct val="100000"/>
              </a:lnSpc>
              <a:spcBef>
                <a:spcPts val="375"/>
              </a:spcBef>
              <a:spcAft>
                <a:spcPts val="0"/>
              </a:spcAft>
              <a:buClr>
                <a:schemeClr val="dk1"/>
              </a:buClr>
              <a:buSzPts val="1400"/>
              <a:buChar char="•"/>
              <a:defRPr>
                <a:solidFill>
                  <a:schemeClr val="dk1"/>
                </a:solidFill>
              </a:defRPr>
            </a:lvl3pPr>
            <a:lvl4pPr marL="1828800" indent="-317500" algn="l">
              <a:lnSpc>
                <a:spcPct val="100000"/>
              </a:lnSpc>
              <a:spcBef>
                <a:spcPts val="375"/>
              </a:spcBef>
              <a:spcAft>
                <a:spcPts val="0"/>
              </a:spcAft>
              <a:buClr>
                <a:schemeClr val="dk1"/>
              </a:buClr>
              <a:buSzPts val="1400"/>
              <a:buChar char="•"/>
              <a:defRPr>
                <a:solidFill>
                  <a:schemeClr val="dk1"/>
                </a:solidFill>
              </a:defRPr>
            </a:lvl4pPr>
            <a:lvl5pPr marL="2286000" indent="-317500" algn="l">
              <a:lnSpc>
                <a:spcPct val="100000"/>
              </a:lnSpc>
              <a:spcBef>
                <a:spcPts val="375"/>
              </a:spcBef>
              <a:spcAft>
                <a:spcPts val="0"/>
              </a:spcAft>
              <a:buClr>
                <a:schemeClr val="dk1"/>
              </a:buClr>
              <a:buSzPts val="1400"/>
              <a:buChar char="•"/>
              <a:defRPr>
                <a:solidFill>
                  <a:schemeClr val="dk1"/>
                </a:solidFill>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and Content_Powder">
  <p:cSld name="Title and Content_Powder">
    <p:bg>
      <p:bgPr>
        <a:solidFill>
          <a:srgbClr val="D7EFF6"/>
        </a:solidFill>
        <a:effectLst/>
      </p:bgPr>
    </p:bg>
    <p:spTree>
      <p:nvGrpSpPr>
        <p:cNvPr id="1" name=""/>
        <p:cNvGrpSpPr/>
        <p:nvPr/>
      </p:nvGrpSpPr>
      <p:grpSpPr>
        <a:xfrm>
          <a:off x="0" y="0"/>
          <a:ext cx="0" cy="0"/>
          <a:chOff x="0" y="0"/>
          <a:chExt cx="0" cy="0"/>
        </a:xfrm>
      </p:grpSpPr>
      <p:sp>
        <p:nvSpPr>
          <p:cNvPr id="674" name="Google Shape;674;p128">
            <a:extLst>
              <a:ext uri="{FF2B5EF4-FFF2-40B4-BE49-F238E27FC236}">
                <a16:creationId xmlns:a16="http://schemas.microsoft.com/office/drawing/2014/main" id="{6ED83DDD-79D3-4447-9084-DF43844EF3C6}"/>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76" name="Google Shape;676;p128">
            <a:extLst>
              <a:ext uri="{FF2B5EF4-FFF2-40B4-BE49-F238E27FC236}">
                <a16:creationId xmlns:a16="http://schemas.microsoft.com/office/drawing/2014/main" id="{3FC4C502-5E8A-475F-811F-60D90A7613E5}"/>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solidFill>
                  <a:schemeClr val="dk1"/>
                </a:solidFill>
              </a:defRPr>
            </a:lvl1pPr>
            <a:lvl2pPr marL="914400" indent="-317500" algn="l">
              <a:lnSpc>
                <a:spcPct val="100000"/>
              </a:lnSpc>
              <a:spcBef>
                <a:spcPts val="375"/>
              </a:spcBef>
              <a:spcAft>
                <a:spcPts val="0"/>
              </a:spcAft>
              <a:buClr>
                <a:schemeClr val="dk1"/>
              </a:buClr>
              <a:buSzPts val="1400"/>
              <a:buChar char="•"/>
              <a:defRPr>
                <a:solidFill>
                  <a:schemeClr val="dk1"/>
                </a:solidFill>
              </a:defRPr>
            </a:lvl2pPr>
            <a:lvl3pPr marL="1371600" indent="-317500" algn="l">
              <a:lnSpc>
                <a:spcPct val="100000"/>
              </a:lnSpc>
              <a:spcBef>
                <a:spcPts val="375"/>
              </a:spcBef>
              <a:spcAft>
                <a:spcPts val="0"/>
              </a:spcAft>
              <a:buClr>
                <a:schemeClr val="dk1"/>
              </a:buClr>
              <a:buSzPts val="1400"/>
              <a:buChar char="•"/>
              <a:defRPr>
                <a:solidFill>
                  <a:schemeClr val="dk1"/>
                </a:solidFill>
              </a:defRPr>
            </a:lvl3pPr>
            <a:lvl4pPr marL="1828800" indent="-317500" algn="l">
              <a:lnSpc>
                <a:spcPct val="100000"/>
              </a:lnSpc>
              <a:spcBef>
                <a:spcPts val="375"/>
              </a:spcBef>
              <a:spcAft>
                <a:spcPts val="0"/>
              </a:spcAft>
              <a:buClr>
                <a:schemeClr val="dk1"/>
              </a:buClr>
              <a:buSzPts val="1400"/>
              <a:buChar char="•"/>
              <a:defRPr>
                <a:solidFill>
                  <a:schemeClr val="dk1"/>
                </a:solidFill>
              </a:defRPr>
            </a:lvl4pPr>
            <a:lvl5pPr marL="2286000" indent="-317500" algn="l">
              <a:lnSpc>
                <a:spcPct val="100000"/>
              </a:lnSpc>
              <a:spcBef>
                <a:spcPts val="375"/>
              </a:spcBef>
              <a:spcAft>
                <a:spcPts val="0"/>
              </a:spcAft>
              <a:buClr>
                <a:schemeClr val="dk1"/>
              </a:buClr>
              <a:buSzPts val="1400"/>
              <a:buChar char="•"/>
              <a:defRPr>
                <a:solidFill>
                  <a:schemeClr val="dk1"/>
                </a:solidFill>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itle and Content_50_50_Denim">
  <p:cSld name="Title and Content_50_50_Denim">
    <p:bg>
      <p:bgPr>
        <a:solidFill>
          <a:schemeClr val="lt1"/>
        </a:solidFill>
        <a:effectLst/>
      </p:bgPr>
    </p:bg>
    <p:spTree>
      <p:nvGrpSpPr>
        <p:cNvPr id="1" name=""/>
        <p:cNvGrpSpPr/>
        <p:nvPr/>
      </p:nvGrpSpPr>
      <p:grpSpPr>
        <a:xfrm>
          <a:off x="0" y="0"/>
          <a:ext cx="0" cy="0"/>
          <a:chOff x="0" y="0"/>
          <a:chExt cx="0" cy="0"/>
        </a:xfrm>
      </p:grpSpPr>
      <p:sp>
        <p:nvSpPr>
          <p:cNvPr id="679" name="Google Shape;679;p129">
            <a:extLst>
              <a:ext uri="{FF2B5EF4-FFF2-40B4-BE49-F238E27FC236}">
                <a16:creationId xmlns:a16="http://schemas.microsoft.com/office/drawing/2014/main" id="{82ED672D-C94D-4B99-BDA7-FD5D3AC938B9}"/>
              </a:ext>
            </a:extLst>
          </p:cNvPr>
          <p:cNvSpPr>
            <a:spLocks noGrp="1"/>
          </p:cNvSpPr>
          <p:nvPr/>
        </p:nvSpPr>
        <p:spPr>
          <a:xfrm>
            <a:off x="242850" y="210150"/>
            <a:ext cx="4329300" cy="4723200"/>
          </a:xfrm>
          <a:prstGeom prst="roundRect">
            <a:avLst>
              <a:gd name="adj" fmla="val 2277"/>
            </a:avLst>
          </a:prstGeom>
          <a:solidFill>
            <a:schemeClr val="dk2"/>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680" name="Google Shape;680;p129">
            <a:extLst>
              <a:ext uri="{FF2B5EF4-FFF2-40B4-BE49-F238E27FC236}">
                <a16:creationId xmlns:a16="http://schemas.microsoft.com/office/drawing/2014/main" id="{A8C87C3B-37C2-43B0-9176-9FEF2EF7C4DE}"/>
              </a:ext>
            </a:extLst>
          </p:cNvPr>
          <p:cNvSpPr>
            <a:spLocks noGrp="1"/>
          </p:cNvSpPr>
          <p:nvPr>
            <p:ph type="title"/>
          </p:nvPr>
        </p:nvSpPr>
        <p:spPr>
          <a:xfrm>
            <a:off x="768095" y="897923"/>
            <a:ext cx="3278700" cy="31305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lt1"/>
              </a:buClr>
              <a:buSzPts val="2400"/>
              <a:buFont typeface="Arial"/>
              <a:buNone/>
              <a:defRPr>
                <a:solidFill>
                  <a:schemeClr val="lt1"/>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81" name="Google Shape;681;p129">
            <a:extLst>
              <a:ext uri="{FF2B5EF4-FFF2-40B4-BE49-F238E27FC236}">
                <a16:creationId xmlns:a16="http://schemas.microsoft.com/office/drawing/2014/main" id="{3BFB8ACC-3FC0-4417-90F9-01FC61277EE2}"/>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682" name="Google Shape;682;p129">
            <a:extLst>
              <a:ext uri="{FF2B5EF4-FFF2-40B4-BE49-F238E27FC236}">
                <a16:creationId xmlns:a16="http://schemas.microsoft.com/office/drawing/2014/main" id="{051D81CF-127A-4866-A849-51969C21A287}"/>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Title and Content_50_50_Robins Egg">
  <p:cSld name="Title and Content_50_50_Robins Egg">
    <p:bg>
      <p:bgPr>
        <a:solidFill>
          <a:schemeClr val="lt1"/>
        </a:solidFill>
        <a:effectLst/>
      </p:bgPr>
    </p:bg>
    <p:spTree>
      <p:nvGrpSpPr>
        <p:cNvPr id="1" name=""/>
        <p:cNvGrpSpPr/>
        <p:nvPr/>
      </p:nvGrpSpPr>
      <p:grpSpPr>
        <a:xfrm>
          <a:off x="0" y="0"/>
          <a:ext cx="0" cy="0"/>
          <a:chOff x="0" y="0"/>
          <a:chExt cx="0" cy="0"/>
        </a:xfrm>
      </p:grpSpPr>
      <p:sp>
        <p:nvSpPr>
          <p:cNvPr id="685" name="Google Shape;685;p130">
            <a:extLst>
              <a:ext uri="{FF2B5EF4-FFF2-40B4-BE49-F238E27FC236}">
                <a16:creationId xmlns:a16="http://schemas.microsoft.com/office/drawing/2014/main" id="{340F10FD-8427-46ED-BDC8-4FBEB0344CEF}"/>
              </a:ext>
            </a:extLst>
          </p:cNvPr>
          <p:cNvSpPr>
            <a:spLocks noGrp="1"/>
          </p:cNvSpPr>
          <p:nvPr/>
        </p:nvSpPr>
        <p:spPr>
          <a:xfrm>
            <a:off x="242850" y="210150"/>
            <a:ext cx="4329300" cy="4723200"/>
          </a:xfrm>
          <a:prstGeom prst="roundRect">
            <a:avLst>
              <a:gd name="adj" fmla="val 2277"/>
            </a:avLst>
          </a:prstGeom>
          <a:solidFill>
            <a:schemeClr val="accent4"/>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686" name="Google Shape;686;p130">
            <a:extLst>
              <a:ext uri="{FF2B5EF4-FFF2-40B4-BE49-F238E27FC236}">
                <a16:creationId xmlns:a16="http://schemas.microsoft.com/office/drawing/2014/main" id="{3AADE88F-3E9A-4FA8-AED7-940D53306641}"/>
              </a:ext>
            </a:extLst>
          </p:cNvPr>
          <p:cNvSpPr>
            <a:spLocks noGrp="1"/>
          </p:cNvSpPr>
          <p:nvPr>
            <p:ph type="title"/>
          </p:nvPr>
        </p:nvSpPr>
        <p:spPr>
          <a:xfrm>
            <a:off x="768095" y="897924"/>
            <a:ext cx="3278700" cy="31716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87" name="Google Shape;687;p130">
            <a:extLst>
              <a:ext uri="{FF2B5EF4-FFF2-40B4-BE49-F238E27FC236}">
                <a16:creationId xmlns:a16="http://schemas.microsoft.com/office/drawing/2014/main" id="{7DCB28EE-C990-487C-88F7-1B4C1FA8A867}"/>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i="0"/>
            </a:lvl2pPr>
            <a:lvl3pPr marL="1371600" indent="-317500" algn="l">
              <a:lnSpc>
                <a:spcPct val="100000"/>
              </a:lnSpc>
              <a:spcBef>
                <a:spcPts val="375"/>
              </a:spcBef>
              <a:spcAft>
                <a:spcPts val="0"/>
              </a:spcAft>
              <a:buClr>
                <a:schemeClr val="dk1"/>
              </a:buClr>
              <a:buSzPts val="1400"/>
              <a:buChar char="•"/>
              <a:defRPr i="0"/>
            </a:lvl3pPr>
            <a:lvl4pPr marL="1828800" indent="-317500" algn="l">
              <a:lnSpc>
                <a:spcPct val="100000"/>
              </a:lnSpc>
              <a:spcBef>
                <a:spcPts val="375"/>
              </a:spcBef>
              <a:spcAft>
                <a:spcPts val="0"/>
              </a:spcAft>
              <a:buClr>
                <a:schemeClr val="dk1"/>
              </a:buClr>
              <a:buSzPts val="1400"/>
              <a:buChar char="•"/>
              <a:defRPr i="0"/>
            </a:lvl4pPr>
            <a:lvl5pPr marL="2286000" indent="-317500" algn="l">
              <a:lnSpc>
                <a:spcPct val="100000"/>
              </a:lnSpc>
              <a:spcBef>
                <a:spcPts val="375"/>
              </a:spcBef>
              <a:spcAft>
                <a:spcPts val="0"/>
              </a:spcAft>
              <a:buClr>
                <a:schemeClr val="dk1"/>
              </a:buClr>
              <a:buSzPts val="1400"/>
              <a:buChar char="•"/>
              <a:defRPr i="0"/>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688" name="Google Shape;688;p130">
            <a:extLst>
              <a:ext uri="{FF2B5EF4-FFF2-40B4-BE49-F238E27FC236}">
                <a16:creationId xmlns:a16="http://schemas.microsoft.com/office/drawing/2014/main" id="{C0195235-4F2C-4361-9524-CC5BB5AF71E5}"/>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Title and Content_50_50_Powder">
  <p:cSld name="Title and Content_50_50_Powder">
    <p:bg>
      <p:bgPr>
        <a:solidFill>
          <a:schemeClr val="lt1"/>
        </a:solidFill>
        <a:effectLst/>
      </p:bgPr>
    </p:bg>
    <p:spTree>
      <p:nvGrpSpPr>
        <p:cNvPr id="1" name=""/>
        <p:cNvGrpSpPr/>
        <p:nvPr/>
      </p:nvGrpSpPr>
      <p:grpSpPr>
        <a:xfrm>
          <a:off x="0" y="0"/>
          <a:ext cx="0" cy="0"/>
          <a:chOff x="0" y="0"/>
          <a:chExt cx="0" cy="0"/>
        </a:xfrm>
      </p:grpSpPr>
      <p:sp>
        <p:nvSpPr>
          <p:cNvPr id="691" name="Google Shape;691;p131">
            <a:extLst>
              <a:ext uri="{FF2B5EF4-FFF2-40B4-BE49-F238E27FC236}">
                <a16:creationId xmlns:a16="http://schemas.microsoft.com/office/drawing/2014/main" id="{BBFE7666-EF1F-4B8A-9DEC-16071FF97299}"/>
              </a:ext>
            </a:extLst>
          </p:cNvPr>
          <p:cNvSpPr>
            <a:spLocks noGrp="1"/>
          </p:cNvSpPr>
          <p:nvPr/>
        </p:nvSpPr>
        <p:spPr>
          <a:xfrm>
            <a:off x="242850" y="210150"/>
            <a:ext cx="4329300" cy="4723200"/>
          </a:xfrm>
          <a:prstGeom prst="roundRect">
            <a:avLst>
              <a:gd name="adj" fmla="val 2277"/>
            </a:avLst>
          </a:prstGeom>
          <a:solidFill>
            <a:srgbClr val="D7EFF6"/>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692" name="Google Shape;692;p131">
            <a:extLst>
              <a:ext uri="{FF2B5EF4-FFF2-40B4-BE49-F238E27FC236}">
                <a16:creationId xmlns:a16="http://schemas.microsoft.com/office/drawing/2014/main" id="{445C20EE-7481-4E23-B1F0-727F728948ED}"/>
              </a:ext>
            </a:extLst>
          </p:cNvPr>
          <p:cNvSpPr>
            <a:spLocks noGrp="1"/>
          </p:cNvSpPr>
          <p:nvPr>
            <p:ph type="title"/>
          </p:nvPr>
        </p:nvSpPr>
        <p:spPr>
          <a:xfrm>
            <a:off x="768095" y="897924"/>
            <a:ext cx="3278700" cy="31716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693" name="Google Shape;693;p131">
            <a:extLst>
              <a:ext uri="{FF2B5EF4-FFF2-40B4-BE49-F238E27FC236}">
                <a16:creationId xmlns:a16="http://schemas.microsoft.com/office/drawing/2014/main" id="{B7BC70C8-A499-4D4E-BA15-674779B00C4E}"/>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694" name="Google Shape;694;p131">
            <a:extLst>
              <a:ext uri="{FF2B5EF4-FFF2-40B4-BE49-F238E27FC236}">
                <a16:creationId xmlns:a16="http://schemas.microsoft.com/office/drawing/2014/main" id="{0428C939-1B15-4AFC-BFED-7C239FB70975}"/>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
        <p:cNvGrpSpPr/>
        <p:nvPr/>
      </p:nvGrpSpPr>
      <p:grpSpPr>
        <a:xfrm>
          <a:off x="0" y="0"/>
          <a:ext cx="0" cy="0"/>
          <a:chOff x="0" y="0"/>
          <a:chExt cx="0" cy="0"/>
        </a:xfrm>
      </p:grpSpPr>
      <p:sp>
        <p:nvSpPr>
          <p:cNvPr id="696" name="Google Shape;696;p132">
            <a:extLst>
              <a:ext uri="{FF2B5EF4-FFF2-40B4-BE49-F238E27FC236}">
                <a16:creationId xmlns:a16="http://schemas.microsoft.com/office/drawing/2014/main" id="{CC14E822-BBE2-4724-8C9B-0BA6F58B20C0}"/>
              </a:ext>
            </a:extLst>
          </p:cNvPr>
          <p:cNvSpPr>
            <a:spLocks noGrp="1"/>
          </p:cNvSpPr>
          <p:nvPr/>
        </p:nvSpPr>
        <p:spPr>
          <a:xfrm>
            <a:off x="125" y="250"/>
            <a:ext cx="2286000" cy="5143500"/>
          </a:xfrm>
          <a:prstGeom prst="rect">
            <a:avLst/>
          </a:prstGeom>
          <a:solidFill>
            <a:schemeClr val="dk2"/>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5233B2"/>
              </a:solidFill>
              <a:latin typeface="Roboto Light"/>
              <a:ea typeface="Roboto Light"/>
              <a:cs typeface="Roboto Light"/>
            </a:endParaRPr>
          </a:p>
        </p:txBody>
      </p:sp>
      <p:sp>
        <p:nvSpPr>
          <p:cNvPr id="697" name="Google Shape;697;p132">
            <a:extLst>
              <a:ext uri="{FF2B5EF4-FFF2-40B4-BE49-F238E27FC236}">
                <a16:creationId xmlns:a16="http://schemas.microsoft.com/office/drawing/2014/main" id="{0EBBD223-B17D-4DC5-9BCE-F0C2768E4162}"/>
              </a:ext>
            </a:extLst>
          </p:cNvPr>
          <p:cNvSpPr>
            <a:spLocks noGrp="1"/>
          </p:cNvSpPr>
          <p:nvPr/>
        </p:nvSpPr>
        <p:spPr>
          <a:xfrm>
            <a:off x="2286065" y="250"/>
            <a:ext cx="2286000" cy="5143500"/>
          </a:xfrm>
          <a:prstGeom prst="rect">
            <a:avLst/>
          </a:prstGeom>
          <a:solidFill>
            <a:schemeClr val="accent1"/>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003CC8"/>
              </a:solidFill>
              <a:latin typeface="Roboto Light"/>
              <a:ea typeface="Roboto Light"/>
              <a:cs typeface="Roboto Light"/>
            </a:endParaRPr>
          </a:p>
        </p:txBody>
      </p:sp>
      <p:sp>
        <p:nvSpPr>
          <p:cNvPr id="698" name="Google Shape;698;p132">
            <a:extLst>
              <a:ext uri="{FF2B5EF4-FFF2-40B4-BE49-F238E27FC236}">
                <a16:creationId xmlns:a16="http://schemas.microsoft.com/office/drawing/2014/main" id="{FFF16DC7-494B-4FAB-9143-608EFA5AE84D}"/>
              </a:ext>
            </a:extLst>
          </p:cNvPr>
          <p:cNvSpPr>
            <a:spLocks noGrp="1"/>
          </p:cNvSpPr>
          <p:nvPr/>
        </p:nvSpPr>
        <p:spPr>
          <a:xfrm>
            <a:off x="4572131" y="0"/>
            <a:ext cx="2286000" cy="5143500"/>
          </a:xfrm>
          <a:prstGeom prst="rect">
            <a:avLst/>
          </a:prstGeom>
          <a:solidFill>
            <a:schemeClr val="accent4"/>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5233B2"/>
              </a:solidFill>
              <a:latin typeface="Roboto Light"/>
              <a:ea typeface="Roboto Light"/>
              <a:cs typeface="Roboto Light"/>
            </a:endParaRPr>
          </a:p>
        </p:txBody>
      </p:sp>
      <p:sp>
        <p:nvSpPr>
          <p:cNvPr id="699" name="Google Shape;699;p132">
            <a:extLst>
              <a:ext uri="{FF2B5EF4-FFF2-40B4-BE49-F238E27FC236}">
                <a16:creationId xmlns:a16="http://schemas.microsoft.com/office/drawing/2014/main" id="{8E7DC588-7176-4AAC-91B8-C1B39908E77A}"/>
              </a:ext>
            </a:extLst>
          </p:cNvPr>
          <p:cNvSpPr>
            <a:spLocks noGrp="1"/>
          </p:cNvSpPr>
          <p:nvPr/>
        </p:nvSpPr>
        <p:spPr>
          <a:xfrm>
            <a:off x="6858071" y="0"/>
            <a:ext cx="2286000" cy="5143500"/>
          </a:xfrm>
          <a:prstGeom prst="rect">
            <a:avLst/>
          </a:prstGeom>
          <a:solidFill>
            <a:srgbClr val="D7EFF6"/>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5233B2"/>
              </a:solidFill>
              <a:latin typeface="Roboto Light"/>
              <a:ea typeface="Roboto Light"/>
              <a:cs typeface="Roboto Light"/>
            </a:endParaRPr>
          </a:p>
        </p:txBody>
      </p:sp>
      <p:sp>
        <p:nvSpPr>
          <p:cNvPr id="700" name="Google Shape;700;p132">
            <a:extLst>
              <a:ext uri="{FF2B5EF4-FFF2-40B4-BE49-F238E27FC236}">
                <a16:creationId xmlns:a16="http://schemas.microsoft.com/office/drawing/2014/main" id="{8EDFB7AF-3F58-400A-9D57-261E0A51469A}"/>
              </a:ext>
            </a:extLst>
          </p:cNvPr>
          <p:cNvSpPr>
            <a:spLocks noGrp="1"/>
          </p:cNvSpPr>
          <p:nvPr>
            <p:ph type="body" idx="1"/>
          </p:nvPr>
        </p:nvSpPr>
        <p:spPr>
          <a:xfrm>
            <a:off x="253438"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lt1"/>
              </a:buClr>
              <a:buSzPts val="1400"/>
              <a:buNone/>
              <a:defRPr>
                <a:solidFill>
                  <a:schemeClr val="lt1"/>
                </a:solidFill>
              </a:defRPr>
            </a:lvl1pPr>
            <a:lvl2pPr marL="914400" indent="-228600" algn="l">
              <a:lnSpc>
                <a:spcPct val="90000"/>
              </a:lnSpc>
              <a:spcBef>
                <a:spcPts val="375"/>
              </a:spcBef>
              <a:spcAft>
                <a:spcPts val="0"/>
              </a:spcAft>
              <a:buClr>
                <a:schemeClr val="lt1"/>
              </a:buClr>
              <a:buSzPts val="1400"/>
              <a:buFont typeface="Arial"/>
              <a:buNone/>
              <a:defRPr>
                <a:solidFill>
                  <a:schemeClr val="lt1"/>
                </a:solidFill>
              </a:defRPr>
            </a:lvl2pPr>
            <a:lvl3pPr marL="1371600" indent="-228600" algn="l">
              <a:lnSpc>
                <a:spcPct val="90000"/>
              </a:lnSpc>
              <a:spcBef>
                <a:spcPts val="375"/>
              </a:spcBef>
              <a:spcAft>
                <a:spcPts val="0"/>
              </a:spcAft>
              <a:buClr>
                <a:schemeClr val="lt1"/>
              </a:buClr>
              <a:buSzPts val="1400"/>
              <a:buNone/>
              <a:defRPr>
                <a:solidFill>
                  <a:schemeClr val="lt1"/>
                </a:solidFill>
              </a:defRPr>
            </a:lvl3pPr>
            <a:lvl4pPr marL="1828800" indent="-228600" algn="l">
              <a:lnSpc>
                <a:spcPct val="90000"/>
              </a:lnSpc>
              <a:spcBef>
                <a:spcPts val="375"/>
              </a:spcBef>
              <a:spcAft>
                <a:spcPts val="0"/>
              </a:spcAft>
              <a:buClr>
                <a:schemeClr val="lt1"/>
              </a:buClr>
              <a:buSzPts val="1400"/>
              <a:buNone/>
              <a:defRPr>
                <a:solidFill>
                  <a:schemeClr val="lt1"/>
                </a:solidFill>
              </a:defRPr>
            </a:lvl4pPr>
            <a:lvl5pPr marL="2286000" indent="-228600" algn="l">
              <a:lnSpc>
                <a:spcPct val="90000"/>
              </a:lnSpc>
              <a:spcBef>
                <a:spcPts val="375"/>
              </a:spcBef>
              <a:spcAft>
                <a:spcPts val="0"/>
              </a:spcAft>
              <a:buClr>
                <a:schemeClr val="lt1"/>
              </a:buClr>
              <a:buSzPts val="1400"/>
              <a:buNone/>
              <a:defRPr>
                <a:solidFill>
                  <a:schemeClr val="lt1"/>
                </a:solidFill>
              </a:defRPr>
            </a:lvl5pPr>
            <a:lvl6pPr marL="2743200" indent="-317500" algn="l">
              <a:lnSpc>
                <a:spcPct val="90000"/>
              </a:lnSpc>
              <a:spcBef>
                <a:spcPts val="375"/>
              </a:spcBef>
              <a:spcAft>
                <a:spcPts val="0"/>
              </a:spcAft>
              <a:buClr>
                <a:schemeClr val="lt1"/>
              </a:buClr>
              <a:buSzPts val="1400"/>
              <a:buChar char="•"/>
              <a:defRPr>
                <a:solidFill>
                  <a:schemeClr val="lt1"/>
                </a:solidFill>
              </a:defRPr>
            </a:lvl6pPr>
            <a:lvl7pPr marL="3200400" indent="-317500" algn="l">
              <a:lnSpc>
                <a:spcPct val="90000"/>
              </a:lnSpc>
              <a:spcBef>
                <a:spcPts val="375"/>
              </a:spcBef>
              <a:spcAft>
                <a:spcPts val="0"/>
              </a:spcAft>
              <a:buClr>
                <a:schemeClr val="lt1"/>
              </a:buClr>
              <a:buSzPts val="1400"/>
              <a:buChar char="•"/>
              <a:defRPr>
                <a:solidFill>
                  <a:schemeClr val="lt1"/>
                </a:solidFill>
              </a:defRPr>
            </a:lvl7pPr>
            <a:lvl8pPr marL="3657600" indent="-317500" algn="l">
              <a:lnSpc>
                <a:spcPct val="90000"/>
              </a:lnSpc>
              <a:spcBef>
                <a:spcPts val="375"/>
              </a:spcBef>
              <a:spcAft>
                <a:spcPts val="0"/>
              </a:spcAft>
              <a:buClr>
                <a:schemeClr val="lt1"/>
              </a:buClr>
              <a:buSzPts val="1400"/>
              <a:buChar char="•"/>
              <a:defRPr>
                <a:solidFill>
                  <a:schemeClr val="lt1"/>
                </a:solidFill>
              </a:defRPr>
            </a:lvl8pPr>
            <a:lvl9pPr marL="4114800" indent="-317500" algn="l">
              <a:lnSpc>
                <a:spcPct val="90000"/>
              </a:lnSpc>
              <a:spcBef>
                <a:spcPts val="375"/>
              </a:spcBef>
              <a:spcAft>
                <a:spcPts val="0"/>
              </a:spcAft>
              <a:buClr>
                <a:schemeClr val="lt1"/>
              </a:buClr>
              <a:buSzPts val="1400"/>
              <a:buChar char="•"/>
              <a:defRPr>
                <a:solidFill>
                  <a:schemeClr val="lt1"/>
                </a:solidFill>
              </a:defRPr>
            </a:lvl9pPr>
          </a:lstStyle>
          <a:p>
            <a:endParaRPr/>
          </a:p>
        </p:txBody>
      </p:sp>
      <p:sp>
        <p:nvSpPr>
          <p:cNvPr id="701" name="Google Shape;701;p132">
            <a:extLst>
              <a:ext uri="{FF2B5EF4-FFF2-40B4-BE49-F238E27FC236}">
                <a16:creationId xmlns:a16="http://schemas.microsoft.com/office/drawing/2014/main" id="{4007AAE7-2262-4E19-9BDF-15F7022DEEB8}"/>
              </a:ext>
            </a:extLst>
          </p:cNvPr>
          <p:cNvSpPr>
            <a:spLocks noGrp="1"/>
          </p:cNvSpPr>
          <p:nvPr>
            <p:ph type="body" idx="2"/>
          </p:nvPr>
        </p:nvSpPr>
        <p:spPr>
          <a:xfrm>
            <a:off x="2539378"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lt1"/>
              </a:buClr>
              <a:buSzPts val="1400"/>
              <a:buNone/>
              <a:defRPr>
                <a:solidFill>
                  <a:schemeClr val="lt1"/>
                </a:solidFill>
              </a:defRPr>
            </a:lvl1pPr>
            <a:lvl2pPr marL="914400" indent="-228600" algn="l">
              <a:lnSpc>
                <a:spcPct val="90000"/>
              </a:lnSpc>
              <a:spcBef>
                <a:spcPts val="375"/>
              </a:spcBef>
              <a:spcAft>
                <a:spcPts val="0"/>
              </a:spcAft>
              <a:buClr>
                <a:schemeClr val="lt1"/>
              </a:buClr>
              <a:buSzPts val="1400"/>
              <a:buFont typeface="Arial"/>
              <a:buNone/>
              <a:defRPr>
                <a:solidFill>
                  <a:schemeClr val="lt1"/>
                </a:solidFill>
              </a:defRPr>
            </a:lvl2pPr>
            <a:lvl3pPr marL="1371600" indent="-228600" algn="l">
              <a:lnSpc>
                <a:spcPct val="90000"/>
              </a:lnSpc>
              <a:spcBef>
                <a:spcPts val="375"/>
              </a:spcBef>
              <a:spcAft>
                <a:spcPts val="0"/>
              </a:spcAft>
              <a:buClr>
                <a:schemeClr val="lt1"/>
              </a:buClr>
              <a:buSzPts val="1400"/>
              <a:buNone/>
              <a:defRPr>
                <a:solidFill>
                  <a:schemeClr val="lt1"/>
                </a:solidFill>
              </a:defRPr>
            </a:lvl3pPr>
            <a:lvl4pPr marL="1828800" indent="-228600" algn="l">
              <a:lnSpc>
                <a:spcPct val="90000"/>
              </a:lnSpc>
              <a:spcBef>
                <a:spcPts val="375"/>
              </a:spcBef>
              <a:spcAft>
                <a:spcPts val="0"/>
              </a:spcAft>
              <a:buClr>
                <a:schemeClr val="lt1"/>
              </a:buClr>
              <a:buSzPts val="1400"/>
              <a:buNone/>
              <a:defRPr>
                <a:solidFill>
                  <a:schemeClr val="lt1"/>
                </a:solidFill>
              </a:defRPr>
            </a:lvl4pPr>
            <a:lvl5pPr marL="2286000" indent="-228600" algn="l">
              <a:lnSpc>
                <a:spcPct val="90000"/>
              </a:lnSpc>
              <a:spcBef>
                <a:spcPts val="375"/>
              </a:spcBef>
              <a:spcAft>
                <a:spcPts val="0"/>
              </a:spcAft>
              <a:buClr>
                <a:schemeClr val="lt1"/>
              </a:buClr>
              <a:buSzPts val="1400"/>
              <a:buNone/>
              <a:defRPr>
                <a:solidFill>
                  <a:schemeClr val="lt1"/>
                </a:solidFill>
              </a:defRPr>
            </a:lvl5pPr>
            <a:lvl6pPr marL="2743200" indent="-317500" algn="l">
              <a:lnSpc>
                <a:spcPct val="90000"/>
              </a:lnSpc>
              <a:spcBef>
                <a:spcPts val="375"/>
              </a:spcBef>
              <a:spcAft>
                <a:spcPts val="0"/>
              </a:spcAft>
              <a:buClr>
                <a:schemeClr val="lt1"/>
              </a:buClr>
              <a:buSzPts val="1400"/>
              <a:buChar char="•"/>
              <a:defRPr>
                <a:solidFill>
                  <a:schemeClr val="lt1"/>
                </a:solidFill>
              </a:defRPr>
            </a:lvl6pPr>
            <a:lvl7pPr marL="3200400" indent="-317500" algn="l">
              <a:lnSpc>
                <a:spcPct val="90000"/>
              </a:lnSpc>
              <a:spcBef>
                <a:spcPts val="375"/>
              </a:spcBef>
              <a:spcAft>
                <a:spcPts val="0"/>
              </a:spcAft>
              <a:buClr>
                <a:schemeClr val="lt1"/>
              </a:buClr>
              <a:buSzPts val="1400"/>
              <a:buChar char="•"/>
              <a:defRPr>
                <a:solidFill>
                  <a:schemeClr val="lt1"/>
                </a:solidFill>
              </a:defRPr>
            </a:lvl7pPr>
            <a:lvl8pPr marL="3657600" indent="-317500" algn="l">
              <a:lnSpc>
                <a:spcPct val="90000"/>
              </a:lnSpc>
              <a:spcBef>
                <a:spcPts val="375"/>
              </a:spcBef>
              <a:spcAft>
                <a:spcPts val="0"/>
              </a:spcAft>
              <a:buClr>
                <a:schemeClr val="lt1"/>
              </a:buClr>
              <a:buSzPts val="1400"/>
              <a:buChar char="•"/>
              <a:defRPr>
                <a:solidFill>
                  <a:schemeClr val="lt1"/>
                </a:solidFill>
              </a:defRPr>
            </a:lvl8pPr>
            <a:lvl9pPr marL="4114800" indent="-317500" algn="l">
              <a:lnSpc>
                <a:spcPct val="90000"/>
              </a:lnSpc>
              <a:spcBef>
                <a:spcPts val="375"/>
              </a:spcBef>
              <a:spcAft>
                <a:spcPts val="0"/>
              </a:spcAft>
              <a:buClr>
                <a:schemeClr val="lt1"/>
              </a:buClr>
              <a:buSzPts val="1400"/>
              <a:buChar char="•"/>
              <a:defRPr>
                <a:solidFill>
                  <a:schemeClr val="lt1"/>
                </a:solidFill>
              </a:defRPr>
            </a:lvl9pPr>
          </a:lstStyle>
          <a:p>
            <a:endParaRPr/>
          </a:p>
        </p:txBody>
      </p:sp>
      <p:sp>
        <p:nvSpPr>
          <p:cNvPr id="702" name="Google Shape;702;p132">
            <a:extLst>
              <a:ext uri="{FF2B5EF4-FFF2-40B4-BE49-F238E27FC236}">
                <a16:creationId xmlns:a16="http://schemas.microsoft.com/office/drawing/2014/main" id="{0752B719-DD0E-4FCB-A519-4ED4069E319A}"/>
              </a:ext>
            </a:extLst>
          </p:cNvPr>
          <p:cNvSpPr>
            <a:spLocks noGrp="1"/>
          </p:cNvSpPr>
          <p:nvPr>
            <p:ph type="body" idx="3"/>
          </p:nvPr>
        </p:nvSpPr>
        <p:spPr>
          <a:xfrm>
            <a:off x="4825444"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dk2"/>
              </a:buClr>
              <a:buSzPts val="1400"/>
              <a:buNone/>
              <a:defRPr>
                <a:solidFill>
                  <a:schemeClr val="dk2"/>
                </a:solidFill>
              </a:defRPr>
            </a:lvl1pPr>
            <a:lvl2pPr marL="914400" indent="-228600" algn="l">
              <a:lnSpc>
                <a:spcPct val="90000"/>
              </a:lnSpc>
              <a:spcBef>
                <a:spcPts val="375"/>
              </a:spcBef>
              <a:spcAft>
                <a:spcPts val="0"/>
              </a:spcAft>
              <a:buClr>
                <a:schemeClr val="dk2"/>
              </a:buClr>
              <a:buSzPts val="1400"/>
              <a:buFont typeface="Arial"/>
              <a:buNone/>
              <a:defRPr>
                <a:solidFill>
                  <a:schemeClr val="dk2"/>
                </a:solidFill>
              </a:defRPr>
            </a:lvl2pPr>
            <a:lvl3pPr marL="1371600" indent="-228600" algn="l">
              <a:lnSpc>
                <a:spcPct val="90000"/>
              </a:lnSpc>
              <a:spcBef>
                <a:spcPts val="375"/>
              </a:spcBef>
              <a:spcAft>
                <a:spcPts val="0"/>
              </a:spcAft>
              <a:buClr>
                <a:schemeClr val="dk2"/>
              </a:buClr>
              <a:buSzPts val="1400"/>
              <a:buNone/>
              <a:defRPr>
                <a:solidFill>
                  <a:schemeClr val="dk2"/>
                </a:solidFill>
              </a:defRPr>
            </a:lvl3pPr>
            <a:lvl4pPr marL="1828800" indent="-228600" algn="l">
              <a:lnSpc>
                <a:spcPct val="90000"/>
              </a:lnSpc>
              <a:spcBef>
                <a:spcPts val="375"/>
              </a:spcBef>
              <a:spcAft>
                <a:spcPts val="0"/>
              </a:spcAft>
              <a:buClr>
                <a:schemeClr val="dk2"/>
              </a:buClr>
              <a:buSzPts val="1400"/>
              <a:buNone/>
              <a:defRPr>
                <a:solidFill>
                  <a:schemeClr val="dk2"/>
                </a:solidFill>
              </a:defRPr>
            </a:lvl4pPr>
            <a:lvl5pPr marL="2286000" indent="-228600" algn="l">
              <a:lnSpc>
                <a:spcPct val="90000"/>
              </a:lnSpc>
              <a:spcBef>
                <a:spcPts val="375"/>
              </a:spcBef>
              <a:spcAft>
                <a:spcPts val="0"/>
              </a:spcAft>
              <a:buClr>
                <a:schemeClr val="dk2"/>
              </a:buClr>
              <a:buSzPts val="1400"/>
              <a:buNone/>
              <a:defRPr>
                <a:solidFill>
                  <a:schemeClr val="dk2"/>
                </a:solidFill>
              </a:defRPr>
            </a:lvl5pPr>
            <a:lvl6pPr marL="2743200" indent="-317500" algn="l">
              <a:lnSpc>
                <a:spcPct val="90000"/>
              </a:lnSpc>
              <a:spcBef>
                <a:spcPts val="375"/>
              </a:spcBef>
              <a:spcAft>
                <a:spcPts val="0"/>
              </a:spcAft>
              <a:buClr>
                <a:schemeClr val="dk2"/>
              </a:buClr>
              <a:buSzPts val="1400"/>
              <a:buChar char="•"/>
              <a:defRPr>
                <a:solidFill>
                  <a:schemeClr val="dk2"/>
                </a:solidFill>
              </a:defRPr>
            </a:lvl6pPr>
            <a:lvl7pPr marL="3200400" indent="-317500" algn="l">
              <a:lnSpc>
                <a:spcPct val="90000"/>
              </a:lnSpc>
              <a:spcBef>
                <a:spcPts val="375"/>
              </a:spcBef>
              <a:spcAft>
                <a:spcPts val="0"/>
              </a:spcAft>
              <a:buClr>
                <a:schemeClr val="dk2"/>
              </a:buClr>
              <a:buSzPts val="1400"/>
              <a:buChar char="•"/>
              <a:defRPr>
                <a:solidFill>
                  <a:schemeClr val="dk2"/>
                </a:solidFill>
              </a:defRPr>
            </a:lvl7pPr>
            <a:lvl8pPr marL="3657600" indent="-317500" algn="l">
              <a:lnSpc>
                <a:spcPct val="90000"/>
              </a:lnSpc>
              <a:spcBef>
                <a:spcPts val="375"/>
              </a:spcBef>
              <a:spcAft>
                <a:spcPts val="0"/>
              </a:spcAft>
              <a:buClr>
                <a:schemeClr val="dk2"/>
              </a:buClr>
              <a:buSzPts val="1400"/>
              <a:buChar char="•"/>
              <a:defRPr>
                <a:solidFill>
                  <a:schemeClr val="dk2"/>
                </a:solidFill>
              </a:defRPr>
            </a:lvl8pPr>
            <a:lvl9pPr marL="4114800" indent="-317500" algn="l">
              <a:lnSpc>
                <a:spcPct val="90000"/>
              </a:lnSpc>
              <a:spcBef>
                <a:spcPts val="375"/>
              </a:spcBef>
              <a:spcAft>
                <a:spcPts val="0"/>
              </a:spcAft>
              <a:buClr>
                <a:schemeClr val="dk2"/>
              </a:buClr>
              <a:buSzPts val="1400"/>
              <a:buChar char="•"/>
              <a:defRPr>
                <a:solidFill>
                  <a:schemeClr val="dk2"/>
                </a:solidFill>
              </a:defRPr>
            </a:lvl9pPr>
          </a:lstStyle>
          <a:p>
            <a:endParaRPr/>
          </a:p>
        </p:txBody>
      </p:sp>
      <p:sp>
        <p:nvSpPr>
          <p:cNvPr id="703" name="Google Shape;703;p132">
            <a:extLst>
              <a:ext uri="{FF2B5EF4-FFF2-40B4-BE49-F238E27FC236}">
                <a16:creationId xmlns:a16="http://schemas.microsoft.com/office/drawing/2014/main" id="{28112B33-0EB4-4778-8C96-C8D44D7B83F9}"/>
              </a:ext>
            </a:extLst>
          </p:cNvPr>
          <p:cNvSpPr>
            <a:spLocks noGrp="1"/>
          </p:cNvSpPr>
          <p:nvPr>
            <p:ph type="body" idx="4"/>
          </p:nvPr>
        </p:nvSpPr>
        <p:spPr>
          <a:xfrm>
            <a:off x="7111385"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dk2"/>
              </a:buClr>
              <a:buSzPts val="1400"/>
              <a:buNone/>
              <a:defRPr>
                <a:solidFill>
                  <a:schemeClr val="dk2"/>
                </a:solidFill>
              </a:defRPr>
            </a:lvl1pPr>
            <a:lvl2pPr marL="914400" indent="-228600" algn="l">
              <a:lnSpc>
                <a:spcPct val="90000"/>
              </a:lnSpc>
              <a:spcBef>
                <a:spcPts val="375"/>
              </a:spcBef>
              <a:spcAft>
                <a:spcPts val="0"/>
              </a:spcAft>
              <a:buClr>
                <a:schemeClr val="dk2"/>
              </a:buClr>
              <a:buSzPts val="1400"/>
              <a:buFont typeface="Arial"/>
              <a:buNone/>
              <a:defRPr>
                <a:solidFill>
                  <a:schemeClr val="dk2"/>
                </a:solidFill>
              </a:defRPr>
            </a:lvl2pPr>
            <a:lvl3pPr marL="1371600" indent="-228600" algn="l">
              <a:lnSpc>
                <a:spcPct val="90000"/>
              </a:lnSpc>
              <a:spcBef>
                <a:spcPts val="375"/>
              </a:spcBef>
              <a:spcAft>
                <a:spcPts val="0"/>
              </a:spcAft>
              <a:buClr>
                <a:schemeClr val="dk2"/>
              </a:buClr>
              <a:buSzPts val="1400"/>
              <a:buNone/>
              <a:defRPr>
                <a:solidFill>
                  <a:schemeClr val="dk2"/>
                </a:solidFill>
              </a:defRPr>
            </a:lvl3pPr>
            <a:lvl4pPr marL="1828800" indent="-228600" algn="l">
              <a:lnSpc>
                <a:spcPct val="90000"/>
              </a:lnSpc>
              <a:spcBef>
                <a:spcPts val="375"/>
              </a:spcBef>
              <a:spcAft>
                <a:spcPts val="0"/>
              </a:spcAft>
              <a:buClr>
                <a:schemeClr val="dk2"/>
              </a:buClr>
              <a:buSzPts val="1400"/>
              <a:buNone/>
              <a:defRPr>
                <a:solidFill>
                  <a:schemeClr val="dk2"/>
                </a:solidFill>
              </a:defRPr>
            </a:lvl4pPr>
            <a:lvl5pPr marL="2286000" indent="-228600" algn="l">
              <a:lnSpc>
                <a:spcPct val="90000"/>
              </a:lnSpc>
              <a:spcBef>
                <a:spcPts val="375"/>
              </a:spcBef>
              <a:spcAft>
                <a:spcPts val="0"/>
              </a:spcAft>
              <a:buClr>
                <a:schemeClr val="dk2"/>
              </a:buClr>
              <a:buSzPts val="1400"/>
              <a:buNone/>
              <a:defRPr>
                <a:solidFill>
                  <a:schemeClr val="dk2"/>
                </a:solidFill>
              </a:defRPr>
            </a:lvl5pPr>
            <a:lvl6pPr marL="2743200" indent="-317500" algn="l">
              <a:lnSpc>
                <a:spcPct val="90000"/>
              </a:lnSpc>
              <a:spcBef>
                <a:spcPts val="375"/>
              </a:spcBef>
              <a:spcAft>
                <a:spcPts val="0"/>
              </a:spcAft>
              <a:buClr>
                <a:schemeClr val="dk2"/>
              </a:buClr>
              <a:buSzPts val="1400"/>
              <a:buChar char="•"/>
              <a:defRPr>
                <a:solidFill>
                  <a:schemeClr val="dk2"/>
                </a:solidFill>
              </a:defRPr>
            </a:lvl6pPr>
            <a:lvl7pPr marL="3200400" indent="-317500" algn="l">
              <a:lnSpc>
                <a:spcPct val="90000"/>
              </a:lnSpc>
              <a:spcBef>
                <a:spcPts val="375"/>
              </a:spcBef>
              <a:spcAft>
                <a:spcPts val="0"/>
              </a:spcAft>
              <a:buClr>
                <a:schemeClr val="dk2"/>
              </a:buClr>
              <a:buSzPts val="1400"/>
              <a:buChar char="•"/>
              <a:defRPr>
                <a:solidFill>
                  <a:schemeClr val="dk2"/>
                </a:solidFill>
              </a:defRPr>
            </a:lvl7pPr>
            <a:lvl8pPr marL="3657600" indent="-317500" algn="l">
              <a:lnSpc>
                <a:spcPct val="90000"/>
              </a:lnSpc>
              <a:spcBef>
                <a:spcPts val="375"/>
              </a:spcBef>
              <a:spcAft>
                <a:spcPts val="0"/>
              </a:spcAft>
              <a:buClr>
                <a:schemeClr val="dk2"/>
              </a:buClr>
              <a:buSzPts val="1400"/>
              <a:buChar char="•"/>
              <a:defRPr>
                <a:solidFill>
                  <a:schemeClr val="dk2"/>
                </a:solidFill>
              </a:defRPr>
            </a:lvl8pPr>
            <a:lvl9pPr marL="4114800" indent="-317500" algn="l">
              <a:lnSpc>
                <a:spcPct val="90000"/>
              </a:lnSpc>
              <a:spcBef>
                <a:spcPts val="375"/>
              </a:spcBef>
              <a:spcAft>
                <a:spcPts val="0"/>
              </a:spcAft>
              <a:buClr>
                <a:schemeClr val="dk2"/>
              </a:buClr>
              <a:buSzPts val="1400"/>
              <a:buChar char="•"/>
              <a:defRPr>
                <a:solidFill>
                  <a:schemeClr val="dk2"/>
                </a:solidFill>
              </a:defRPr>
            </a:lvl9pPr>
          </a:lstStyle>
          <a:p>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Breaker_Denim">
  <p:cSld name="Breaker_Denim">
    <p:bg>
      <p:bgPr>
        <a:solidFill>
          <a:schemeClr val="dk2"/>
        </a:solidFill>
        <a:effectLst/>
      </p:bgPr>
    </p:bg>
    <p:spTree>
      <p:nvGrpSpPr>
        <p:cNvPr id="1" name=""/>
        <p:cNvGrpSpPr/>
        <p:nvPr/>
      </p:nvGrpSpPr>
      <p:grpSpPr>
        <a:xfrm>
          <a:off x="0" y="0"/>
          <a:ext cx="0" cy="0"/>
          <a:chOff x="0" y="0"/>
          <a:chExt cx="0" cy="0"/>
        </a:xfrm>
      </p:grpSpPr>
      <p:sp>
        <p:nvSpPr>
          <p:cNvPr id="706" name="Google Shape;706;p133">
            <a:extLst>
              <a:ext uri="{FF2B5EF4-FFF2-40B4-BE49-F238E27FC236}">
                <a16:creationId xmlns:a16="http://schemas.microsoft.com/office/drawing/2014/main" id="{0B576287-FAEC-401A-9780-2BBEC10295F0}"/>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solidFill>
                  <a:schemeClr val="accent3"/>
                </a:solidFill>
              </a:defRPr>
            </a:lvl1pPr>
            <a:lvl2pPr>
              <a:spcBef>
                <a:spcPts val="0"/>
              </a:spcBef>
              <a:spcAft>
                <a:spcPts val="0"/>
              </a:spcAft>
              <a:buNone/>
              <a:defRPr sz="3600">
                <a:solidFill>
                  <a:schemeClr val="accent3"/>
                </a:solidFill>
              </a:defRPr>
            </a:lvl2pPr>
            <a:lvl3pPr>
              <a:spcBef>
                <a:spcPts val="0"/>
              </a:spcBef>
              <a:spcAft>
                <a:spcPts val="0"/>
              </a:spcAft>
              <a:buNone/>
              <a:defRPr sz="3600">
                <a:solidFill>
                  <a:schemeClr val="accent3"/>
                </a:solidFill>
              </a:defRPr>
            </a:lvl3pPr>
            <a:lvl4pPr>
              <a:spcBef>
                <a:spcPts val="0"/>
              </a:spcBef>
              <a:spcAft>
                <a:spcPts val="0"/>
              </a:spcAft>
              <a:buNone/>
              <a:defRPr sz="3600">
                <a:solidFill>
                  <a:schemeClr val="accent3"/>
                </a:solidFill>
              </a:defRPr>
            </a:lvl4pPr>
            <a:lvl5pPr>
              <a:spcBef>
                <a:spcPts val="0"/>
              </a:spcBef>
              <a:spcAft>
                <a:spcPts val="0"/>
              </a:spcAft>
              <a:buNone/>
              <a:defRPr sz="3600">
                <a:solidFill>
                  <a:schemeClr val="accent3"/>
                </a:solidFill>
              </a:defRPr>
            </a:lvl5pPr>
            <a:lvl6pPr>
              <a:spcBef>
                <a:spcPts val="0"/>
              </a:spcBef>
              <a:spcAft>
                <a:spcPts val="0"/>
              </a:spcAft>
              <a:buNone/>
              <a:defRPr sz="3600">
                <a:solidFill>
                  <a:schemeClr val="accent3"/>
                </a:solidFill>
              </a:defRPr>
            </a:lvl6pPr>
            <a:lvl7pPr>
              <a:spcBef>
                <a:spcPts val="0"/>
              </a:spcBef>
              <a:spcAft>
                <a:spcPts val="0"/>
              </a:spcAft>
              <a:buNone/>
              <a:defRPr sz="3600">
                <a:solidFill>
                  <a:schemeClr val="accent3"/>
                </a:solidFill>
              </a:defRPr>
            </a:lvl7pPr>
            <a:lvl8pPr>
              <a:spcBef>
                <a:spcPts val="0"/>
              </a:spcBef>
              <a:spcAft>
                <a:spcPts val="0"/>
              </a:spcAft>
              <a:buNone/>
              <a:defRPr sz="3600">
                <a:solidFill>
                  <a:schemeClr val="accent3"/>
                </a:solidFill>
              </a:defRPr>
            </a:lvl8pPr>
            <a:lvl9pPr>
              <a:spcBef>
                <a:spcPts val="0"/>
              </a:spcBef>
              <a:spcAft>
                <a:spcPts val="0"/>
              </a:spcAft>
              <a:buNone/>
              <a:defRPr sz="3600">
                <a:solidFill>
                  <a:schemeClr val="accent3"/>
                </a:solidFill>
              </a:defRPr>
            </a:lvl9pPr>
          </a:lstStyle>
          <a:p>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Breaker_Robins Egg">
  <p:cSld name="Breaker_Robins Egg">
    <p:bg>
      <p:bgPr>
        <a:solidFill>
          <a:schemeClr val="accent4"/>
        </a:solidFill>
        <a:effectLst/>
      </p:bgPr>
    </p:bg>
    <p:spTree>
      <p:nvGrpSpPr>
        <p:cNvPr id="1" name=""/>
        <p:cNvGrpSpPr/>
        <p:nvPr/>
      </p:nvGrpSpPr>
      <p:grpSpPr>
        <a:xfrm>
          <a:off x="0" y="0"/>
          <a:ext cx="0" cy="0"/>
          <a:chOff x="0" y="0"/>
          <a:chExt cx="0" cy="0"/>
        </a:xfrm>
      </p:grpSpPr>
      <p:sp>
        <p:nvSpPr>
          <p:cNvPr id="709" name="Google Shape;709;p134">
            <a:extLst>
              <a:ext uri="{FF2B5EF4-FFF2-40B4-BE49-F238E27FC236}">
                <a16:creationId xmlns:a16="http://schemas.microsoft.com/office/drawing/2014/main" id="{7E2E8458-EF2D-4219-8E5D-CBF24811C320}"/>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lvl1pPr>
            <a:lvl2pPr>
              <a:spcBef>
                <a:spcPts val="0"/>
              </a:spcBef>
              <a:spcAft>
                <a:spcPts val="0"/>
              </a:spcAft>
              <a:buNone/>
              <a:defRPr sz="3600"/>
            </a:lvl2pPr>
            <a:lvl3pPr>
              <a:spcBef>
                <a:spcPts val="0"/>
              </a:spcBef>
              <a:spcAft>
                <a:spcPts val="0"/>
              </a:spcAft>
              <a:buNone/>
              <a:defRPr sz="3600"/>
            </a:lvl3pPr>
            <a:lvl4pPr>
              <a:spcBef>
                <a:spcPts val="0"/>
              </a:spcBef>
              <a:spcAft>
                <a:spcPts val="0"/>
              </a:spcAft>
              <a:buNone/>
              <a:defRPr sz="3600"/>
            </a:lvl4pPr>
            <a:lvl5pPr>
              <a:spcBef>
                <a:spcPts val="0"/>
              </a:spcBef>
              <a:spcAft>
                <a:spcPts val="0"/>
              </a:spcAft>
              <a:buNone/>
              <a:defRPr sz="3600"/>
            </a:lvl5pPr>
            <a:lvl6pPr>
              <a:spcBef>
                <a:spcPts val="0"/>
              </a:spcBef>
              <a:spcAft>
                <a:spcPts val="0"/>
              </a:spcAft>
              <a:buNone/>
              <a:defRPr sz="3600"/>
            </a:lvl6pPr>
            <a:lvl7pPr>
              <a:spcBef>
                <a:spcPts val="0"/>
              </a:spcBef>
              <a:spcAft>
                <a:spcPts val="0"/>
              </a:spcAft>
              <a:buNone/>
              <a:defRPr sz="3600"/>
            </a:lvl7pPr>
            <a:lvl8pPr>
              <a:spcBef>
                <a:spcPts val="0"/>
              </a:spcBef>
              <a:spcAft>
                <a:spcPts val="0"/>
              </a:spcAft>
              <a:buNone/>
              <a:defRPr sz="3600"/>
            </a:lvl8pPr>
            <a:lvl9pPr>
              <a:spcBef>
                <a:spcPts val="0"/>
              </a:spcBef>
              <a:spcAft>
                <a:spcPts val="0"/>
              </a:spcAft>
              <a:buNone/>
              <a:defRPr sz="3600"/>
            </a:lvl9pPr>
          </a:lstStyle>
          <a:p>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Breaker_Powder">
  <p:cSld name="Breaker_Powder">
    <p:bg>
      <p:bgPr>
        <a:solidFill>
          <a:srgbClr val="D7EFF6"/>
        </a:solidFill>
        <a:effectLst/>
      </p:bgPr>
    </p:bg>
    <p:spTree>
      <p:nvGrpSpPr>
        <p:cNvPr id="1" name=""/>
        <p:cNvGrpSpPr/>
        <p:nvPr/>
      </p:nvGrpSpPr>
      <p:grpSpPr>
        <a:xfrm>
          <a:off x="0" y="0"/>
          <a:ext cx="0" cy="0"/>
          <a:chOff x="0" y="0"/>
          <a:chExt cx="0" cy="0"/>
        </a:xfrm>
      </p:grpSpPr>
      <p:sp>
        <p:nvSpPr>
          <p:cNvPr id="711" name="Google Shape;711;p135">
            <a:extLst>
              <a:ext uri="{FF2B5EF4-FFF2-40B4-BE49-F238E27FC236}">
                <a16:creationId xmlns:a16="http://schemas.microsoft.com/office/drawing/2014/main" id="{12DA3709-F691-4A9A-8E1F-AEC0BF1DA74A}"/>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lvl1pPr>
            <a:lvl2pPr>
              <a:spcBef>
                <a:spcPts val="0"/>
              </a:spcBef>
              <a:spcAft>
                <a:spcPts val="0"/>
              </a:spcAft>
              <a:buNone/>
              <a:defRPr sz="3600"/>
            </a:lvl2pPr>
            <a:lvl3pPr>
              <a:spcBef>
                <a:spcPts val="0"/>
              </a:spcBef>
              <a:spcAft>
                <a:spcPts val="0"/>
              </a:spcAft>
              <a:buNone/>
              <a:defRPr sz="3600"/>
            </a:lvl3pPr>
            <a:lvl4pPr>
              <a:spcBef>
                <a:spcPts val="0"/>
              </a:spcBef>
              <a:spcAft>
                <a:spcPts val="0"/>
              </a:spcAft>
              <a:buNone/>
              <a:defRPr sz="3600"/>
            </a:lvl4pPr>
            <a:lvl5pPr>
              <a:spcBef>
                <a:spcPts val="0"/>
              </a:spcBef>
              <a:spcAft>
                <a:spcPts val="0"/>
              </a:spcAft>
              <a:buNone/>
              <a:defRPr sz="3600"/>
            </a:lvl5pPr>
            <a:lvl6pPr>
              <a:spcBef>
                <a:spcPts val="0"/>
              </a:spcBef>
              <a:spcAft>
                <a:spcPts val="0"/>
              </a:spcAft>
              <a:buNone/>
              <a:defRPr sz="3600"/>
            </a:lvl6pPr>
            <a:lvl7pPr>
              <a:spcBef>
                <a:spcPts val="0"/>
              </a:spcBef>
              <a:spcAft>
                <a:spcPts val="0"/>
              </a:spcAft>
              <a:buNone/>
              <a:defRPr sz="3600"/>
            </a:lvl7pPr>
            <a:lvl8pPr>
              <a:spcBef>
                <a:spcPts val="0"/>
              </a:spcBef>
              <a:spcAft>
                <a:spcPts val="0"/>
              </a:spcAft>
              <a:buNone/>
              <a:defRPr sz="3600"/>
            </a:lvl8pPr>
            <a:lvl9pPr>
              <a:spcBef>
                <a:spcPts val="0"/>
              </a:spcBef>
              <a:spcAft>
                <a:spcPts val="0"/>
              </a:spcAft>
              <a:buNone/>
              <a:defRPr sz="3600"/>
            </a:lvl9pPr>
          </a:lstStyle>
          <a:p>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matchingName="Border_Denim">
  <p:cSld name="Border_Denim">
    <p:bg>
      <p:bgPr>
        <a:solidFill>
          <a:schemeClr val="lt1"/>
        </a:solidFill>
        <a:effectLst/>
      </p:bgPr>
    </p:bg>
    <p:spTree>
      <p:nvGrpSpPr>
        <p:cNvPr id="1" name=""/>
        <p:cNvGrpSpPr/>
        <p:nvPr/>
      </p:nvGrpSpPr>
      <p:grpSpPr>
        <a:xfrm>
          <a:off x="0" y="0"/>
          <a:ext cx="0" cy="0"/>
          <a:chOff x="0" y="0"/>
          <a:chExt cx="0" cy="0"/>
        </a:xfrm>
      </p:grpSpPr>
      <p:sp>
        <p:nvSpPr>
          <p:cNvPr id="713" name="Google Shape;713;p136">
            <a:extLst>
              <a:ext uri="{FF2B5EF4-FFF2-40B4-BE49-F238E27FC236}">
                <a16:creationId xmlns:a16="http://schemas.microsoft.com/office/drawing/2014/main" id="{845DEFA2-7DAE-41FE-9419-F6FF4A5B8DEC}"/>
              </a:ext>
            </a:extLst>
          </p:cNvPr>
          <p:cNvSpPr>
            <a:spLocks noGrp="1"/>
          </p:cNvSpPr>
          <p:nvPr/>
        </p:nvSpPr>
        <p:spPr>
          <a:xfrm>
            <a:off x="242850" y="210150"/>
            <a:ext cx="8658300" cy="4723200"/>
          </a:xfrm>
          <a:prstGeom prst="roundRect">
            <a:avLst>
              <a:gd name="adj" fmla="val 2277"/>
            </a:avLst>
          </a:prstGeom>
          <a:solidFill>
            <a:schemeClr val="dk2"/>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714" name="Google Shape;714;p136">
            <a:extLst>
              <a:ext uri="{FF2B5EF4-FFF2-40B4-BE49-F238E27FC236}">
                <a16:creationId xmlns:a16="http://schemas.microsoft.com/office/drawing/2014/main" id="{0077C45E-16AA-4405-8478-8E1C9B23B0A4}"/>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solidFill>
                  <a:schemeClr val="accent3"/>
                </a:solidFill>
              </a:defRPr>
            </a:lvl1pPr>
            <a:lvl2pPr algn="ctr">
              <a:spcBef>
                <a:spcPts val="0"/>
              </a:spcBef>
              <a:spcAft>
                <a:spcPts val="0"/>
              </a:spcAft>
              <a:buNone/>
              <a:defRPr sz="3000">
                <a:solidFill>
                  <a:schemeClr val="accent3"/>
                </a:solidFill>
              </a:defRPr>
            </a:lvl2pPr>
            <a:lvl3pPr algn="ctr">
              <a:spcBef>
                <a:spcPts val="0"/>
              </a:spcBef>
              <a:spcAft>
                <a:spcPts val="0"/>
              </a:spcAft>
              <a:buNone/>
              <a:defRPr sz="3000">
                <a:solidFill>
                  <a:schemeClr val="accent3"/>
                </a:solidFill>
              </a:defRPr>
            </a:lvl3pPr>
            <a:lvl4pPr algn="ctr">
              <a:spcBef>
                <a:spcPts val="0"/>
              </a:spcBef>
              <a:spcAft>
                <a:spcPts val="0"/>
              </a:spcAft>
              <a:buNone/>
              <a:defRPr sz="3000">
                <a:solidFill>
                  <a:schemeClr val="accent3"/>
                </a:solidFill>
              </a:defRPr>
            </a:lvl4pPr>
            <a:lvl5pPr algn="ctr">
              <a:spcBef>
                <a:spcPts val="0"/>
              </a:spcBef>
              <a:spcAft>
                <a:spcPts val="0"/>
              </a:spcAft>
              <a:buNone/>
              <a:defRPr sz="3000">
                <a:solidFill>
                  <a:schemeClr val="accent3"/>
                </a:solidFill>
              </a:defRPr>
            </a:lvl5pPr>
            <a:lvl6pPr algn="ctr">
              <a:spcBef>
                <a:spcPts val="0"/>
              </a:spcBef>
              <a:spcAft>
                <a:spcPts val="0"/>
              </a:spcAft>
              <a:buNone/>
              <a:defRPr sz="3000">
                <a:solidFill>
                  <a:schemeClr val="accent3"/>
                </a:solidFill>
              </a:defRPr>
            </a:lvl6pPr>
            <a:lvl7pPr algn="ctr">
              <a:spcBef>
                <a:spcPts val="0"/>
              </a:spcBef>
              <a:spcAft>
                <a:spcPts val="0"/>
              </a:spcAft>
              <a:buNone/>
              <a:defRPr sz="3000">
                <a:solidFill>
                  <a:schemeClr val="accent3"/>
                </a:solidFill>
              </a:defRPr>
            </a:lvl7pPr>
            <a:lvl8pPr algn="ctr">
              <a:spcBef>
                <a:spcPts val="0"/>
              </a:spcBef>
              <a:spcAft>
                <a:spcPts val="0"/>
              </a:spcAft>
              <a:buNone/>
              <a:defRPr sz="3000">
                <a:solidFill>
                  <a:schemeClr val="accent3"/>
                </a:solidFill>
              </a:defRPr>
            </a:lvl8pPr>
            <a:lvl9pPr algn="ctr">
              <a:spcBef>
                <a:spcPts val="0"/>
              </a:spcBef>
              <a:spcAft>
                <a:spcPts val="0"/>
              </a:spcAft>
              <a:buNone/>
              <a:defRPr sz="3000">
                <a:solidFill>
                  <a:schemeClr val="accent3"/>
                </a:solidFill>
              </a:defRPr>
            </a:lvl9pPr>
          </a:lstStyle>
          <a:p>
            <a:endParaRPr/>
          </a:p>
        </p:txBody>
      </p:sp>
      <p:sp>
        <p:nvSpPr>
          <p:cNvPr id="715" name="Google Shape;715;p136">
            <a:extLst>
              <a:ext uri="{FF2B5EF4-FFF2-40B4-BE49-F238E27FC236}">
                <a16:creationId xmlns:a16="http://schemas.microsoft.com/office/drawing/2014/main" id="{960EA278-CE65-4689-A446-779EDC18A3EB}"/>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accent3"/>
                </a:solidFill>
              </a:defRPr>
            </a:lvl1pPr>
            <a:lvl2pPr algn="ctr">
              <a:spcBef>
                <a:spcPts val="750"/>
              </a:spcBef>
              <a:spcAft>
                <a:spcPts val="0"/>
              </a:spcAft>
              <a:buNone/>
              <a:defRPr>
                <a:solidFill>
                  <a:schemeClr val="accent3"/>
                </a:solidFill>
              </a:defRPr>
            </a:lvl2pPr>
            <a:lvl3pPr algn="ctr">
              <a:spcBef>
                <a:spcPts val="750"/>
              </a:spcBef>
              <a:spcAft>
                <a:spcPts val="0"/>
              </a:spcAft>
              <a:buNone/>
              <a:defRPr>
                <a:solidFill>
                  <a:schemeClr val="accent3"/>
                </a:solidFill>
              </a:defRPr>
            </a:lvl3pPr>
            <a:lvl4pPr algn="ctr">
              <a:spcBef>
                <a:spcPts val="750"/>
              </a:spcBef>
              <a:spcAft>
                <a:spcPts val="0"/>
              </a:spcAft>
              <a:buNone/>
              <a:defRPr>
                <a:solidFill>
                  <a:schemeClr val="accent3"/>
                </a:solidFill>
              </a:defRPr>
            </a:lvl4pPr>
            <a:lvl5pPr algn="ctr">
              <a:spcBef>
                <a:spcPts val="750"/>
              </a:spcBef>
              <a:spcAft>
                <a:spcPts val="0"/>
              </a:spcAft>
              <a:buNone/>
              <a:defRPr>
                <a:solidFill>
                  <a:schemeClr val="accent3"/>
                </a:solidFill>
              </a:defRPr>
            </a:lvl5pPr>
            <a:lvl6pPr algn="ctr">
              <a:spcBef>
                <a:spcPts val="750"/>
              </a:spcBef>
              <a:spcAft>
                <a:spcPts val="0"/>
              </a:spcAft>
              <a:buNone/>
              <a:defRPr>
                <a:solidFill>
                  <a:schemeClr val="accent3"/>
                </a:solidFill>
              </a:defRPr>
            </a:lvl6pPr>
            <a:lvl7pPr algn="ctr">
              <a:spcBef>
                <a:spcPts val="750"/>
              </a:spcBef>
              <a:spcAft>
                <a:spcPts val="0"/>
              </a:spcAft>
              <a:buNone/>
              <a:defRPr>
                <a:solidFill>
                  <a:schemeClr val="accent3"/>
                </a:solidFill>
              </a:defRPr>
            </a:lvl7pPr>
            <a:lvl8pPr algn="ctr">
              <a:spcBef>
                <a:spcPts val="750"/>
              </a:spcBef>
              <a:spcAft>
                <a:spcPts val="0"/>
              </a:spcAft>
              <a:buNone/>
              <a:defRPr>
                <a:solidFill>
                  <a:schemeClr val="accent3"/>
                </a:solidFill>
              </a:defRPr>
            </a:lvl8pPr>
            <a:lvl9pPr algn="ctr">
              <a:spcBef>
                <a:spcPts val="750"/>
              </a:spcBef>
              <a:spcAft>
                <a:spcPts val="0"/>
              </a:spcAft>
              <a:buNone/>
              <a:defRPr>
                <a:solidFill>
                  <a:schemeClr val="accent3"/>
                </a:solidFill>
              </a:defRPr>
            </a:lvl9pPr>
          </a:lstStyle>
          <a:p>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matchingName="Border_Robins Egg">
  <p:cSld name="Border_Robins Egg">
    <p:bg>
      <p:bgPr>
        <a:solidFill>
          <a:schemeClr val="lt1"/>
        </a:solidFill>
        <a:effectLst/>
      </p:bgPr>
    </p:bg>
    <p:spTree>
      <p:nvGrpSpPr>
        <p:cNvPr id="1" name=""/>
        <p:cNvGrpSpPr/>
        <p:nvPr/>
      </p:nvGrpSpPr>
      <p:grpSpPr>
        <a:xfrm>
          <a:off x="0" y="0"/>
          <a:ext cx="0" cy="0"/>
          <a:chOff x="0" y="0"/>
          <a:chExt cx="0" cy="0"/>
        </a:xfrm>
      </p:grpSpPr>
      <p:sp>
        <p:nvSpPr>
          <p:cNvPr id="717" name="Google Shape;717;p137">
            <a:extLst>
              <a:ext uri="{FF2B5EF4-FFF2-40B4-BE49-F238E27FC236}">
                <a16:creationId xmlns:a16="http://schemas.microsoft.com/office/drawing/2014/main" id="{F1E5B4D7-BA0C-4EE0-988A-4486A0B8D620}"/>
              </a:ext>
            </a:extLst>
          </p:cNvPr>
          <p:cNvSpPr>
            <a:spLocks noGrp="1"/>
          </p:cNvSpPr>
          <p:nvPr/>
        </p:nvSpPr>
        <p:spPr>
          <a:xfrm>
            <a:off x="242850" y="210150"/>
            <a:ext cx="8658300" cy="4723200"/>
          </a:xfrm>
          <a:prstGeom prst="roundRect">
            <a:avLst>
              <a:gd name="adj" fmla="val 2277"/>
            </a:avLst>
          </a:prstGeom>
          <a:solidFill>
            <a:schemeClr val="accent4"/>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718" name="Google Shape;718;p137">
            <a:extLst>
              <a:ext uri="{FF2B5EF4-FFF2-40B4-BE49-F238E27FC236}">
                <a16:creationId xmlns:a16="http://schemas.microsoft.com/office/drawing/2014/main" id="{6C66BBA8-066B-47D7-863A-C98A03ADD3CE}"/>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719" name="Google Shape;719;p137">
            <a:extLst>
              <a:ext uri="{FF2B5EF4-FFF2-40B4-BE49-F238E27FC236}">
                <a16:creationId xmlns:a16="http://schemas.microsoft.com/office/drawing/2014/main" id="{718FA5AF-223D-41E4-95DC-ACC9ED57F27C}"/>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matchingName="Border_Powder">
  <p:cSld name="Border_Powder">
    <p:bg>
      <p:bgPr>
        <a:solidFill>
          <a:schemeClr val="lt1"/>
        </a:solidFill>
        <a:effectLst/>
      </p:bgPr>
    </p:bg>
    <p:spTree>
      <p:nvGrpSpPr>
        <p:cNvPr id="1" name=""/>
        <p:cNvGrpSpPr/>
        <p:nvPr/>
      </p:nvGrpSpPr>
      <p:grpSpPr>
        <a:xfrm>
          <a:off x="0" y="0"/>
          <a:ext cx="0" cy="0"/>
          <a:chOff x="0" y="0"/>
          <a:chExt cx="0" cy="0"/>
        </a:xfrm>
      </p:grpSpPr>
      <p:sp>
        <p:nvSpPr>
          <p:cNvPr id="721" name="Google Shape;721;p138">
            <a:extLst>
              <a:ext uri="{FF2B5EF4-FFF2-40B4-BE49-F238E27FC236}">
                <a16:creationId xmlns:a16="http://schemas.microsoft.com/office/drawing/2014/main" id="{041B60CD-6745-4B37-8BBB-EF61187CE192}"/>
              </a:ext>
            </a:extLst>
          </p:cNvPr>
          <p:cNvSpPr>
            <a:spLocks noGrp="1"/>
          </p:cNvSpPr>
          <p:nvPr/>
        </p:nvSpPr>
        <p:spPr>
          <a:xfrm>
            <a:off x="242850" y="210150"/>
            <a:ext cx="8658300" cy="4723200"/>
          </a:xfrm>
          <a:prstGeom prst="roundRect">
            <a:avLst>
              <a:gd name="adj" fmla="val 2277"/>
            </a:avLst>
          </a:prstGeom>
          <a:solidFill>
            <a:srgbClr val="D7EFF6"/>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722" name="Google Shape;722;p138">
            <a:extLst>
              <a:ext uri="{FF2B5EF4-FFF2-40B4-BE49-F238E27FC236}">
                <a16:creationId xmlns:a16="http://schemas.microsoft.com/office/drawing/2014/main" id="{16D63514-E6A8-4197-8D55-5E8636B42FD4}"/>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723" name="Google Shape;723;p138">
            <a:extLst>
              <a:ext uri="{FF2B5EF4-FFF2-40B4-BE49-F238E27FC236}">
                <a16:creationId xmlns:a16="http://schemas.microsoft.com/office/drawing/2014/main" id="{6D8A31C8-CD99-4BCB-9739-B5FE3F09E9D3}"/>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Blank_white" type="blank">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Logo_Denim">
  <p:cSld name="Logo_Denim">
    <p:bg>
      <p:bgPr>
        <a:solidFill>
          <a:schemeClr val="dk2"/>
        </a:solidFill>
        <a:effectLst/>
      </p:bgPr>
    </p:bg>
    <p:spTree>
      <p:nvGrpSpPr>
        <p:cNvPr id="1" name=""/>
        <p:cNvGrpSpPr/>
        <p:nvPr/>
      </p:nvGrpSpPr>
      <p:grpSpPr>
        <a:xfrm>
          <a:off x="0" y="0"/>
          <a:ext cx="0" cy="0"/>
          <a:chOff x="0" y="0"/>
          <a:chExt cx="0" cy="0"/>
        </a:xfrm>
      </p:grpSpPr>
      <p:pic>
        <p:nvPicPr>
          <p:cNvPr id="2" name="Google Shape;727;p140"/>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matchingName="Logo_Robins Egg">
  <p:cSld name="Logo_Robins Egg">
    <p:bg>
      <p:bgPr>
        <a:solidFill>
          <a:schemeClr val="accent4"/>
        </a:solidFill>
        <a:effectLst/>
      </p:bgPr>
    </p:bg>
    <p:spTree>
      <p:nvGrpSpPr>
        <p:cNvPr id="1" name=""/>
        <p:cNvGrpSpPr/>
        <p:nvPr/>
      </p:nvGrpSpPr>
      <p:grpSpPr>
        <a:xfrm>
          <a:off x="0" y="0"/>
          <a:ext cx="0" cy="0"/>
          <a:chOff x="0" y="0"/>
          <a:chExt cx="0" cy="0"/>
        </a:xfrm>
      </p:grpSpPr>
      <p:pic>
        <p:nvPicPr>
          <p:cNvPr id="2" name="Google Shape;729;p141"/>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matchingName="Logo_Powder">
  <p:cSld name="Logo_Powder">
    <p:bg>
      <p:bgPr>
        <a:solidFill>
          <a:srgbClr val="D7EFF6"/>
        </a:solidFill>
        <a:effectLst/>
      </p:bgPr>
    </p:bg>
    <p:spTree>
      <p:nvGrpSpPr>
        <p:cNvPr id="1" name=""/>
        <p:cNvGrpSpPr/>
        <p:nvPr/>
      </p:nvGrpSpPr>
      <p:grpSpPr>
        <a:xfrm>
          <a:off x="0" y="0"/>
          <a:ext cx="0" cy="0"/>
          <a:chOff x="0" y="0"/>
          <a:chExt cx="0" cy="0"/>
        </a:xfrm>
      </p:grpSpPr>
      <p:pic>
        <p:nvPicPr>
          <p:cNvPr id="2" name="Google Shape;731;p142"/>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matchingName="Title Slide_Denim 1">
  <p:cSld name="Title Slide_Denim_1">
    <p:bg>
      <p:bgPr>
        <a:solidFill>
          <a:schemeClr val="dk2"/>
        </a:solidFill>
        <a:effectLst/>
      </p:bgPr>
    </p:bg>
    <p:spTree>
      <p:nvGrpSpPr>
        <p:cNvPr id="1" name=""/>
        <p:cNvGrpSpPr/>
        <p:nvPr/>
      </p:nvGrpSpPr>
      <p:grpSpPr>
        <a:xfrm>
          <a:off x="0" y="0"/>
          <a:ext cx="0" cy="0"/>
          <a:chOff x="0" y="0"/>
          <a:chExt cx="0" cy="0"/>
        </a:xfrm>
      </p:grpSpPr>
      <p:sp>
        <p:nvSpPr>
          <p:cNvPr id="733" name="Google Shape;733;p143">
            <a:extLst>
              <a:ext uri="{FF2B5EF4-FFF2-40B4-BE49-F238E27FC236}">
                <a16:creationId xmlns:a16="http://schemas.microsoft.com/office/drawing/2014/main" id="{55511677-16A7-48FF-8D50-CDAAB7B38AF6}"/>
              </a:ext>
            </a:extLst>
          </p:cNvPr>
          <p:cNvSpPr>
            <a:spLocks noGrp="1"/>
          </p:cNvSpPr>
          <p:nvPr>
            <p:ph type="ctrTitle"/>
          </p:nvPr>
        </p:nvSpPr>
        <p:spPr>
          <a:xfrm>
            <a:off x="570504"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Clr>
                <a:schemeClr val="lt1"/>
              </a:buClr>
              <a:buSzPts val="3600"/>
              <a:buNone/>
              <a:defRPr sz="3600" i="0">
                <a:solidFill>
                  <a:schemeClr val="lt1"/>
                </a:solidFill>
              </a:defRPr>
            </a:lvl1pPr>
            <a:lvl2pPr>
              <a:spcBef>
                <a:spcPts val="0"/>
              </a:spcBef>
              <a:spcAft>
                <a:spcPts val="0"/>
              </a:spcAft>
              <a:buClr>
                <a:schemeClr val="lt1"/>
              </a:buClr>
              <a:buSzPts val="2400"/>
              <a:buNone/>
              <a:defRPr>
                <a:solidFill>
                  <a:schemeClr val="lt1"/>
                </a:solidFill>
              </a:defRPr>
            </a:lvl2pPr>
            <a:lvl3pPr>
              <a:spcBef>
                <a:spcPts val="0"/>
              </a:spcBef>
              <a:spcAft>
                <a:spcPts val="0"/>
              </a:spcAft>
              <a:buClr>
                <a:schemeClr val="lt1"/>
              </a:buClr>
              <a:buSzPts val="2400"/>
              <a:buNone/>
              <a:defRPr>
                <a:solidFill>
                  <a:schemeClr val="lt1"/>
                </a:solidFill>
              </a:defRPr>
            </a:lvl3pPr>
            <a:lvl4pPr>
              <a:spcBef>
                <a:spcPts val="0"/>
              </a:spcBef>
              <a:spcAft>
                <a:spcPts val="0"/>
              </a:spcAft>
              <a:buClr>
                <a:schemeClr val="lt1"/>
              </a:buClr>
              <a:buSzPts val="2400"/>
              <a:buNone/>
              <a:defRPr>
                <a:solidFill>
                  <a:schemeClr val="lt1"/>
                </a:solidFill>
              </a:defRPr>
            </a:lvl4pPr>
            <a:lvl5pPr>
              <a:spcBef>
                <a:spcPts val="0"/>
              </a:spcBef>
              <a:spcAft>
                <a:spcPts val="0"/>
              </a:spcAft>
              <a:buClr>
                <a:schemeClr val="lt1"/>
              </a:buClr>
              <a:buSzPts val="2400"/>
              <a:buNone/>
              <a:defRPr>
                <a:solidFill>
                  <a:schemeClr val="lt1"/>
                </a:solidFill>
              </a:defRPr>
            </a:lvl5pPr>
            <a:lvl6pPr>
              <a:spcBef>
                <a:spcPts val="0"/>
              </a:spcBef>
              <a:spcAft>
                <a:spcPts val="0"/>
              </a:spcAft>
              <a:buClr>
                <a:schemeClr val="lt1"/>
              </a:buClr>
              <a:buSzPts val="2400"/>
              <a:buNone/>
              <a:defRPr>
                <a:solidFill>
                  <a:schemeClr val="lt1"/>
                </a:solidFill>
              </a:defRPr>
            </a:lvl6pPr>
            <a:lvl7pPr>
              <a:spcBef>
                <a:spcPts val="0"/>
              </a:spcBef>
              <a:spcAft>
                <a:spcPts val="0"/>
              </a:spcAft>
              <a:buClr>
                <a:schemeClr val="lt1"/>
              </a:buClr>
              <a:buSzPts val="2400"/>
              <a:buNone/>
              <a:defRPr>
                <a:solidFill>
                  <a:schemeClr val="lt1"/>
                </a:solidFill>
              </a:defRPr>
            </a:lvl7pPr>
            <a:lvl8pPr>
              <a:spcBef>
                <a:spcPts val="0"/>
              </a:spcBef>
              <a:spcAft>
                <a:spcPts val="0"/>
              </a:spcAft>
              <a:buClr>
                <a:schemeClr val="lt1"/>
              </a:buClr>
              <a:buSzPts val="2400"/>
              <a:buNone/>
              <a:defRPr>
                <a:solidFill>
                  <a:schemeClr val="lt1"/>
                </a:solidFill>
              </a:defRPr>
            </a:lvl8pPr>
            <a:lvl9pPr>
              <a:spcBef>
                <a:spcPts val="0"/>
              </a:spcBef>
              <a:spcAft>
                <a:spcPts val="0"/>
              </a:spcAft>
              <a:buClr>
                <a:schemeClr val="lt1"/>
              </a:buClr>
              <a:buSzPts val="2400"/>
              <a:buNone/>
              <a:defRPr>
                <a:solidFill>
                  <a:schemeClr val="lt1"/>
                </a:solidFill>
              </a:defRPr>
            </a:lvl9pPr>
          </a:lstStyle>
          <a:p>
            <a:endParaRPr/>
          </a:p>
        </p:txBody>
      </p:sp>
      <p:sp>
        <p:nvSpPr>
          <p:cNvPr id="734" name="Google Shape;734;p143">
            <a:extLst>
              <a:ext uri="{FF2B5EF4-FFF2-40B4-BE49-F238E27FC236}">
                <a16:creationId xmlns:a16="http://schemas.microsoft.com/office/drawing/2014/main" id="{6DDAA2A3-F771-4824-BD61-699DA7AC20CD}"/>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750"/>
              </a:spcBef>
              <a:spcAft>
                <a:spcPts val="0"/>
              </a:spcAft>
              <a:buClr>
                <a:schemeClr val="lt1"/>
              </a:buClr>
              <a:buSzPts val="1600"/>
              <a:buFont typeface="Montserrat SemiBold"/>
              <a:buNone/>
              <a:defRPr sz="1600" i="0">
                <a:solidFill>
                  <a:schemeClr val="lt1"/>
                </a:solidFill>
                <a:latin typeface="Montserrat SemiBold"/>
                <a:ea typeface="Montserrat SemiBold"/>
                <a:cs typeface="Montserrat SemiBold"/>
              </a:defRPr>
            </a:lvl1pPr>
            <a:lvl2pPr algn="ctr">
              <a:lnSpc>
                <a:spcPct val="90000"/>
              </a:lnSpc>
              <a:spcBef>
                <a:spcPts val="375"/>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defRPr>
            </a:lvl2pPr>
            <a:lvl3pPr algn="ctr">
              <a:lnSpc>
                <a:spcPct val="90000"/>
              </a:lnSpc>
              <a:spcBef>
                <a:spcPts val="375"/>
              </a:spcBef>
              <a:spcAft>
                <a:spcPts val="0"/>
              </a:spcAft>
              <a:buClr>
                <a:schemeClr val="lt1"/>
              </a:buClr>
              <a:buSzPts val="1350"/>
              <a:buFont typeface="Montserrat SemiBold"/>
              <a:buNone/>
              <a:defRPr sz="1350">
                <a:solidFill>
                  <a:schemeClr val="lt1"/>
                </a:solidFill>
                <a:latin typeface="Montserrat SemiBold"/>
                <a:ea typeface="Montserrat SemiBold"/>
                <a:cs typeface="Montserrat SemiBold"/>
              </a:defRPr>
            </a:lvl3pPr>
            <a:lvl4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4pPr>
            <a:lvl5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5pPr>
            <a:lvl6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6pPr>
            <a:lvl7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7pPr>
            <a:lvl8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8pPr>
            <a:lvl9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9pPr>
          </a:lstStyle>
          <a:p>
            <a:endParaRPr/>
          </a:p>
        </p:txBody>
      </p:sp>
      <p:pic>
        <p:nvPicPr>
          <p:cNvPr id="738" name="Google Shape;735;p143"/>
          <p:cNvPicPr>
            <a:picLocks noChangeAspect="1"/>
          </p:cNvPicPr>
          <p:nvPr/>
        </p:nvPicPr>
        <p:blipFill rotWithShape="1">
          <a:blip r:embed="rId2">
            <a:alphaModFix/>
          </a:blip>
          <a:srcRect/>
          <a:stretch/>
        </p:blipFill>
        <p:spPr>
          <a:xfrm>
            <a:off x="570497" y="716943"/>
            <a:ext cx="2458450" cy="397939"/>
          </a:xfrm>
          <a:prstGeom prst="rect">
            <a:avLst/>
          </a:prstGeom>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matchingName="Title Slide_Robins Egg">
  <p:cSld name="Title Slide_Meadow_1">
    <p:bg>
      <p:bgPr>
        <a:solidFill>
          <a:schemeClr val="accent4"/>
        </a:solidFill>
        <a:effectLst/>
      </p:bgPr>
    </p:bg>
    <p:spTree>
      <p:nvGrpSpPr>
        <p:cNvPr id="1" name=""/>
        <p:cNvGrpSpPr/>
        <p:nvPr/>
      </p:nvGrpSpPr>
      <p:grpSpPr>
        <a:xfrm>
          <a:off x="0" y="0"/>
          <a:ext cx="0" cy="0"/>
          <a:chOff x="0" y="0"/>
          <a:chExt cx="0" cy="0"/>
        </a:xfrm>
      </p:grpSpPr>
      <p:pic>
        <p:nvPicPr>
          <p:cNvPr id="741" name="Google Shape;737;p144"/>
          <p:cNvPicPr>
            <a:picLocks noChangeAspect="1"/>
          </p:cNvPicPr>
          <p:nvPr/>
        </p:nvPicPr>
        <p:blipFill rotWithShape="1">
          <a:blip r:embed="rId2">
            <a:alphaModFix/>
          </a:blip>
          <a:srcRect/>
          <a:stretch/>
        </p:blipFill>
        <p:spPr>
          <a:xfrm>
            <a:off x="563375" y="714325"/>
            <a:ext cx="2458369" cy="397925"/>
          </a:xfrm>
          <a:prstGeom prst="rect">
            <a:avLst/>
          </a:prstGeom>
          <a:ln>
            <a:noFill/>
          </a:ln>
        </p:spPr>
      </p:pic>
      <p:sp>
        <p:nvSpPr>
          <p:cNvPr id="738" name="Google Shape;738;p144">
            <a:extLst>
              <a:ext uri="{FF2B5EF4-FFF2-40B4-BE49-F238E27FC236}">
                <a16:creationId xmlns:a16="http://schemas.microsoft.com/office/drawing/2014/main" id="{EB438507-4C76-4A6E-88FF-E79D91F9D11A}"/>
              </a:ext>
            </a:extLst>
          </p:cNvPr>
          <p:cNvSpPr>
            <a:spLocks noGrp="1"/>
          </p:cNvSpPr>
          <p:nvPr>
            <p:ph type="ctrTitle"/>
          </p:nvPr>
        </p:nvSpPr>
        <p:spPr>
          <a:xfrm>
            <a:off x="570504"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SzPts val="3600"/>
              <a:buNone/>
              <a:defRPr sz="3600" i="0"/>
            </a:lvl1pPr>
            <a:lvl2pPr>
              <a:spcBef>
                <a:spcPts val="0"/>
              </a:spcBef>
              <a:spcAft>
                <a:spcPts val="0"/>
              </a:spcAft>
              <a:buClr>
                <a:schemeClr val="dk2"/>
              </a:buClr>
              <a:buSzPts val="2400"/>
              <a:buNone/>
              <a:defRPr>
                <a:solidFill>
                  <a:schemeClr val="dk2"/>
                </a:solidFill>
              </a:defRPr>
            </a:lvl2pPr>
            <a:lvl3pPr>
              <a:spcBef>
                <a:spcPts val="0"/>
              </a:spcBef>
              <a:spcAft>
                <a:spcPts val="0"/>
              </a:spcAft>
              <a:buClr>
                <a:schemeClr val="dk2"/>
              </a:buClr>
              <a:buSzPts val="2400"/>
              <a:buNone/>
              <a:defRPr>
                <a:solidFill>
                  <a:schemeClr val="dk2"/>
                </a:solidFill>
              </a:defRPr>
            </a:lvl3pPr>
            <a:lvl4pPr>
              <a:spcBef>
                <a:spcPts val="0"/>
              </a:spcBef>
              <a:spcAft>
                <a:spcPts val="0"/>
              </a:spcAft>
              <a:buClr>
                <a:schemeClr val="dk2"/>
              </a:buClr>
              <a:buSzPts val="2400"/>
              <a:buNone/>
              <a:defRPr>
                <a:solidFill>
                  <a:schemeClr val="dk2"/>
                </a:solidFill>
              </a:defRPr>
            </a:lvl4pPr>
            <a:lvl5pPr>
              <a:spcBef>
                <a:spcPts val="0"/>
              </a:spcBef>
              <a:spcAft>
                <a:spcPts val="0"/>
              </a:spcAft>
              <a:buClr>
                <a:schemeClr val="dk2"/>
              </a:buClr>
              <a:buSzPts val="2400"/>
              <a:buNone/>
              <a:defRPr>
                <a:solidFill>
                  <a:schemeClr val="dk2"/>
                </a:solidFill>
              </a:defRPr>
            </a:lvl5pPr>
            <a:lvl6pPr>
              <a:spcBef>
                <a:spcPts val="0"/>
              </a:spcBef>
              <a:spcAft>
                <a:spcPts val="0"/>
              </a:spcAft>
              <a:buClr>
                <a:schemeClr val="dk2"/>
              </a:buClr>
              <a:buSzPts val="2400"/>
              <a:buNone/>
              <a:defRPr>
                <a:solidFill>
                  <a:schemeClr val="dk2"/>
                </a:solidFill>
              </a:defRPr>
            </a:lvl6pPr>
            <a:lvl7pPr>
              <a:spcBef>
                <a:spcPts val="0"/>
              </a:spcBef>
              <a:spcAft>
                <a:spcPts val="0"/>
              </a:spcAft>
              <a:buClr>
                <a:schemeClr val="dk2"/>
              </a:buClr>
              <a:buSzPts val="2400"/>
              <a:buNone/>
              <a:defRPr>
                <a:solidFill>
                  <a:schemeClr val="dk2"/>
                </a:solidFill>
              </a:defRPr>
            </a:lvl7pPr>
            <a:lvl8pPr>
              <a:spcBef>
                <a:spcPts val="0"/>
              </a:spcBef>
              <a:spcAft>
                <a:spcPts val="0"/>
              </a:spcAft>
              <a:buClr>
                <a:schemeClr val="dk2"/>
              </a:buClr>
              <a:buSzPts val="2400"/>
              <a:buNone/>
              <a:defRPr>
                <a:solidFill>
                  <a:schemeClr val="dk2"/>
                </a:solidFill>
              </a:defRPr>
            </a:lvl8pPr>
            <a:lvl9pPr>
              <a:spcBef>
                <a:spcPts val="0"/>
              </a:spcBef>
              <a:spcAft>
                <a:spcPts val="0"/>
              </a:spcAft>
              <a:buClr>
                <a:schemeClr val="dk2"/>
              </a:buClr>
              <a:buSzPts val="2400"/>
              <a:buNone/>
              <a:defRPr>
                <a:solidFill>
                  <a:schemeClr val="dk2"/>
                </a:solidFill>
              </a:defRPr>
            </a:lvl9pPr>
          </a:lstStyle>
          <a:p>
            <a:endParaRPr/>
          </a:p>
        </p:txBody>
      </p:sp>
      <p:sp>
        <p:nvSpPr>
          <p:cNvPr id="739" name="Google Shape;739;p144">
            <a:extLst>
              <a:ext uri="{FF2B5EF4-FFF2-40B4-BE49-F238E27FC236}">
                <a16:creationId xmlns:a16="http://schemas.microsoft.com/office/drawing/2014/main" id="{EC1A291D-5709-417B-96FF-0426FF468F9A}"/>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750"/>
              </a:spcBef>
              <a:spcAft>
                <a:spcPts val="0"/>
              </a:spcAft>
              <a:buClr>
                <a:schemeClr val="dk2"/>
              </a:buClr>
              <a:buSzPts val="1600"/>
              <a:buFont typeface="Montserrat SemiBold"/>
              <a:buNone/>
              <a:defRPr sz="1600" i="0">
                <a:solidFill>
                  <a:schemeClr val="dk2"/>
                </a:solidFill>
                <a:latin typeface="Montserrat SemiBold"/>
                <a:ea typeface="Montserrat SemiBold"/>
                <a:cs typeface="Montserrat SemiBold"/>
              </a:defRPr>
            </a:lvl1pPr>
            <a:lvl2pPr algn="ctr">
              <a:lnSpc>
                <a:spcPct val="90000"/>
              </a:lnSpc>
              <a:spcBef>
                <a:spcPts val="375"/>
              </a:spcBef>
              <a:spcAft>
                <a:spcPts val="0"/>
              </a:spcAft>
              <a:buClr>
                <a:schemeClr val="dk2"/>
              </a:buClr>
              <a:buSzPts val="1500"/>
              <a:buFont typeface="Montserrat SemiBold"/>
              <a:buNone/>
              <a:defRPr sz="1500">
                <a:solidFill>
                  <a:schemeClr val="dk2"/>
                </a:solidFill>
                <a:latin typeface="Montserrat SemiBold"/>
                <a:ea typeface="Montserrat SemiBold"/>
                <a:cs typeface="Montserrat SemiBold"/>
              </a:defRPr>
            </a:lvl2pPr>
            <a:lvl3pPr algn="ctr">
              <a:lnSpc>
                <a:spcPct val="90000"/>
              </a:lnSpc>
              <a:spcBef>
                <a:spcPts val="375"/>
              </a:spcBef>
              <a:spcAft>
                <a:spcPts val="0"/>
              </a:spcAft>
              <a:buClr>
                <a:schemeClr val="dk2"/>
              </a:buClr>
              <a:buSzPts val="1350"/>
              <a:buFont typeface="Montserrat SemiBold"/>
              <a:buNone/>
              <a:defRPr sz="1350">
                <a:solidFill>
                  <a:schemeClr val="dk2"/>
                </a:solidFill>
                <a:latin typeface="Montserrat SemiBold"/>
                <a:ea typeface="Montserrat SemiBold"/>
                <a:cs typeface="Montserrat SemiBold"/>
              </a:defRPr>
            </a:lvl3pPr>
            <a:lvl4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4pPr>
            <a:lvl5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5pPr>
            <a:lvl6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6pPr>
            <a:lvl7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7pPr>
            <a:lvl8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8pPr>
            <a:lvl9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9pPr>
          </a:lstStyle>
          <a:p>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matchingName="Title Slide_Powder">
  <p:cSld name="TITLE_1">
    <p:bg>
      <p:bgPr>
        <a:solidFill>
          <a:srgbClr val="D7EFF6"/>
        </a:solidFill>
        <a:effectLst/>
      </p:bgPr>
    </p:bg>
    <p:spTree>
      <p:nvGrpSpPr>
        <p:cNvPr id="1" name=""/>
        <p:cNvGrpSpPr/>
        <p:nvPr/>
      </p:nvGrpSpPr>
      <p:grpSpPr>
        <a:xfrm>
          <a:off x="0" y="0"/>
          <a:ext cx="0" cy="0"/>
          <a:chOff x="0" y="0"/>
          <a:chExt cx="0" cy="0"/>
        </a:xfrm>
      </p:grpSpPr>
      <p:sp>
        <p:nvSpPr>
          <p:cNvPr id="741" name="Google Shape;741;p145">
            <a:extLst>
              <a:ext uri="{FF2B5EF4-FFF2-40B4-BE49-F238E27FC236}">
                <a16:creationId xmlns:a16="http://schemas.microsoft.com/office/drawing/2014/main" id="{8D8E6568-DBEB-4AC5-8EF9-EA9EAA7105F1}"/>
              </a:ext>
            </a:extLst>
          </p:cNvPr>
          <p:cNvSpPr>
            <a:spLocks noGrp="1"/>
          </p:cNvSpPr>
          <p:nvPr>
            <p:ph type="ctrTitle"/>
          </p:nvPr>
        </p:nvSpPr>
        <p:spPr>
          <a:xfrm>
            <a:off x="570504"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SzPts val="3600"/>
              <a:buNone/>
              <a:defRPr sz="3600" i="0"/>
            </a:lvl1pPr>
            <a:lvl2pPr>
              <a:spcBef>
                <a:spcPts val="0"/>
              </a:spcBef>
              <a:spcAft>
                <a:spcPts val="0"/>
              </a:spcAft>
              <a:buClr>
                <a:schemeClr val="dk2"/>
              </a:buClr>
              <a:buSzPts val="2400"/>
              <a:buNone/>
              <a:defRPr>
                <a:solidFill>
                  <a:schemeClr val="dk2"/>
                </a:solidFill>
              </a:defRPr>
            </a:lvl2pPr>
            <a:lvl3pPr>
              <a:spcBef>
                <a:spcPts val="0"/>
              </a:spcBef>
              <a:spcAft>
                <a:spcPts val="0"/>
              </a:spcAft>
              <a:buClr>
                <a:schemeClr val="dk2"/>
              </a:buClr>
              <a:buSzPts val="2400"/>
              <a:buNone/>
              <a:defRPr>
                <a:solidFill>
                  <a:schemeClr val="dk2"/>
                </a:solidFill>
              </a:defRPr>
            </a:lvl3pPr>
            <a:lvl4pPr>
              <a:spcBef>
                <a:spcPts val="0"/>
              </a:spcBef>
              <a:spcAft>
                <a:spcPts val="0"/>
              </a:spcAft>
              <a:buClr>
                <a:schemeClr val="dk2"/>
              </a:buClr>
              <a:buSzPts val="2400"/>
              <a:buNone/>
              <a:defRPr>
                <a:solidFill>
                  <a:schemeClr val="dk2"/>
                </a:solidFill>
              </a:defRPr>
            </a:lvl4pPr>
            <a:lvl5pPr>
              <a:spcBef>
                <a:spcPts val="0"/>
              </a:spcBef>
              <a:spcAft>
                <a:spcPts val="0"/>
              </a:spcAft>
              <a:buClr>
                <a:schemeClr val="dk2"/>
              </a:buClr>
              <a:buSzPts val="2400"/>
              <a:buNone/>
              <a:defRPr>
                <a:solidFill>
                  <a:schemeClr val="dk2"/>
                </a:solidFill>
              </a:defRPr>
            </a:lvl5pPr>
            <a:lvl6pPr>
              <a:spcBef>
                <a:spcPts val="0"/>
              </a:spcBef>
              <a:spcAft>
                <a:spcPts val="0"/>
              </a:spcAft>
              <a:buClr>
                <a:schemeClr val="dk2"/>
              </a:buClr>
              <a:buSzPts val="2400"/>
              <a:buNone/>
              <a:defRPr>
                <a:solidFill>
                  <a:schemeClr val="dk2"/>
                </a:solidFill>
              </a:defRPr>
            </a:lvl6pPr>
            <a:lvl7pPr>
              <a:spcBef>
                <a:spcPts val="0"/>
              </a:spcBef>
              <a:spcAft>
                <a:spcPts val="0"/>
              </a:spcAft>
              <a:buClr>
                <a:schemeClr val="dk2"/>
              </a:buClr>
              <a:buSzPts val="2400"/>
              <a:buNone/>
              <a:defRPr>
                <a:solidFill>
                  <a:schemeClr val="dk2"/>
                </a:solidFill>
              </a:defRPr>
            </a:lvl7pPr>
            <a:lvl8pPr>
              <a:spcBef>
                <a:spcPts val="0"/>
              </a:spcBef>
              <a:spcAft>
                <a:spcPts val="0"/>
              </a:spcAft>
              <a:buClr>
                <a:schemeClr val="dk2"/>
              </a:buClr>
              <a:buSzPts val="2400"/>
              <a:buNone/>
              <a:defRPr>
                <a:solidFill>
                  <a:schemeClr val="dk2"/>
                </a:solidFill>
              </a:defRPr>
            </a:lvl8pPr>
            <a:lvl9pPr>
              <a:spcBef>
                <a:spcPts val="0"/>
              </a:spcBef>
              <a:spcAft>
                <a:spcPts val="0"/>
              </a:spcAft>
              <a:buClr>
                <a:schemeClr val="dk2"/>
              </a:buClr>
              <a:buSzPts val="2400"/>
              <a:buNone/>
              <a:defRPr>
                <a:solidFill>
                  <a:schemeClr val="dk2"/>
                </a:solidFill>
              </a:defRPr>
            </a:lvl9pPr>
          </a:lstStyle>
          <a:p>
            <a:endParaRPr/>
          </a:p>
        </p:txBody>
      </p:sp>
      <p:sp>
        <p:nvSpPr>
          <p:cNvPr id="742" name="Google Shape;742;p145">
            <a:extLst>
              <a:ext uri="{FF2B5EF4-FFF2-40B4-BE49-F238E27FC236}">
                <a16:creationId xmlns:a16="http://schemas.microsoft.com/office/drawing/2014/main" id="{B79D7E07-5EBB-44EE-9A42-21A7C42B0FC2}"/>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750"/>
              </a:spcBef>
              <a:spcAft>
                <a:spcPts val="0"/>
              </a:spcAft>
              <a:buClr>
                <a:schemeClr val="dk2"/>
              </a:buClr>
              <a:buSzPts val="1600"/>
              <a:buFont typeface="Montserrat SemiBold"/>
              <a:buNone/>
              <a:defRPr sz="1600" i="0">
                <a:solidFill>
                  <a:schemeClr val="dk2"/>
                </a:solidFill>
                <a:latin typeface="Montserrat SemiBold"/>
                <a:ea typeface="Montserrat SemiBold"/>
                <a:cs typeface="Montserrat SemiBold"/>
              </a:defRPr>
            </a:lvl1pPr>
            <a:lvl2pPr algn="ctr">
              <a:lnSpc>
                <a:spcPct val="90000"/>
              </a:lnSpc>
              <a:spcBef>
                <a:spcPts val="375"/>
              </a:spcBef>
              <a:spcAft>
                <a:spcPts val="0"/>
              </a:spcAft>
              <a:buClr>
                <a:schemeClr val="dk2"/>
              </a:buClr>
              <a:buSzPts val="1500"/>
              <a:buFont typeface="Montserrat SemiBold"/>
              <a:buNone/>
              <a:defRPr sz="1500">
                <a:solidFill>
                  <a:schemeClr val="dk2"/>
                </a:solidFill>
                <a:latin typeface="Montserrat SemiBold"/>
                <a:ea typeface="Montserrat SemiBold"/>
                <a:cs typeface="Montserrat SemiBold"/>
              </a:defRPr>
            </a:lvl2pPr>
            <a:lvl3pPr algn="ctr">
              <a:lnSpc>
                <a:spcPct val="90000"/>
              </a:lnSpc>
              <a:spcBef>
                <a:spcPts val="375"/>
              </a:spcBef>
              <a:spcAft>
                <a:spcPts val="0"/>
              </a:spcAft>
              <a:buClr>
                <a:schemeClr val="dk2"/>
              </a:buClr>
              <a:buSzPts val="1350"/>
              <a:buFont typeface="Montserrat SemiBold"/>
              <a:buNone/>
              <a:defRPr sz="1350">
                <a:solidFill>
                  <a:schemeClr val="dk2"/>
                </a:solidFill>
                <a:latin typeface="Montserrat SemiBold"/>
                <a:ea typeface="Montserrat SemiBold"/>
                <a:cs typeface="Montserrat SemiBold"/>
              </a:defRPr>
            </a:lvl3pPr>
            <a:lvl4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4pPr>
            <a:lvl5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5pPr>
            <a:lvl6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6pPr>
            <a:lvl7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7pPr>
            <a:lvl8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8pPr>
            <a:lvl9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9pPr>
          </a:lstStyle>
          <a:p>
            <a:endParaRPr/>
          </a:p>
        </p:txBody>
      </p:sp>
      <p:pic>
        <p:nvPicPr>
          <p:cNvPr id="746" name="Google Shape;743;p145"/>
          <p:cNvPicPr>
            <a:picLocks noChangeAspect="1"/>
          </p:cNvPicPr>
          <p:nvPr/>
        </p:nvPicPr>
        <p:blipFill rotWithShape="1">
          <a:blip r:embed="rId2">
            <a:alphaModFix/>
          </a:blip>
          <a:srcRect/>
          <a:stretch/>
        </p:blipFill>
        <p:spPr>
          <a:xfrm>
            <a:off x="563375" y="714325"/>
            <a:ext cx="2458369" cy="397925"/>
          </a:xfrm>
          <a:prstGeom prst="rect">
            <a:avLst/>
          </a:prstGeom>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itle Only_Powder">
  <p:cSld name="Title Only_Powder">
    <p:bg>
      <p:bgPr>
        <a:solidFill>
          <a:srgbClr val="D7EFF6"/>
        </a:solidFill>
        <a:effectLst/>
      </p:bgPr>
    </p:bg>
    <p:spTree>
      <p:nvGrpSpPr>
        <p:cNvPr id="1" name=""/>
        <p:cNvGrpSpPr/>
        <p:nvPr/>
      </p:nvGrpSpPr>
      <p:grpSpPr>
        <a:xfrm>
          <a:off x="0" y="0"/>
          <a:ext cx="0" cy="0"/>
          <a:chOff x="0" y="0"/>
          <a:chExt cx="0" cy="0"/>
        </a:xfrm>
      </p:grpSpPr>
      <p:sp>
        <p:nvSpPr>
          <p:cNvPr id="745" name="Google Shape;745;p146">
            <a:extLst>
              <a:ext uri="{FF2B5EF4-FFF2-40B4-BE49-F238E27FC236}">
                <a16:creationId xmlns:a16="http://schemas.microsoft.com/office/drawing/2014/main" id="{47DBECBD-7CB9-4FA5-B538-2DACBF5A5A03}"/>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Title Only_Robins Egg">
  <p:cSld name="Title Only_Powder_1">
    <p:bg>
      <p:bgPr>
        <a:solidFill>
          <a:schemeClr val="accent4"/>
        </a:solidFill>
        <a:effectLst/>
      </p:bgPr>
    </p:bg>
    <p:spTree>
      <p:nvGrpSpPr>
        <p:cNvPr id="1" name=""/>
        <p:cNvGrpSpPr/>
        <p:nvPr/>
      </p:nvGrpSpPr>
      <p:grpSpPr>
        <a:xfrm>
          <a:off x="0" y="0"/>
          <a:ext cx="0" cy="0"/>
          <a:chOff x="0" y="0"/>
          <a:chExt cx="0" cy="0"/>
        </a:xfrm>
      </p:grpSpPr>
      <p:sp>
        <p:nvSpPr>
          <p:cNvPr id="748" name="Google Shape;748;p147">
            <a:extLst>
              <a:ext uri="{FF2B5EF4-FFF2-40B4-BE49-F238E27FC236}">
                <a16:creationId xmlns:a16="http://schemas.microsoft.com/office/drawing/2014/main" id="{59A6E3C5-21D4-4CB7-8699-2245608711E8}"/>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Title Only_Denim">
  <p:cSld name="Title Only_Powder_1_1">
    <p:bg>
      <p:bgPr>
        <a:solidFill>
          <a:schemeClr val="dk2"/>
        </a:solidFill>
        <a:effectLst/>
      </p:bgPr>
    </p:bg>
    <p:spTree>
      <p:nvGrpSpPr>
        <p:cNvPr id="1" name=""/>
        <p:cNvGrpSpPr/>
        <p:nvPr/>
      </p:nvGrpSpPr>
      <p:grpSpPr>
        <a:xfrm>
          <a:off x="0" y="0"/>
          <a:ext cx="0" cy="0"/>
          <a:chOff x="0" y="0"/>
          <a:chExt cx="0" cy="0"/>
        </a:xfrm>
      </p:grpSpPr>
      <p:sp>
        <p:nvSpPr>
          <p:cNvPr id="751" name="Google Shape;751;p148">
            <a:extLst>
              <a:ext uri="{FF2B5EF4-FFF2-40B4-BE49-F238E27FC236}">
                <a16:creationId xmlns:a16="http://schemas.microsoft.com/office/drawing/2014/main" id="{30E3FEF2-D27A-4609-93F6-0D9BF6E8121B}"/>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matchingName="Border_Light Gray">
  <p:cSld name="Border_Powder_1">
    <p:bg>
      <p:bgPr>
        <a:solidFill>
          <a:schemeClr val="lt1"/>
        </a:solidFill>
        <a:effectLst/>
      </p:bgPr>
    </p:bg>
    <p:spTree>
      <p:nvGrpSpPr>
        <p:cNvPr id="1" name=""/>
        <p:cNvGrpSpPr/>
        <p:nvPr/>
      </p:nvGrpSpPr>
      <p:grpSpPr>
        <a:xfrm>
          <a:off x="0" y="0"/>
          <a:ext cx="0" cy="0"/>
          <a:chOff x="0" y="0"/>
          <a:chExt cx="0" cy="0"/>
        </a:xfrm>
      </p:grpSpPr>
      <p:sp>
        <p:nvSpPr>
          <p:cNvPr id="755" name="Google Shape;755;p149">
            <a:extLst>
              <a:ext uri="{FF2B5EF4-FFF2-40B4-BE49-F238E27FC236}">
                <a16:creationId xmlns:a16="http://schemas.microsoft.com/office/drawing/2014/main" id="{34054A52-1FAE-434F-9752-4F0DD828D41E}"/>
              </a:ext>
            </a:extLst>
          </p:cNvPr>
          <p:cNvSpPr>
            <a:spLocks noGrp="1"/>
          </p:cNvSpPr>
          <p:nvPr/>
        </p:nvSpPr>
        <p:spPr>
          <a:xfrm>
            <a:off x="242850" y="210150"/>
            <a:ext cx="8658300" cy="4723200"/>
          </a:xfrm>
          <a:prstGeom prst="roundRect">
            <a:avLst>
              <a:gd name="adj" fmla="val 2277"/>
            </a:avLst>
          </a:prstGeom>
          <a:solidFill>
            <a:srgbClr val="F3F3F3"/>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756" name="Google Shape;756;p149">
            <a:extLst>
              <a:ext uri="{FF2B5EF4-FFF2-40B4-BE49-F238E27FC236}">
                <a16:creationId xmlns:a16="http://schemas.microsoft.com/office/drawing/2014/main" id="{E5677E83-E6B0-47E7-9050-B119D67FED90}"/>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757" name="Google Shape;757;p149">
            <a:extLst>
              <a:ext uri="{FF2B5EF4-FFF2-40B4-BE49-F238E27FC236}">
                <a16:creationId xmlns:a16="http://schemas.microsoft.com/office/drawing/2014/main" id="{89E6538D-CA6A-480B-AAEF-85986051FA26}"/>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01 Title 1">
  <p:cSld name="TITLE_3">
    <p:spTree>
      <p:nvGrpSpPr>
        <p:cNvPr id="1" name=""/>
        <p:cNvGrpSpPr/>
        <p:nvPr/>
      </p:nvGrpSpPr>
      <p:grpSpPr>
        <a:xfrm>
          <a:off x="0" y="0"/>
          <a:ext cx="0" cy="0"/>
          <a:chOff x="0" y="0"/>
          <a:chExt cx="0" cy="0"/>
        </a:xfrm>
      </p:grpSpPr>
      <p:sp>
        <p:nvSpPr>
          <p:cNvPr id="759" name="Google Shape;759;p150">
            <a:extLst>
              <a:ext uri="{FF2B5EF4-FFF2-40B4-BE49-F238E27FC236}">
                <a16:creationId xmlns:a16="http://schemas.microsoft.com/office/drawing/2014/main" id="{89A113AF-07A2-4843-87E4-DB6BDFF475F9}"/>
              </a:ext>
            </a:extLst>
          </p:cNvPr>
          <p:cNvSpPr>
            <a:spLocks noGrp="1"/>
          </p:cNvSpPr>
          <p:nvPr/>
        </p:nvSpPr>
        <p:spPr>
          <a:xfrm>
            <a:off x="0" y="0"/>
            <a:ext cx="9826800" cy="5143500"/>
          </a:xfrm>
          <a:prstGeom prst="rect">
            <a:avLst/>
          </a:prstGeom>
          <a:solidFill>
            <a:srgbClr val="FF671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767" name="Google Shape;760;p150"/>
          <p:cNvPicPr>
            <a:picLocks noChangeAspect="1"/>
          </p:cNvPicPr>
          <p:nvPr/>
        </p:nvPicPr>
        <p:blipFill rotWithShape="1">
          <a:blip r:embed="rId2">
            <a:alphaModFix/>
          </a:blip>
          <a:srcRect/>
          <a:stretch/>
        </p:blipFill>
        <p:spPr>
          <a:xfrm>
            <a:off x="365760" y="304800"/>
            <a:ext cx="1150800" cy="218520"/>
          </a:xfrm>
          <a:prstGeom prst="rect">
            <a:avLst/>
          </a:prstGeom>
          <a:ln>
            <a:noFill/>
          </a:ln>
        </p:spPr>
      </p:pic>
      <p:pic>
        <p:nvPicPr>
          <p:cNvPr id="768" name="Google Shape;761;p150"/>
          <p:cNvPicPr>
            <a:picLocks noChangeAspect="1"/>
          </p:cNvPicPr>
          <p:nvPr/>
        </p:nvPicPr>
        <p:blipFill rotWithShape="1">
          <a:blip r:embed="rId3">
            <a:alphaModFix amt="15000"/>
          </a:blip>
          <a:srcRect/>
          <a:stretch/>
        </p:blipFill>
        <p:spPr>
          <a:xfrm>
            <a:off x="7046548" y="304790"/>
            <a:ext cx="1545401" cy="1667664"/>
          </a:xfrm>
          <a:prstGeom prst="rect">
            <a:avLst/>
          </a:prstGeom>
          <a:ln>
            <a:noFill/>
          </a:ln>
        </p:spPr>
      </p:pic>
      <p:sp>
        <p:nvSpPr>
          <p:cNvPr id="762" name="Google Shape;762;p150">
            <a:extLst>
              <a:ext uri="{FF2B5EF4-FFF2-40B4-BE49-F238E27FC236}">
                <a16:creationId xmlns:a16="http://schemas.microsoft.com/office/drawing/2014/main" id="{1136B814-CD93-49DE-ACBB-852469191087}"/>
              </a:ext>
            </a:extLst>
          </p:cNvPr>
          <p:cNvSpPr>
            <a:spLocks noGrp="1"/>
          </p:cNvSpPr>
          <p:nvPr>
            <p:ph type="title"/>
          </p:nvPr>
        </p:nvSpPr>
        <p:spPr>
          <a:xfrm>
            <a:off x="348747" y="1923056"/>
            <a:ext cx="6697800" cy="1685100"/>
          </a:xfrm>
          <a:prstGeom prst="rect">
            <a:avLst/>
          </a:prstGeom>
          <a:noFill/>
          <a:ln>
            <a:noFill/>
          </a:ln>
        </p:spPr>
        <p:txBody>
          <a:bodyPr spcFirstLastPara="1" wrap="square" lIns="0" tIns="0" rIns="91425" bIns="0" anchor="t">
            <a:noAutofit/>
          </a:bodyPr>
          <a:lstStyle>
            <a:lvl1pPr marR="0" algn="l">
              <a:lnSpc>
                <a:spcPct val="100000"/>
              </a:lnSpc>
              <a:spcBef>
                <a:spcPts val="0"/>
              </a:spcBef>
              <a:spcAft>
                <a:spcPts val="0"/>
              </a:spcAft>
              <a:buClr>
                <a:srgbClr val="000000"/>
              </a:buClr>
              <a:buSzPts val="4000"/>
              <a:buFont typeface="Arial"/>
              <a:buNone/>
              <a:defRPr sz="4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2pPr>
            <a:lvl3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3pPr>
            <a:lvl4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4pPr>
            <a:lvl5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5pPr>
            <a:lvl6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6pPr>
            <a:lvl7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7pPr>
            <a:lvl8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8pPr>
            <a:lvl9pPr marR="0" algn="l">
              <a:lnSpc>
                <a:spcPct val="100000"/>
              </a:lnSpc>
              <a:spcBef>
                <a:spcPts val="0"/>
              </a:spcBef>
              <a:spcAft>
                <a:spcPts val="0"/>
              </a:spcAft>
              <a:buClr>
                <a:srgbClr val="000000"/>
              </a:buClr>
              <a:buSzPts val="6000"/>
              <a:buFont typeface="Arial"/>
              <a:buNone/>
              <a:defRPr sz="6000" b="1" i="0" u="none" cap="none">
                <a:solidFill>
                  <a:srgbClr val="FFFFFF"/>
                </a:solidFill>
                <a:latin typeface="Roboto"/>
                <a:ea typeface="Roboto"/>
                <a:cs typeface="Roboto"/>
              </a:defRPr>
            </a:lvl9pPr>
          </a:lstStyle>
          <a:p>
            <a:endParaRPr/>
          </a:p>
        </p:txBody>
      </p:sp>
      <p:sp>
        <p:nvSpPr>
          <p:cNvPr id="763" name="Google Shape;763;p150">
            <a:extLst>
              <a:ext uri="{FF2B5EF4-FFF2-40B4-BE49-F238E27FC236}">
                <a16:creationId xmlns:a16="http://schemas.microsoft.com/office/drawing/2014/main" id="{59E0693D-29D3-4C04-B379-E254D023B2B6}"/>
              </a:ext>
            </a:extLst>
          </p:cNvPr>
          <p:cNvSpPr>
            <a:spLocks noGrp="1"/>
          </p:cNvSpPr>
          <p:nvPr/>
        </p:nvSpPr>
        <p:spPr>
          <a:xfrm>
            <a:off x="348750" y="1848363"/>
            <a:ext cx="219600" cy="73200"/>
          </a:xfrm>
          <a:prstGeom prst="roundRect">
            <a:avLst>
              <a:gd name="adj" fmla="val 50000"/>
            </a:avLst>
          </a:prstGeom>
          <a:solidFill>
            <a:srgbClr val="FFFFFF"/>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04 Title&amp;Content_white">
  <p:cSld name="Title and Content_3_1_1_1_1_1">
    <p:bg>
      <p:bgPr>
        <a:noFill/>
        <a:effectLst/>
      </p:bgPr>
    </p:bg>
    <p:spTree>
      <p:nvGrpSpPr>
        <p:cNvPr id="1" name=""/>
        <p:cNvGrpSpPr/>
        <p:nvPr/>
      </p:nvGrpSpPr>
      <p:grpSpPr>
        <a:xfrm>
          <a:off x="0" y="0"/>
          <a:ext cx="0" cy="0"/>
          <a:chOff x="0" y="0"/>
          <a:chExt cx="0" cy="0"/>
        </a:xfrm>
      </p:grpSpPr>
      <p:sp>
        <p:nvSpPr>
          <p:cNvPr id="765" name="Google Shape;765;p151">
            <a:extLst>
              <a:ext uri="{FF2B5EF4-FFF2-40B4-BE49-F238E27FC236}">
                <a16:creationId xmlns:a16="http://schemas.microsoft.com/office/drawing/2014/main" id="{8DE7357D-A9AC-4380-AA35-0AED0B633BDA}"/>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dk1"/>
              </a:buClr>
              <a:buSzPts val="3000"/>
              <a:buFont typeface="Arial"/>
              <a:buNone/>
              <a:defRPr sz="3000" b="1" i="0" u="none" cap="none">
                <a:solidFill>
                  <a:schemeClr val="dk1"/>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766" name="Google Shape;766;p151">
            <a:extLst>
              <a:ext uri="{FF2B5EF4-FFF2-40B4-BE49-F238E27FC236}">
                <a16:creationId xmlns:a16="http://schemas.microsoft.com/office/drawing/2014/main" id="{E2553AF7-BF55-473D-B8E2-8C45C8F7C2A7}"/>
              </a:ext>
            </a:extLst>
          </p:cNvPr>
          <p:cNvSpPr>
            <a:spLocks noGrp="1"/>
          </p:cNvSpPr>
          <p:nvPr>
            <p:ph type="body" idx="1"/>
          </p:nvPr>
        </p:nvSpPr>
        <p:spPr>
          <a:xfrm>
            <a:off x="347400" y="1051560"/>
            <a:ext cx="84492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chemeClr val="dk1"/>
              </a:buClr>
              <a:buSzPts val="1800"/>
              <a:buFont typeface="Roboto"/>
              <a:buChar char="●"/>
              <a:defRPr sz="1800" b="0" i="0" u="none" cap="none">
                <a:solidFill>
                  <a:schemeClr val="dk1"/>
                </a:solidFill>
                <a:latin typeface="Roboto"/>
                <a:ea typeface="Roboto"/>
                <a:cs typeface="Roboto"/>
              </a:defRPr>
            </a:lvl1pPr>
            <a:lvl2pPr marL="914400" marR="0" indent="-317500" algn="l">
              <a:lnSpc>
                <a:spcPct val="115000"/>
              </a:lnSpc>
              <a:spcBef>
                <a:spcPts val="1000"/>
              </a:spcBef>
              <a:spcAft>
                <a:spcPts val="0"/>
              </a:spcAft>
              <a:buClr>
                <a:schemeClr val="dk1"/>
              </a:buClr>
              <a:buSzPts val="1400"/>
              <a:buFont typeface="Roboto Light"/>
              <a:buChar char="○"/>
              <a:defRPr sz="1400" b="0" i="0" u="none" cap="none">
                <a:solidFill>
                  <a:schemeClr val="dk1"/>
                </a:solidFill>
                <a:latin typeface="Roboto Light"/>
                <a:ea typeface="Roboto Light"/>
                <a:cs typeface="Roboto Light"/>
              </a:defRPr>
            </a:lvl2pPr>
            <a:lvl3pPr marL="1371600" marR="0" indent="-304800" algn="l">
              <a:lnSpc>
                <a:spcPct val="115000"/>
              </a:lnSpc>
              <a:spcBef>
                <a:spcPts val="1000"/>
              </a:spcBef>
              <a:spcAft>
                <a:spcPts val="0"/>
              </a:spcAft>
              <a:buClr>
                <a:schemeClr val="dk1"/>
              </a:buClr>
              <a:buSzPts val="1200"/>
              <a:buFont typeface="Roboto Light"/>
              <a:buChar char="■"/>
              <a:defRPr sz="1200" b="0" i="0" u="none" cap="none">
                <a:solidFill>
                  <a:schemeClr val="dk1"/>
                </a:solidFill>
                <a:latin typeface="Roboto Light"/>
                <a:ea typeface="Roboto Light"/>
                <a:cs typeface="Roboto Light"/>
              </a:defRPr>
            </a:lvl3pPr>
            <a:lvl4pPr marL="1828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4pPr>
            <a:lvl5pPr marL="22860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5pPr>
            <a:lvl6pPr marL="27432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6pPr>
            <a:lvl7pPr marL="32004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7pPr>
            <a:lvl8pPr marL="36576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8pPr>
            <a:lvl9pPr marL="4114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02 SectionTitle_blue">
  <p:cSld name="BLANK_1_2_4">
    <p:bg>
      <p:bgPr>
        <a:noFill/>
        <a:effectLst/>
      </p:bgPr>
    </p:bg>
    <p:spTree>
      <p:nvGrpSpPr>
        <p:cNvPr id="1" name=""/>
        <p:cNvGrpSpPr/>
        <p:nvPr/>
      </p:nvGrpSpPr>
      <p:grpSpPr>
        <a:xfrm>
          <a:off x="0" y="0"/>
          <a:ext cx="0" cy="0"/>
          <a:chOff x="0" y="0"/>
          <a:chExt cx="0" cy="0"/>
        </a:xfrm>
      </p:grpSpPr>
      <p:sp>
        <p:nvSpPr>
          <p:cNvPr id="768" name="Google Shape;768;p152">
            <a:extLst>
              <a:ext uri="{FF2B5EF4-FFF2-40B4-BE49-F238E27FC236}">
                <a16:creationId xmlns:a16="http://schemas.microsoft.com/office/drawing/2014/main" id="{1ED7EC1F-0795-480C-9687-0DAC26E87E66}"/>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69" name="Google Shape;769;p152">
            <a:extLst>
              <a:ext uri="{FF2B5EF4-FFF2-40B4-BE49-F238E27FC236}">
                <a16:creationId xmlns:a16="http://schemas.microsoft.com/office/drawing/2014/main" id="{FAAB4FF8-B03E-4F7D-9095-C48CC8AB1302}"/>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ctr">
            <a:noAutofit/>
          </a:bodyPr>
          <a:lstStyle>
            <a:lvl1pPr marR="0" algn="ctr">
              <a:lnSpc>
                <a:spcPct val="115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811" name="Google Shape;770;p152"/>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812" name="Google Shape;771;p152"/>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03 Statement_navy">
  <p:cSld name="BLANK_1_2_2_2_3">
    <p:bg>
      <p:bgPr>
        <a:noFill/>
        <a:effectLst/>
      </p:bgPr>
    </p:bg>
    <p:spTree>
      <p:nvGrpSpPr>
        <p:cNvPr id="1" name=""/>
        <p:cNvGrpSpPr/>
        <p:nvPr/>
      </p:nvGrpSpPr>
      <p:grpSpPr>
        <a:xfrm>
          <a:off x="0" y="0"/>
          <a:ext cx="0" cy="0"/>
          <a:chOff x="0" y="0"/>
          <a:chExt cx="0" cy="0"/>
        </a:xfrm>
      </p:grpSpPr>
      <p:sp>
        <p:nvSpPr>
          <p:cNvPr id="774" name="Google Shape;774;p153">
            <a:extLst>
              <a:ext uri="{FF2B5EF4-FFF2-40B4-BE49-F238E27FC236}">
                <a16:creationId xmlns:a16="http://schemas.microsoft.com/office/drawing/2014/main" id="{1355CF98-5466-4C70-A1F4-A9311F235D5E}"/>
              </a:ext>
            </a:extLst>
          </p:cNvPr>
          <p:cNvSpPr>
            <a:spLocks noGrp="1"/>
          </p:cNvSpPr>
          <p:nvPr/>
        </p:nvSpPr>
        <p:spPr>
          <a:xfrm>
            <a:off x="0" y="0"/>
            <a:ext cx="9144000" cy="5143500"/>
          </a:xfrm>
          <a:prstGeom prst="rect">
            <a:avLst/>
          </a:prstGeom>
          <a:solidFill>
            <a:srgbClr val="00004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75" name="Google Shape;775;p153">
            <a:extLst>
              <a:ext uri="{FF2B5EF4-FFF2-40B4-BE49-F238E27FC236}">
                <a16:creationId xmlns:a16="http://schemas.microsoft.com/office/drawing/2014/main" id="{49F10CEE-02B7-45A5-A231-6F22F64A1509}"/>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817" name="Google Shape;776;p153"/>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818" name="Google Shape;777;p153"/>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03 Statement_blue 1">
  <p:cSld name="BLANK_1_2_2_2_4">
    <p:bg>
      <p:bgPr>
        <a:noFill/>
        <a:effectLst/>
      </p:bgPr>
    </p:bg>
    <p:spTree>
      <p:nvGrpSpPr>
        <p:cNvPr id="1" name=""/>
        <p:cNvGrpSpPr/>
        <p:nvPr/>
      </p:nvGrpSpPr>
      <p:grpSpPr>
        <a:xfrm>
          <a:off x="0" y="0"/>
          <a:ext cx="0" cy="0"/>
          <a:chOff x="0" y="0"/>
          <a:chExt cx="0" cy="0"/>
        </a:xfrm>
      </p:grpSpPr>
      <p:sp>
        <p:nvSpPr>
          <p:cNvPr id="780" name="Google Shape;780;p154">
            <a:extLst>
              <a:ext uri="{FF2B5EF4-FFF2-40B4-BE49-F238E27FC236}">
                <a16:creationId xmlns:a16="http://schemas.microsoft.com/office/drawing/2014/main" id="{80FD0395-72FC-41C2-82D2-B24D0538CE9C}"/>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81" name="Google Shape;781;p154">
            <a:extLst>
              <a:ext uri="{FF2B5EF4-FFF2-40B4-BE49-F238E27FC236}">
                <a16:creationId xmlns:a16="http://schemas.microsoft.com/office/drawing/2014/main" id="{4DD074CD-4F04-4C54-B225-8C76926417BC}"/>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823" name="Google Shape;782;p154"/>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824" name="Google Shape;783;p154"/>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
        <p:cNvGrpSpPr/>
        <p:nvPr/>
      </p:nvGrpSpPr>
      <p:grpSpPr>
        <a:xfrm>
          <a:off x="0" y="0"/>
          <a:ext cx="0" cy="0"/>
          <a:chOff x="0" y="0"/>
          <a:chExt cx="0" cy="0"/>
        </a:xfrm>
      </p:grpSpPr>
      <p:sp>
        <p:nvSpPr>
          <p:cNvPr id="786" name="Google Shape;786;p155">
            <a:extLst>
              <a:ext uri="{FF2B5EF4-FFF2-40B4-BE49-F238E27FC236}">
                <a16:creationId xmlns:a16="http://schemas.microsoft.com/office/drawing/2014/main" id="{8181D67F-F977-4CB3-A551-F92AF06DBE35}"/>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dk1"/>
              </a:buClr>
              <a:buSzPts val="3000"/>
              <a:buFont typeface="Arial"/>
              <a:buNone/>
              <a:defRPr sz="3000" b="1" i="0" u="none" cap="none">
                <a:solidFill>
                  <a:schemeClr val="dk1"/>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787" name="Google Shape;787;p155">
            <a:extLst>
              <a:ext uri="{FF2B5EF4-FFF2-40B4-BE49-F238E27FC236}">
                <a16:creationId xmlns:a16="http://schemas.microsoft.com/office/drawing/2014/main" id="{AF3507D6-4208-4DE5-9916-AF14A91343B4}"/>
              </a:ext>
            </a:extLst>
          </p:cNvPr>
          <p:cNvSpPr>
            <a:spLocks noGrp="1"/>
          </p:cNvSpPr>
          <p:nvPr>
            <p:ph type="body" idx="1"/>
          </p:nvPr>
        </p:nvSpPr>
        <p:spPr>
          <a:xfrm>
            <a:off x="347400" y="1051560"/>
            <a:ext cx="84492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chemeClr val="dk1"/>
              </a:buClr>
              <a:buSzPts val="1800"/>
              <a:buFont typeface="Roboto"/>
              <a:buChar char="●"/>
              <a:defRPr sz="1800" b="0" i="0" u="none" cap="none">
                <a:solidFill>
                  <a:schemeClr val="dk1"/>
                </a:solidFill>
                <a:latin typeface="Roboto"/>
                <a:ea typeface="Roboto"/>
                <a:cs typeface="Roboto"/>
              </a:defRPr>
            </a:lvl1pPr>
            <a:lvl2pPr marL="914400" marR="0" indent="-317500" algn="l">
              <a:lnSpc>
                <a:spcPct val="115000"/>
              </a:lnSpc>
              <a:spcBef>
                <a:spcPts val="1000"/>
              </a:spcBef>
              <a:spcAft>
                <a:spcPts val="0"/>
              </a:spcAft>
              <a:buClr>
                <a:schemeClr val="dk1"/>
              </a:buClr>
              <a:buSzPts val="1400"/>
              <a:buFont typeface="Roboto Light"/>
              <a:buChar char="○"/>
              <a:defRPr sz="1400" b="0" i="0" u="none" cap="none">
                <a:solidFill>
                  <a:schemeClr val="dk1"/>
                </a:solidFill>
                <a:latin typeface="Roboto Light"/>
                <a:ea typeface="Roboto Light"/>
                <a:cs typeface="Roboto Light"/>
              </a:defRPr>
            </a:lvl2pPr>
            <a:lvl3pPr marL="1371600" marR="0" indent="-304800" algn="l">
              <a:lnSpc>
                <a:spcPct val="115000"/>
              </a:lnSpc>
              <a:spcBef>
                <a:spcPts val="1000"/>
              </a:spcBef>
              <a:spcAft>
                <a:spcPts val="0"/>
              </a:spcAft>
              <a:buClr>
                <a:schemeClr val="dk1"/>
              </a:buClr>
              <a:buSzPts val="1200"/>
              <a:buFont typeface="Roboto Light"/>
              <a:buChar char="■"/>
              <a:defRPr sz="1200" b="0" i="0" u="none" cap="none">
                <a:solidFill>
                  <a:schemeClr val="dk1"/>
                </a:solidFill>
                <a:latin typeface="Roboto Light"/>
                <a:ea typeface="Roboto Light"/>
                <a:cs typeface="Roboto Light"/>
              </a:defRPr>
            </a:lvl3pPr>
            <a:lvl4pPr marL="1828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4pPr>
            <a:lvl5pPr marL="22860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5pPr>
            <a:lvl6pPr marL="27432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6pPr>
            <a:lvl7pPr marL="32004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7pPr>
            <a:lvl8pPr marL="36576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8pPr>
            <a:lvl9pPr marL="4114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06 Title&amp;Content_50/50_blue/white_whitetext">
  <p:cSld name="TITLE_ONLY_1_2_1">
    <p:spTree>
      <p:nvGrpSpPr>
        <p:cNvPr id="1" name=""/>
        <p:cNvGrpSpPr/>
        <p:nvPr/>
      </p:nvGrpSpPr>
      <p:grpSpPr>
        <a:xfrm>
          <a:off x="0" y="0"/>
          <a:ext cx="0" cy="0"/>
          <a:chOff x="0" y="0"/>
          <a:chExt cx="0" cy="0"/>
        </a:xfrm>
      </p:grpSpPr>
      <p:sp>
        <p:nvSpPr>
          <p:cNvPr id="789" name="Google Shape;789;p156">
            <a:extLst>
              <a:ext uri="{FF2B5EF4-FFF2-40B4-BE49-F238E27FC236}">
                <a16:creationId xmlns:a16="http://schemas.microsoft.com/office/drawing/2014/main" id="{567DB3F1-15BA-4448-9605-FF867BDFB005}"/>
              </a:ext>
            </a:extLst>
          </p:cNvPr>
          <p:cNvSpPr>
            <a:spLocks noGrp="1"/>
          </p:cNvSpPr>
          <p:nvPr/>
        </p:nvSpPr>
        <p:spPr>
          <a:xfrm>
            <a:off x="-25"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790" name="Google Shape;790;p156">
            <a:extLst>
              <a:ext uri="{FF2B5EF4-FFF2-40B4-BE49-F238E27FC236}">
                <a16:creationId xmlns:a16="http://schemas.microsoft.com/office/drawing/2014/main" id="{F65056D4-7D1B-4AF1-A97C-FC662D16CF2D}"/>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791" name="Google Shape;791;p156">
            <a:extLst>
              <a:ext uri="{FF2B5EF4-FFF2-40B4-BE49-F238E27FC236}">
                <a16:creationId xmlns:a16="http://schemas.microsoft.com/office/drawing/2014/main" id="{74F7B460-ABC2-431B-91BC-CF6E3BF01E43}"/>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pic>
        <p:nvPicPr>
          <p:cNvPr id="796" name="Google Shape;792;p156"/>
          <p:cNvPicPr>
            <a:picLocks noChangeAspect="1"/>
          </p:cNvPicPr>
          <p:nvPr/>
        </p:nvPicPr>
        <p:blipFill rotWithShape="1">
          <a:blip r:embed="rId2">
            <a:alphaModFix/>
          </a:blip>
          <a:srcRect/>
          <a:stretch/>
        </p:blipFill>
        <p:spPr>
          <a:xfrm>
            <a:off x="365760" y="210312"/>
            <a:ext cx="923305" cy="173691"/>
          </a:xfrm>
          <a:prstGeom prst="rect">
            <a:avLst/>
          </a:prstGeom>
          <a:ln>
            <a:noFill/>
          </a:ln>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06 Title&amp;Content_50/50_white/blue">
  <p:cSld name="TITLE_ONLY_1_1">
    <p:spTree>
      <p:nvGrpSpPr>
        <p:cNvPr id="1" name=""/>
        <p:cNvGrpSpPr/>
        <p:nvPr/>
      </p:nvGrpSpPr>
      <p:grpSpPr>
        <a:xfrm>
          <a:off x="0" y="0"/>
          <a:ext cx="0" cy="0"/>
          <a:chOff x="0" y="0"/>
          <a:chExt cx="0" cy="0"/>
        </a:xfrm>
      </p:grpSpPr>
      <p:sp>
        <p:nvSpPr>
          <p:cNvPr id="794" name="Google Shape;794;p157">
            <a:extLst>
              <a:ext uri="{FF2B5EF4-FFF2-40B4-BE49-F238E27FC236}">
                <a16:creationId xmlns:a16="http://schemas.microsoft.com/office/drawing/2014/main" id="{64B70D6C-05F0-4988-BC8B-82C6B64BF943}"/>
              </a:ext>
            </a:extLst>
          </p:cNvPr>
          <p:cNvSpPr>
            <a:spLocks noGrp="1"/>
          </p:cNvSpPr>
          <p:nvPr/>
        </p:nvSpPr>
        <p:spPr>
          <a:xfrm>
            <a:off x="4572000"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814" name="Google Shape;795;p157"/>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797" name="Google Shape;797;p157">
            <a:extLst>
              <a:ext uri="{FF2B5EF4-FFF2-40B4-BE49-F238E27FC236}">
                <a16:creationId xmlns:a16="http://schemas.microsoft.com/office/drawing/2014/main" id="{A8CADAB7-5C6C-4915-82C2-44056576D1A4}"/>
              </a:ext>
            </a:extLst>
          </p:cNvPr>
          <p:cNvSpPr>
            <a:spLocks noGrp="1"/>
          </p:cNvSpPr>
          <p:nvPr>
            <p:ph type="title"/>
          </p:nvPr>
        </p:nvSpPr>
        <p:spPr>
          <a:xfrm>
            <a:off x="34947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798" name="Google Shape;798;p157">
            <a:extLst>
              <a:ext uri="{FF2B5EF4-FFF2-40B4-BE49-F238E27FC236}">
                <a16:creationId xmlns:a16="http://schemas.microsoft.com/office/drawing/2014/main" id="{F60AC1AC-7EB3-4D98-9BD6-DFD5E7BFC1D9}"/>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06 Title&amp;Content_50/50_blue/white_whitetext 1">
  <p:cSld name="1_Title and Content_3_2_1">
    <p:spTree>
      <p:nvGrpSpPr>
        <p:cNvPr id="1" name=""/>
        <p:cNvGrpSpPr/>
        <p:nvPr/>
      </p:nvGrpSpPr>
      <p:grpSpPr>
        <a:xfrm>
          <a:off x="0" y="0"/>
          <a:ext cx="0" cy="0"/>
          <a:chOff x="0" y="0"/>
          <a:chExt cx="0" cy="0"/>
        </a:xfrm>
      </p:grpSpPr>
      <p:sp>
        <p:nvSpPr>
          <p:cNvPr id="800" name="Google Shape;800;p158">
            <a:extLst>
              <a:ext uri="{FF2B5EF4-FFF2-40B4-BE49-F238E27FC236}">
                <a16:creationId xmlns:a16="http://schemas.microsoft.com/office/drawing/2014/main" id="{0ACBCEB3-5F76-40F8-A3E4-6B6FE49914F6}"/>
              </a:ext>
            </a:extLst>
          </p:cNvPr>
          <p:cNvSpPr>
            <a:spLocks noGrp="1"/>
          </p:cNvSpPr>
          <p:nvPr/>
        </p:nvSpPr>
        <p:spPr>
          <a:xfrm>
            <a:off x="4572000"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01" name="Google Shape;801;p158">
            <a:extLst>
              <a:ext uri="{FF2B5EF4-FFF2-40B4-BE49-F238E27FC236}">
                <a16:creationId xmlns:a16="http://schemas.microsoft.com/office/drawing/2014/main" id="{9132EE22-CFAF-4FC5-B6B6-F697A41D2DAD}"/>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9pPr>
          </a:lstStyle>
          <a:p>
            <a:endParaRPr/>
          </a:p>
        </p:txBody>
      </p:sp>
      <p:sp>
        <p:nvSpPr>
          <p:cNvPr id="802" name="Google Shape;802;p158">
            <a:extLst>
              <a:ext uri="{FF2B5EF4-FFF2-40B4-BE49-F238E27FC236}">
                <a16:creationId xmlns:a16="http://schemas.microsoft.com/office/drawing/2014/main" id="{D6D3AF86-ABCE-4B5D-BA0A-B8CADE47E51A}"/>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836" name="Google Shape;803;p158"/>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04 Title&amp;Content_blue">
  <p:cSld name="Title and Content_3_1_1_2">
    <p:bg>
      <p:bgPr>
        <a:noFill/>
        <a:effectLst/>
      </p:bgPr>
    </p:bg>
    <p:spTree>
      <p:nvGrpSpPr>
        <p:cNvPr id="1" name=""/>
        <p:cNvGrpSpPr/>
        <p:nvPr/>
      </p:nvGrpSpPr>
      <p:grpSpPr>
        <a:xfrm>
          <a:off x="0" y="0"/>
          <a:ext cx="0" cy="0"/>
          <a:chOff x="0" y="0"/>
          <a:chExt cx="0" cy="0"/>
        </a:xfrm>
      </p:grpSpPr>
      <p:sp>
        <p:nvSpPr>
          <p:cNvPr id="806" name="Google Shape;806;p159">
            <a:extLst>
              <a:ext uri="{FF2B5EF4-FFF2-40B4-BE49-F238E27FC236}">
                <a16:creationId xmlns:a16="http://schemas.microsoft.com/office/drawing/2014/main" id="{9334BC5C-2E32-4F60-9AFA-42BCB5210E0C}"/>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07" name="Google Shape;807;p159">
            <a:extLst>
              <a:ext uri="{FF2B5EF4-FFF2-40B4-BE49-F238E27FC236}">
                <a16:creationId xmlns:a16="http://schemas.microsoft.com/office/drawing/2014/main" id="{E0BA8D4B-E456-4CA5-9632-8645A30B6B7E}"/>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pic>
        <p:nvPicPr>
          <p:cNvPr id="857" name="Google Shape;808;p159"/>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809" name="Google Shape;809;p159">
            <a:extLst>
              <a:ext uri="{FF2B5EF4-FFF2-40B4-BE49-F238E27FC236}">
                <a16:creationId xmlns:a16="http://schemas.microsoft.com/office/drawing/2014/main" id="{7501E56E-8C66-4409-9001-126C8C47A1B3}"/>
              </a:ext>
            </a:extLst>
          </p:cNvPr>
          <p:cNvSpPr>
            <a:spLocks noGrp="1"/>
          </p:cNvSpPr>
          <p:nvPr>
            <p:ph type="body" idx="1"/>
          </p:nvPr>
        </p:nvSpPr>
        <p:spPr>
          <a:xfrm>
            <a:off x="349475" y="1051560"/>
            <a:ext cx="84627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859" name="Google Shape;810;p159"/>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04 Title&amp;Content_white 1">
  <p:cSld name="Title and Content_3_1_1_1_1_2">
    <p:bg>
      <p:bgPr>
        <a:noFill/>
        <a:effectLst/>
      </p:bgPr>
    </p:bg>
    <p:spTree>
      <p:nvGrpSpPr>
        <p:cNvPr id="1" name=""/>
        <p:cNvGrpSpPr/>
        <p:nvPr/>
      </p:nvGrpSpPr>
      <p:grpSpPr>
        <a:xfrm>
          <a:off x="0" y="0"/>
          <a:ext cx="0" cy="0"/>
          <a:chOff x="0" y="0"/>
          <a:chExt cx="0" cy="0"/>
        </a:xfrm>
      </p:grpSpPr>
      <p:sp>
        <p:nvSpPr>
          <p:cNvPr id="813" name="Google Shape;813;p160">
            <a:extLst>
              <a:ext uri="{FF2B5EF4-FFF2-40B4-BE49-F238E27FC236}">
                <a16:creationId xmlns:a16="http://schemas.microsoft.com/office/drawing/2014/main" id="{78AA941E-57F5-4615-ACA3-8DE2F8B35CF8}"/>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dk1"/>
              </a:buClr>
              <a:buSzPts val="3000"/>
              <a:buFont typeface="Arial"/>
              <a:buNone/>
              <a:defRPr sz="3000" b="1" i="0" u="none" cap="none">
                <a:solidFill>
                  <a:schemeClr val="dk1"/>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814" name="Google Shape;814;p160">
            <a:extLst>
              <a:ext uri="{FF2B5EF4-FFF2-40B4-BE49-F238E27FC236}">
                <a16:creationId xmlns:a16="http://schemas.microsoft.com/office/drawing/2014/main" id="{DD25B549-F18C-496E-86B4-1D92FE6C7E96}"/>
              </a:ext>
            </a:extLst>
          </p:cNvPr>
          <p:cNvSpPr>
            <a:spLocks noGrp="1"/>
          </p:cNvSpPr>
          <p:nvPr>
            <p:ph type="body" idx="1"/>
          </p:nvPr>
        </p:nvSpPr>
        <p:spPr>
          <a:xfrm>
            <a:off x="347400" y="1051560"/>
            <a:ext cx="8449200" cy="3568500"/>
          </a:xfrm>
          <a:prstGeom prst="rect">
            <a:avLst/>
          </a:prstGeom>
          <a:noFill/>
          <a:ln>
            <a:noFill/>
          </a:ln>
        </p:spPr>
        <p:txBody>
          <a:bodyPr spcFirstLastPara="1" wrap="square" lIns="0" tIns="0" rIns="0" bIns="0" anchor="t">
            <a:noAutofit/>
          </a:bodyPr>
          <a:lstStyle>
            <a:lvl1pPr marL="457200" marR="0" indent="-342900" algn="l">
              <a:lnSpc>
                <a:spcPct val="115000"/>
              </a:lnSpc>
              <a:spcBef>
                <a:spcPts val="1000"/>
              </a:spcBef>
              <a:spcAft>
                <a:spcPts val="0"/>
              </a:spcAft>
              <a:buClr>
                <a:schemeClr val="dk1"/>
              </a:buClr>
              <a:buSzPts val="1800"/>
              <a:buFont typeface="Roboto"/>
              <a:buChar char="●"/>
              <a:defRPr sz="1800" b="0" i="0" u="none" cap="none">
                <a:solidFill>
                  <a:schemeClr val="dk1"/>
                </a:solidFill>
                <a:latin typeface="Roboto"/>
                <a:ea typeface="Roboto"/>
                <a:cs typeface="Roboto"/>
              </a:defRPr>
            </a:lvl1pPr>
            <a:lvl2pPr marL="914400" marR="0" indent="-317500" algn="l">
              <a:lnSpc>
                <a:spcPct val="115000"/>
              </a:lnSpc>
              <a:spcBef>
                <a:spcPts val="1000"/>
              </a:spcBef>
              <a:spcAft>
                <a:spcPts val="0"/>
              </a:spcAft>
              <a:buClr>
                <a:schemeClr val="dk1"/>
              </a:buClr>
              <a:buSzPts val="1400"/>
              <a:buFont typeface="Roboto Light"/>
              <a:buChar char="○"/>
              <a:defRPr sz="1400" b="0" i="0" u="none" cap="none">
                <a:solidFill>
                  <a:schemeClr val="dk1"/>
                </a:solidFill>
                <a:latin typeface="Roboto Light"/>
                <a:ea typeface="Roboto Light"/>
                <a:cs typeface="Roboto Light"/>
              </a:defRPr>
            </a:lvl2pPr>
            <a:lvl3pPr marL="1371600" marR="0" indent="-304800" algn="l">
              <a:lnSpc>
                <a:spcPct val="115000"/>
              </a:lnSpc>
              <a:spcBef>
                <a:spcPts val="1000"/>
              </a:spcBef>
              <a:spcAft>
                <a:spcPts val="0"/>
              </a:spcAft>
              <a:buClr>
                <a:schemeClr val="dk1"/>
              </a:buClr>
              <a:buSzPts val="1200"/>
              <a:buFont typeface="Roboto Light"/>
              <a:buChar char="■"/>
              <a:defRPr sz="1200" b="0" i="0" u="none" cap="none">
                <a:solidFill>
                  <a:schemeClr val="dk1"/>
                </a:solidFill>
                <a:latin typeface="Roboto Light"/>
                <a:ea typeface="Roboto Light"/>
                <a:cs typeface="Roboto Light"/>
              </a:defRPr>
            </a:lvl3pPr>
            <a:lvl4pPr marL="1828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4pPr>
            <a:lvl5pPr marL="22860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5pPr>
            <a:lvl6pPr marL="27432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6pPr>
            <a:lvl7pPr marL="32004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7pPr>
            <a:lvl8pPr marL="36576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8pPr>
            <a:lvl9pPr marL="4114800" marR="0" indent="-279400" algn="l">
              <a:lnSpc>
                <a:spcPct val="115000"/>
              </a:lnSpc>
              <a:spcBef>
                <a:spcPts val="1000"/>
              </a:spcBef>
              <a:spcAft>
                <a:spcPts val="0"/>
              </a:spcAft>
              <a:buClr>
                <a:schemeClr val="dk1"/>
              </a:buClr>
              <a:buSzPts val="800"/>
              <a:buFont typeface="Roboto Light"/>
              <a:buChar char="■"/>
              <a:defRPr sz="800" b="0" i="0" u="none" cap="none">
                <a:solidFill>
                  <a:schemeClr val="dk1"/>
                </a:solidFill>
                <a:latin typeface="Roboto Light"/>
                <a:ea typeface="Roboto Light"/>
                <a:cs typeface="Roboto Light"/>
              </a:defRPr>
            </a:lvl9pPr>
          </a:lstStyle>
          <a:p>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08 Title&amp;Content_w/frame_blue">
  <p:cSld name="CUSTOM_2_2_1">
    <p:spTree>
      <p:nvGrpSpPr>
        <p:cNvPr id="1" name=""/>
        <p:cNvGrpSpPr/>
        <p:nvPr/>
      </p:nvGrpSpPr>
      <p:grpSpPr>
        <a:xfrm>
          <a:off x="0" y="0"/>
          <a:ext cx="0" cy="0"/>
          <a:chOff x="0" y="0"/>
          <a:chExt cx="0" cy="0"/>
        </a:xfrm>
      </p:grpSpPr>
      <p:sp>
        <p:nvSpPr>
          <p:cNvPr id="816" name="Google Shape;816;p161">
            <a:extLst>
              <a:ext uri="{FF2B5EF4-FFF2-40B4-BE49-F238E27FC236}">
                <a16:creationId xmlns:a16="http://schemas.microsoft.com/office/drawing/2014/main" id="{E71C4A07-8D8A-49F3-8AB7-F00F8661B221}"/>
              </a:ext>
            </a:extLst>
          </p:cNvPr>
          <p:cNvSpPr>
            <a:spLocks noGrp="1"/>
          </p:cNvSpPr>
          <p:nvPr/>
        </p:nvSpPr>
        <p:spPr>
          <a:xfrm>
            <a:off x="-50" y="0"/>
            <a:ext cx="6940500" cy="5143500"/>
          </a:xfrm>
          <a:prstGeom prst="rect">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17" name="Google Shape;817;p161">
            <a:extLst>
              <a:ext uri="{FF2B5EF4-FFF2-40B4-BE49-F238E27FC236}">
                <a16:creationId xmlns:a16="http://schemas.microsoft.com/office/drawing/2014/main" id="{9ACC61A1-EB13-4DA2-9E62-8FC8F1E6BE24}"/>
              </a:ext>
            </a:extLst>
          </p:cNvPr>
          <p:cNvSpPr>
            <a:spLocks noGrp="1"/>
          </p:cNvSpPr>
          <p:nvPr>
            <p:ph type="body" idx="1"/>
          </p:nvPr>
        </p:nvSpPr>
        <p:spPr>
          <a:xfrm>
            <a:off x="360300" y="8229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Char char="●"/>
              <a:defRPr sz="1800" i="0" u="none" cap="none">
                <a:solidFill>
                  <a:srgbClr val="FFFFFF"/>
                </a:solidFill>
              </a:defRPr>
            </a:lvl1pPr>
            <a:lvl2pPr marL="914400" marR="0" indent="-317500" algn="l">
              <a:lnSpc>
                <a:spcPct val="115000"/>
              </a:lnSpc>
              <a:spcBef>
                <a:spcPts val="1000"/>
              </a:spcBef>
              <a:spcAft>
                <a:spcPts val="0"/>
              </a:spcAft>
              <a:buClr>
                <a:srgbClr val="FFFFFF"/>
              </a:buClr>
              <a:buSzPts val="1400"/>
              <a:buFont typeface="Montserrat Light"/>
              <a:buChar char="○"/>
              <a:defRPr sz="1400" i="0" u="none" cap="none">
                <a:solidFill>
                  <a:srgbClr val="FFFFFF"/>
                </a:solidFill>
                <a:latin typeface="Montserrat Light"/>
                <a:ea typeface="Montserrat Light"/>
                <a:cs typeface="Montserrat Light"/>
              </a:defRPr>
            </a:lvl2pPr>
            <a:lvl3pPr marL="1371600" marR="0" indent="-304800" algn="l">
              <a:lnSpc>
                <a:spcPct val="115000"/>
              </a:lnSpc>
              <a:spcBef>
                <a:spcPts val="1000"/>
              </a:spcBef>
              <a:spcAft>
                <a:spcPts val="0"/>
              </a:spcAft>
              <a:buClr>
                <a:srgbClr val="FFFFFF"/>
              </a:buClr>
              <a:buSzPts val="1200"/>
              <a:buFont typeface="Montserrat Light"/>
              <a:buChar char="■"/>
              <a:defRPr sz="1200" i="0" u="none" cap="none">
                <a:solidFill>
                  <a:srgbClr val="FFFFFF"/>
                </a:solidFill>
                <a:latin typeface="Montserrat Light"/>
                <a:ea typeface="Montserrat Light"/>
                <a:cs typeface="Montserrat Light"/>
              </a:defRPr>
            </a:lvl3pPr>
            <a:lvl4pPr marL="18288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4pPr>
            <a:lvl5pPr marL="22860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5pPr>
            <a:lvl6pPr marL="27432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6pPr>
            <a:lvl7pPr marL="32004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7pPr>
            <a:lvl8pPr marL="36576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8pPr>
            <a:lvl9pPr marL="41148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9pPr>
          </a:lstStyle>
          <a:p>
            <a:endParaRPr/>
          </a:p>
        </p:txBody>
      </p:sp>
      <p:sp>
        <p:nvSpPr>
          <p:cNvPr id="818" name="Google Shape;818;p161">
            <a:extLst>
              <a:ext uri="{FF2B5EF4-FFF2-40B4-BE49-F238E27FC236}">
                <a16:creationId xmlns:a16="http://schemas.microsoft.com/office/drawing/2014/main" id="{878613F8-C26D-4F9D-81A1-87DAD0C73585}"/>
              </a:ext>
            </a:extLst>
          </p:cNvPr>
          <p:cNvSpPr>
            <a:spLocks noGrp="1"/>
          </p:cNvSpPr>
          <p:nvPr/>
        </p:nvSpPr>
        <p:spPr>
          <a:xfrm>
            <a:off x="3207425" y="789125"/>
            <a:ext cx="5604300" cy="3947100"/>
          </a:xfrm>
          <a:prstGeom prst="rect">
            <a:avLst/>
          </a:prstGeom>
          <a:solidFill>
            <a:srgbClr val="FFFFFF"/>
          </a:solidFill>
          <a:ln>
            <a:noFill/>
          </a:ln>
          <a:effectLst>
            <a:outerShdw blurRad="271463" dist="47625" dir="3600000" algn="bl" rotWithShape="0">
              <a:srgbClr val="000000">
                <a:alpha val="38430"/>
              </a:srgbClr>
            </a:outerShdw>
          </a:effectLst>
        </p:spPr>
        <p:txBody>
          <a:bodyPr spcFirstLastPara="1" wrap="square" lIns="91425" tIns="91425" rIns="91425" bIns="91425" anchor="ctr">
            <a:noAutofit/>
          </a:bodyPr>
          <a:lstStyle/>
          <a:p>
            <a:pPr marL="0" marR="0" lvl="0" indent="0" algn="ctr">
              <a:lnSpc>
                <a:spcPct val="100000"/>
              </a:lnSpc>
              <a:spcBef>
                <a:spcPts val="0"/>
              </a:spcBef>
              <a:spcAft>
                <a:spcPts val="0"/>
              </a:spcAft>
              <a:buClr>
                <a:srgbClr val="000000"/>
              </a:buClr>
              <a:buSzPts val="1400"/>
              <a:buFont typeface="Arial"/>
              <a:buNone/>
            </a:pPr>
            <a:endParaRPr sz="1800" b="0" i="0" u="none" cap="none">
              <a:solidFill>
                <a:schemeClr val="dk1"/>
              </a:solidFill>
              <a:latin typeface="Roboto"/>
              <a:ea typeface="Roboto"/>
              <a:cs typeface="Roboto"/>
            </a:endParaRPr>
          </a:p>
        </p:txBody>
      </p:sp>
      <p:sp>
        <p:nvSpPr>
          <p:cNvPr id="819" name="Google Shape;819;p161">
            <a:extLst>
              <a:ext uri="{FF2B5EF4-FFF2-40B4-BE49-F238E27FC236}">
                <a16:creationId xmlns:a16="http://schemas.microsoft.com/office/drawing/2014/main" id="{782B625A-1826-47A0-A117-1E8A1827200B}"/>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Clr>
                <a:schemeClr val="lt1"/>
              </a:buClr>
              <a:buSzPts val="2400"/>
              <a:buNone/>
              <a:defRPr>
                <a:solidFill>
                  <a:schemeClr val="lt1"/>
                </a:solidFill>
              </a:defRPr>
            </a:lvl2pPr>
            <a:lvl3pPr>
              <a:spcBef>
                <a:spcPts val="0"/>
              </a:spcBef>
              <a:spcAft>
                <a:spcPts val="0"/>
              </a:spcAft>
              <a:buClr>
                <a:schemeClr val="lt1"/>
              </a:buClr>
              <a:buSzPts val="2400"/>
              <a:buNone/>
              <a:defRPr>
                <a:solidFill>
                  <a:schemeClr val="lt1"/>
                </a:solidFill>
              </a:defRPr>
            </a:lvl3pPr>
            <a:lvl4pPr>
              <a:spcBef>
                <a:spcPts val="0"/>
              </a:spcBef>
              <a:spcAft>
                <a:spcPts val="0"/>
              </a:spcAft>
              <a:buClr>
                <a:schemeClr val="lt1"/>
              </a:buClr>
              <a:buSzPts val="2400"/>
              <a:buNone/>
              <a:defRPr>
                <a:solidFill>
                  <a:schemeClr val="lt1"/>
                </a:solidFill>
              </a:defRPr>
            </a:lvl4pPr>
            <a:lvl5pPr>
              <a:spcBef>
                <a:spcPts val="0"/>
              </a:spcBef>
              <a:spcAft>
                <a:spcPts val="0"/>
              </a:spcAft>
              <a:buClr>
                <a:schemeClr val="lt1"/>
              </a:buClr>
              <a:buSzPts val="2400"/>
              <a:buNone/>
              <a:defRPr>
                <a:solidFill>
                  <a:schemeClr val="lt1"/>
                </a:solidFill>
              </a:defRPr>
            </a:lvl5pPr>
            <a:lvl6pPr>
              <a:spcBef>
                <a:spcPts val="0"/>
              </a:spcBef>
              <a:spcAft>
                <a:spcPts val="0"/>
              </a:spcAft>
              <a:buClr>
                <a:schemeClr val="lt1"/>
              </a:buClr>
              <a:buSzPts val="2400"/>
              <a:buNone/>
              <a:defRPr>
                <a:solidFill>
                  <a:schemeClr val="lt1"/>
                </a:solidFill>
              </a:defRPr>
            </a:lvl6pPr>
            <a:lvl7pPr>
              <a:spcBef>
                <a:spcPts val="0"/>
              </a:spcBef>
              <a:spcAft>
                <a:spcPts val="0"/>
              </a:spcAft>
              <a:buClr>
                <a:schemeClr val="lt1"/>
              </a:buClr>
              <a:buSzPts val="2400"/>
              <a:buNone/>
              <a:defRPr>
                <a:solidFill>
                  <a:schemeClr val="lt1"/>
                </a:solidFill>
              </a:defRPr>
            </a:lvl7pPr>
            <a:lvl8pPr>
              <a:spcBef>
                <a:spcPts val="0"/>
              </a:spcBef>
              <a:spcAft>
                <a:spcPts val="0"/>
              </a:spcAft>
              <a:buClr>
                <a:schemeClr val="lt1"/>
              </a:buClr>
              <a:buSzPts val="2400"/>
              <a:buNone/>
              <a:defRPr>
                <a:solidFill>
                  <a:schemeClr val="lt1"/>
                </a:solidFill>
              </a:defRPr>
            </a:lvl8pPr>
            <a:lvl9pPr>
              <a:spcBef>
                <a:spcPts val="0"/>
              </a:spcBef>
              <a:spcAft>
                <a:spcPts val="0"/>
              </a:spcAft>
              <a:buClr>
                <a:schemeClr val="lt1"/>
              </a:buClr>
              <a:buSzPts val="2400"/>
              <a:buNone/>
              <a:defRPr>
                <a:solidFill>
                  <a:schemeClr val="lt1"/>
                </a:solidFill>
              </a:defRPr>
            </a:lvl9pPr>
          </a:lstStyle>
          <a:p>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06 Title&amp;Content_50/50_blue/white">
  <p:cSld name="1_Title and Content_3_1">
    <p:spTree>
      <p:nvGrpSpPr>
        <p:cNvPr id="1" name=""/>
        <p:cNvGrpSpPr/>
        <p:nvPr/>
      </p:nvGrpSpPr>
      <p:grpSpPr>
        <a:xfrm>
          <a:off x="0" y="0"/>
          <a:ext cx="0" cy="0"/>
          <a:chOff x="0" y="0"/>
          <a:chExt cx="0" cy="0"/>
        </a:xfrm>
      </p:grpSpPr>
      <p:sp>
        <p:nvSpPr>
          <p:cNvPr id="821" name="Google Shape;821;p162">
            <a:extLst>
              <a:ext uri="{FF2B5EF4-FFF2-40B4-BE49-F238E27FC236}">
                <a16:creationId xmlns:a16="http://schemas.microsoft.com/office/drawing/2014/main" id="{1F8F2A98-1747-4E70-AA59-4B87A94BDE3E}"/>
              </a:ext>
            </a:extLst>
          </p:cNvPr>
          <p:cNvSpPr>
            <a:spLocks noGrp="1"/>
          </p:cNvSpPr>
          <p:nvPr/>
        </p:nvSpPr>
        <p:spPr>
          <a:xfrm>
            <a:off x="-50" y="0"/>
            <a:ext cx="457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827" name="Google Shape;822;p162"/>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823" name="Google Shape;823;p162">
            <a:extLst>
              <a:ext uri="{FF2B5EF4-FFF2-40B4-BE49-F238E27FC236}">
                <a16:creationId xmlns:a16="http://schemas.microsoft.com/office/drawing/2014/main" id="{B4ADE8DF-B947-407C-8BE8-CAE27F9868E7}"/>
              </a:ext>
            </a:extLst>
          </p:cNvPr>
          <p:cNvSpPr>
            <a:spLocks noGrp="1"/>
          </p:cNvSpPr>
          <p:nvPr>
            <p:ph type="title"/>
          </p:nvPr>
        </p:nvSpPr>
        <p:spPr>
          <a:xfrm>
            <a:off x="4934325" y="685800"/>
            <a:ext cx="38730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824" name="Google Shape;824;p162">
            <a:extLst>
              <a:ext uri="{FF2B5EF4-FFF2-40B4-BE49-F238E27FC236}">
                <a16:creationId xmlns:a16="http://schemas.microsoft.com/office/drawing/2014/main" id="{A9DDA9A2-92E0-476F-9DE1-A509254D58A1}"/>
              </a:ext>
            </a:extLst>
          </p:cNvPr>
          <p:cNvSpPr>
            <a:spLocks noGrp="1"/>
          </p:cNvSpPr>
          <p:nvPr>
            <p:ph type="body" idx="1"/>
          </p:nvPr>
        </p:nvSpPr>
        <p:spPr>
          <a:xfrm>
            <a:off x="493432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07 Title&amp;Content_33/66_blue">
  <p:cSld name="1_Title and Content_2_1_2_1_2_1">
    <p:spTree>
      <p:nvGrpSpPr>
        <p:cNvPr id="1" name=""/>
        <p:cNvGrpSpPr/>
        <p:nvPr/>
      </p:nvGrpSpPr>
      <p:grpSpPr>
        <a:xfrm>
          <a:off x="0" y="0"/>
          <a:ext cx="0" cy="0"/>
          <a:chOff x="0" y="0"/>
          <a:chExt cx="0" cy="0"/>
        </a:xfrm>
      </p:grpSpPr>
      <p:sp>
        <p:nvSpPr>
          <p:cNvPr id="826" name="Google Shape;826;p163">
            <a:extLst>
              <a:ext uri="{FF2B5EF4-FFF2-40B4-BE49-F238E27FC236}">
                <a16:creationId xmlns:a16="http://schemas.microsoft.com/office/drawing/2014/main" id="{413F8984-9378-4BCD-A470-6F71CD3C72B5}"/>
              </a:ext>
            </a:extLst>
          </p:cNvPr>
          <p:cNvSpPr>
            <a:spLocks noGrp="1"/>
          </p:cNvSpPr>
          <p:nvPr/>
        </p:nvSpPr>
        <p:spPr>
          <a:xfrm>
            <a:off x="0" y="0"/>
            <a:ext cx="3282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834" name="Google Shape;827;p163"/>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828" name="Google Shape;828;p163">
            <a:extLst>
              <a:ext uri="{FF2B5EF4-FFF2-40B4-BE49-F238E27FC236}">
                <a16:creationId xmlns:a16="http://schemas.microsoft.com/office/drawing/2014/main" id="{EF8BA3B2-D223-4122-BFD2-78FA20D89A10}"/>
              </a:ext>
            </a:extLst>
          </p:cNvPr>
          <p:cNvSpPr>
            <a:spLocks noGrp="1"/>
          </p:cNvSpPr>
          <p:nvPr>
            <p:ph type="title"/>
          </p:nvPr>
        </p:nvSpPr>
        <p:spPr>
          <a:xfrm>
            <a:off x="3631500" y="685800"/>
            <a:ext cx="5180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829" name="Google Shape;829;p163">
            <a:extLst>
              <a:ext uri="{FF2B5EF4-FFF2-40B4-BE49-F238E27FC236}">
                <a16:creationId xmlns:a16="http://schemas.microsoft.com/office/drawing/2014/main" id="{AD4B2AC6-9648-4EC1-A8DE-27ED10799AB8}"/>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830" name="Google Shape;830;p163">
            <a:extLst>
              <a:ext uri="{FF2B5EF4-FFF2-40B4-BE49-F238E27FC236}">
                <a16:creationId xmlns:a16="http://schemas.microsoft.com/office/drawing/2014/main" id="{3F29CEF9-30C7-4000-B8E0-F38FA274263F}"/>
              </a:ext>
            </a:extLst>
          </p:cNvPr>
          <p:cNvSpPr>
            <a:spLocks noGrp="1"/>
          </p:cNvSpPr>
          <p:nvPr>
            <p:ph type="title" idx="2"/>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831" name="Google Shape;831;p163">
            <a:extLst>
              <a:ext uri="{FF2B5EF4-FFF2-40B4-BE49-F238E27FC236}">
                <a16:creationId xmlns:a16="http://schemas.microsoft.com/office/drawing/2014/main" id="{0EAD1DDE-89C8-4FD9-A9E4-714DAC113E64}"/>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04 Title&amp;Content_gradient">
  <p:cSld name="Title and Content_3_1_1_2_1">
    <p:bg>
      <p:bgPr>
        <a:noFill/>
        <a:effectLst/>
      </p:bgPr>
    </p:bg>
    <p:spTree>
      <p:nvGrpSpPr>
        <p:cNvPr id="1" name=""/>
        <p:cNvGrpSpPr/>
        <p:nvPr/>
      </p:nvGrpSpPr>
      <p:grpSpPr>
        <a:xfrm>
          <a:off x="0" y="0"/>
          <a:ext cx="0" cy="0"/>
          <a:chOff x="0" y="0"/>
          <a:chExt cx="0" cy="0"/>
        </a:xfrm>
      </p:grpSpPr>
      <p:sp>
        <p:nvSpPr>
          <p:cNvPr id="833" name="Google Shape;833;p164">
            <a:extLst>
              <a:ext uri="{FF2B5EF4-FFF2-40B4-BE49-F238E27FC236}">
                <a16:creationId xmlns:a16="http://schemas.microsoft.com/office/drawing/2014/main" id="{7EC43375-A1F6-4D43-B52C-2A7208AAED3C}"/>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34" name="Google Shape;834;p164">
            <a:extLst>
              <a:ext uri="{FF2B5EF4-FFF2-40B4-BE49-F238E27FC236}">
                <a16:creationId xmlns:a16="http://schemas.microsoft.com/office/drawing/2014/main" id="{5C0507F7-0E1F-4861-A000-9F6D1EB55CCE}"/>
              </a:ext>
            </a:extLst>
          </p:cNvPr>
          <p:cNvSpPr>
            <a:spLocks noGrp="1"/>
          </p:cNvSpPr>
          <p:nvPr>
            <p:ph type="title"/>
          </p:nvPr>
        </p:nvSpPr>
        <p:spPr>
          <a:xfrm>
            <a:off x="34947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pic>
        <p:nvPicPr>
          <p:cNvPr id="884" name="Google Shape;835;p164"/>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836" name="Google Shape;836;p164">
            <a:extLst>
              <a:ext uri="{FF2B5EF4-FFF2-40B4-BE49-F238E27FC236}">
                <a16:creationId xmlns:a16="http://schemas.microsoft.com/office/drawing/2014/main" id="{7A34300B-3F29-488E-859A-41B9EC645FD8}"/>
              </a:ext>
            </a:extLst>
          </p:cNvPr>
          <p:cNvSpPr>
            <a:spLocks noGrp="1"/>
          </p:cNvSpPr>
          <p:nvPr>
            <p:ph type="body" idx="1"/>
          </p:nvPr>
        </p:nvSpPr>
        <p:spPr>
          <a:xfrm>
            <a:off x="349475" y="1051560"/>
            <a:ext cx="84627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cxnSp>
        <p:nvCxnSpPr>
          <p:cNvPr id="886" name="Google Shape;837;p164"/>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07 Title&amp;Content_33/66_gradient">
  <p:cSld name="1_Title and Content_2_1_2_1_2_1_1">
    <p:spTree>
      <p:nvGrpSpPr>
        <p:cNvPr id="1" name=""/>
        <p:cNvGrpSpPr/>
        <p:nvPr/>
      </p:nvGrpSpPr>
      <p:grpSpPr>
        <a:xfrm>
          <a:off x="0" y="0"/>
          <a:ext cx="0" cy="0"/>
          <a:chOff x="0" y="0"/>
          <a:chExt cx="0" cy="0"/>
        </a:xfrm>
      </p:grpSpPr>
      <p:sp>
        <p:nvSpPr>
          <p:cNvPr id="840" name="Google Shape;840;p165">
            <a:extLst>
              <a:ext uri="{FF2B5EF4-FFF2-40B4-BE49-F238E27FC236}">
                <a16:creationId xmlns:a16="http://schemas.microsoft.com/office/drawing/2014/main" id="{71F27729-069C-41E3-BCA4-4882934965DB}"/>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41" name="Google Shape;841;p165">
            <a:extLst>
              <a:ext uri="{FF2B5EF4-FFF2-40B4-BE49-F238E27FC236}">
                <a16:creationId xmlns:a16="http://schemas.microsoft.com/office/drawing/2014/main" id="{ECD6C4A6-6D77-449B-B888-D3CFDD6C3913}"/>
              </a:ext>
            </a:extLst>
          </p:cNvPr>
          <p:cNvSpPr>
            <a:spLocks noGrp="1"/>
          </p:cNvSpPr>
          <p:nvPr/>
        </p:nvSpPr>
        <p:spPr>
          <a:xfrm>
            <a:off x="3282000" y="0"/>
            <a:ext cx="5862000" cy="5143500"/>
          </a:xfrm>
          <a:prstGeom prst="rect">
            <a:avLst/>
          </a:prstGeom>
          <a:solidFill>
            <a:schemeClr val="l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cxnSp>
        <p:nvCxnSpPr>
          <p:cNvPr id="884" name="Google Shape;843;p165"/>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pic>
        <p:nvPicPr>
          <p:cNvPr id="885" name="Google Shape;844;p165"/>
          <p:cNvPicPr>
            <a:picLocks noChangeAspect="1"/>
          </p:cNvPicPr>
          <p:nvPr/>
        </p:nvPicPr>
        <p:blipFill rotWithShape="1">
          <a:blip r:embed="rId2">
            <a:alphaModFix/>
          </a:blip>
          <a:srcRect/>
          <a:stretch/>
        </p:blipFill>
        <p:spPr>
          <a:xfrm>
            <a:off x="365760" y="210312"/>
            <a:ext cx="923544" cy="173736"/>
          </a:xfrm>
          <a:prstGeom prst="rect">
            <a:avLst/>
          </a:prstGeom>
          <a:ln>
            <a:noFill/>
          </a:ln>
        </p:spPr>
      </p:pic>
      <p:sp>
        <p:nvSpPr>
          <p:cNvPr id="845" name="Google Shape;845;p165">
            <a:extLst>
              <a:ext uri="{FF2B5EF4-FFF2-40B4-BE49-F238E27FC236}">
                <a16:creationId xmlns:a16="http://schemas.microsoft.com/office/drawing/2014/main" id="{28913E6F-2780-427D-8C7E-5F6A0615B43D}"/>
              </a:ext>
            </a:extLst>
          </p:cNvPr>
          <p:cNvSpPr>
            <a:spLocks noGrp="1"/>
          </p:cNvSpPr>
          <p:nvPr>
            <p:ph type="title"/>
          </p:nvPr>
        </p:nvSpPr>
        <p:spPr>
          <a:xfrm>
            <a:off x="3631500" y="685800"/>
            <a:ext cx="51807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846" name="Google Shape;846;p165">
            <a:extLst>
              <a:ext uri="{FF2B5EF4-FFF2-40B4-BE49-F238E27FC236}">
                <a16:creationId xmlns:a16="http://schemas.microsoft.com/office/drawing/2014/main" id="{62D5BC91-2750-4CCB-BDAF-4438ED81A52E}"/>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Font typeface="Roboto"/>
              <a:buChar char="●"/>
              <a:defRPr sz="1800" b="0" i="0" u="none" cap="none">
                <a:solidFill>
                  <a:srgbClr val="000000"/>
                </a:solidFill>
                <a:latin typeface="Roboto"/>
                <a:ea typeface="Roboto"/>
                <a:cs typeface="Roboto"/>
              </a:defRPr>
            </a:lvl1pPr>
            <a:lvl2pPr marL="914400" marR="0" indent="-317500" algn="l">
              <a:lnSpc>
                <a:spcPct val="115000"/>
              </a:lnSpc>
              <a:spcBef>
                <a:spcPts val="1000"/>
              </a:spcBef>
              <a:spcAft>
                <a:spcPts val="0"/>
              </a:spcAft>
              <a:buClr>
                <a:srgbClr val="000000"/>
              </a:buClr>
              <a:buSzPts val="1400"/>
              <a:buFont typeface="Roboto Light"/>
              <a:buChar char="○"/>
              <a:defRPr sz="1400" b="0" i="0" u="none" cap="none">
                <a:solidFill>
                  <a:srgbClr val="000000"/>
                </a:solidFill>
                <a:latin typeface="Roboto Light"/>
                <a:ea typeface="Roboto Light"/>
                <a:cs typeface="Roboto Light"/>
              </a:defRPr>
            </a:lvl2pPr>
            <a:lvl3pPr marL="1371600" marR="0" indent="-304800" algn="l">
              <a:lnSpc>
                <a:spcPct val="115000"/>
              </a:lnSpc>
              <a:spcBef>
                <a:spcPts val="1000"/>
              </a:spcBef>
              <a:spcAft>
                <a:spcPts val="0"/>
              </a:spcAft>
              <a:buClr>
                <a:srgbClr val="000000"/>
              </a:buClr>
              <a:buSzPts val="1200"/>
              <a:buFont typeface="Roboto Light"/>
              <a:buChar char="■"/>
              <a:defRPr sz="1200" b="0" i="0" u="none" cap="none">
                <a:solidFill>
                  <a:srgbClr val="000000"/>
                </a:solidFill>
                <a:latin typeface="Roboto Light"/>
                <a:ea typeface="Roboto Light"/>
                <a:cs typeface="Roboto Light"/>
              </a:defRPr>
            </a:lvl3pPr>
            <a:lvl4pPr marL="1828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4pPr>
            <a:lvl5pPr marL="22860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5pPr>
            <a:lvl6pPr marL="27432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6pPr>
            <a:lvl7pPr marL="32004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7pPr>
            <a:lvl8pPr marL="36576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8pPr>
            <a:lvl9pPr marL="4114800" marR="0" indent="-279400" algn="l">
              <a:lnSpc>
                <a:spcPct val="115000"/>
              </a:lnSpc>
              <a:spcBef>
                <a:spcPts val="1000"/>
              </a:spcBef>
              <a:spcAft>
                <a:spcPts val="0"/>
              </a:spcAft>
              <a:buClr>
                <a:srgbClr val="000000"/>
              </a:buClr>
              <a:buSzPts val="800"/>
              <a:buFont typeface="Roboto Light"/>
              <a:buChar char="■"/>
              <a:defRPr sz="800" b="0" i="0" u="none" cap="none">
                <a:solidFill>
                  <a:srgbClr val="000000"/>
                </a:solidFill>
                <a:latin typeface="Roboto Light"/>
                <a:ea typeface="Roboto Light"/>
                <a:cs typeface="Roboto Light"/>
              </a:defRPr>
            </a:lvl9pPr>
          </a:lstStyle>
          <a:p>
            <a:endParaRPr/>
          </a:p>
        </p:txBody>
      </p:sp>
      <p:sp>
        <p:nvSpPr>
          <p:cNvPr id="847" name="Google Shape;847;p165">
            <a:extLst>
              <a:ext uri="{FF2B5EF4-FFF2-40B4-BE49-F238E27FC236}">
                <a16:creationId xmlns:a16="http://schemas.microsoft.com/office/drawing/2014/main" id="{C51E77D0-6931-4F3E-AD67-0D157FC367EE}"/>
              </a:ext>
            </a:extLst>
          </p:cNvPr>
          <p:cNvSpPr>
            <a:spLocks noGrp="1"/>
          </p:cNvSpPr>
          <p:nvPr>
            <p:ph type="title" idx="2"/>
          </p:nvPr>
        </p:nvSpPr>
        <p:spPr>
          <a:xfrm>
            <a:off x="360300" y="685800"/>
            <a:ext cx="25668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2pPr>
            <a:lvl3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3pPr>
            <a:lvl4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4pPr>
            <a:lvl5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5pPr>
            <a:lvl6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6pPr>
            <a:lvl7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7pPr>
            <a:lvl8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8pPr>
            <a:lvl9pPr marR="0" algn="l">
              <a:lnSpc>
                <a:spcPct val="100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9pPr>
          </a:lstStyle>
          <a:p>
            <a:endParaRPr/>
          </a:p>
        </p:txBody>
      </p:sp>
      <p:sp>
        <p:nvSpPr>
          <p:cNvPr id="848" name="Google Shape;848;p165">
            <a:extLst>
              <a:ext uri="{FF2B5EF4-FFF2-40B4-BE49-F238E27FC236}">
                <a16:creationId xmlns:a16="http://schemas.microsoft.com/office/drawing/2014/main" id="{1AE2D086-9ADE-4482-A573-597C9590954A}"/>
              </a:ext>
            </a:extLst>
          </p:cNvPr>
          <p:cNvSpPr>
            <a:spLocks noGrp="1"/>
          </p:cNvSpPr>
          <p:nvPr>
            <p:ph type="body" idx="3"/>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03 Statement_gradient 1 1 1">
  <p:cSld name="BLANK_1_2_2_2_1_1_1_1">
    <p:bg>
      <p:bgPr>
        <a:noFill/>
        <a:effectLst/>
      </p:bgPr>
    </p:bg>
    <p:spTree>
      <p:nvGrpSpPr>
        <p:cNvPr id="1" name=""/>
        <p:cNvGrpSpPr/>
        <p:nvPr/>
      </p:nvGrpSpPr>
      <p:grpSpPr>
        <a:xfrm>
          <a:off x="0" y="0"/>
          <a:ext cx="0" cy="0"/>
          <a:chOff x="0" y="0"/>
          <a:chExt cx="0" cy="0"/>
        </a:xfrm>
      </p:grpSpPr>
      <p:sp>
        <p:nvSpPr>
          <p:cNvPr id="850" name="Google Shape;850;p166">
            <a:extLst>
              <a:ext uri="{FF2B5EF4-FFF2-40B4-BE49-F238E27FC236}">
                <a16:creationId xmlns:a16="http://schemas.microsoft.com/office/drawing/2014/main" id="{4010FEB8-8B8B-47D7-BC51-E88A02231962}"/>
              </a:ext>
            </a:extLst>
          </p:cNvPr>
          <p:cNvSpPr>
            <a:spLocks noGrp="1"/>
          </p:cNvSpPr>
          <p:nvPr/>
        </p:nvSpPr>
        <p:spPr>
          <a:xfrm>
            <a:off x="0" y="50"/>
            <a:ext cx="9144000" cy="5143500"/>
          </a:xfrm>
          <a:prstGeom prst="rect">
            <a:avLst/>
          </a:prstGeom>
          <a:solidFill>
            <a:srgbClr val="00004B"/>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pic>
        <p:nvPicPr>
          <p:cNvPr id="890" name="Google Shape;851;p166"/>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891" name="Google Shape;853;p166"/>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
        <p:nvSpPr>
          <p:cNvPr id="854" name="Google Shape;854;p166">
            <a:extLst>
              <a:ext uri="{FF2B5EF4-FFF2-40B4-BE49-F238E27FC236}">
                <a16:creationId xmlns:a16="http://schemas.microsoft.com/office/drawing/2014/main" id="{35F8184C-222F-43FE-9C30-305CA26EBBDE}"/>
              </a:ext>
            </a:extLst>
          </p:cNvPr>
          <p:cNvSpPr>
            <a:spLocks noGrp="1"/>
          </p:cNvSpPr>
          <p:nvPr>
            <p:ph type="title"/>
          </p:nvPr>
        </p:nvSpPr>
        <p:spPr>
          <a:xfrm>
            <a:off x="356225" y="6858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FFFFFF"/>
              </a:buClr>
              <a:buSzPts val="3000"/>
              <a:buFont typeface="Arial"/>
              <a:buNone/>
              <a:defRPr sz="3000" b="1" i="0" u="none" cap="none">
                <a:solidFill>
                  <a:srgbClr val="FFFFFF"/>
                </a:solidFill>
                <a:latin typeface="Roboto"/>
                <a:ea typeface="Roboto"/>
                <a:cs typeface="Roboto"/>
              </a:defRPr>
            </a:lvl1pPr>
            <a:lvl2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2pPr>
            <a:lvl3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3pPr>
            <a:lvl4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4pPr>
            <a:lvl5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5pPr>
            <a:lvl6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6pPr>
            <a:lvl7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7pPr>
            <a:lvl8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8pPr>
            <a:lvl9pPr marR="0" algn="l">
              <a:lnSpc>
                <a:spcPct val="100000"/>
              </a:lnSpc>
              <a:spcBef>
                <a:spcPts val="0"/>
              </a:spcBef>
              <a:spcAft>
                <a:spcPts val="0"/>
              </a:spcAft>
              <a:buClr>
                <a:srgbClr val="000000"/>
              </a:buClr>
              <a:buSzPts val="3000"/>
              <a:buFont typeface="Arial"/>
              <a:buNone/>
              <a:defRPr sz="3000" b="1" i="0" u="none" cap="none">
                <a:solidFill>
                  <a:srgbClr val="000000"/>
                </a:solidFill>
                <a:latin typeface="Roboto"/>
                <a:ea typeface="Roboto"/>
                <a:cs typeface="Roboto"/>
              </a:defRPr>
            </a:lvl9pPr>
          </a:lstStyle>
          <a:p>
            <a:endParaRPr/>
          </a:p>
        </p:txBody>
      </p:sp>
      <p:sp>
        <p:nvSpPr>
          <p:cNvPr id="855" name="Google Shape;855;p166">
            <a:extLst>
              <a:ext uri="{FF2B5EF4-FFF2-40B4-BE49-F238E27FC236}">
                <a16:creationId xmlns:a16="http://schemas.microsoft.com/office/drawing/2014/main" id="{75024770-13D7-49E2-979B-6D33F1B904C9}"/>
              </a:ext>
            </a:extLst>
          </p:cNvPr>
          <p:cNvSpPr>
            <a:spLocks noGrp="1"/>
          </p:cNvSpPr>
          <p:nvPr>
            <p:ph type="body" idx="1"/>
          </p:nvPr>
        </p:nvSpPr>
        <p:spPr>
          <a:xfrm>
            <a:off x="349475" y="1051560"/>
            <a:ext cx="8462700" cy="3568500"/>
          </a:xfrm>
          <a:prstGeom prst="rect">
            <a:avLst/>
          </a:prstGeom>
          <a:noFill/>
          <a:ln>
            <a:noFill/>
          </a:ln>
        </p:spPr>
        <p:txBody>
          <a:bodyPr spcFirstLastPara="1" wrap="square" lIns="0" tIns="0" rIns="0" bIns="0" anchor="t">
            <a:noAutofit/>
          </a:bodyPr>
          <a:lstStyle>
            <a:lvl1pPr marL="457200" marR="0" indent="-342900" algn="l">
              <a:lnSpc>
                <a:spcPct val="115000"/>
              </a:lnSpc>
              <a:spcBef>
                <a:spcPts val="1000"/>
              </a:spcBef>
              <a:spcAft>
                <a:spcPts val="0"/>
              </a:spcAft>
              <a:buClr>
                <a:srgbClr val="FFFFFF"/>
              </a:buClr>
              <a:buSzPts val="1800"/>
              <a:buFont typeface="Roboto"/>
              <a:buChar char="●"/>
              <a:defRPr sz="1800" b="0" i="0" u="none" cap="none">
                <a:solidFill>
                  <a:srgbClr val="FFFFFF"/>
                </a:solidFill>
                <a:latin typeface="Roboto"/>
                <a:ea typeface="Roboto"/>
                <a:cs typeface="Roboto"/>
              </a:defRPr>
            </a:lvl1pPr>
            <a:lvl2pPr marL="914400" marR="0" indent="-317500" algn="l">
              <a:lnSpc>
                <a:spcPct val="115000"/>
              </a:lnSpc>
              <a:spcBef>
                <a:spcPts val="1000"/>
              </a:spcBef>
              <a:spcAft>
                <a:spcPts val="0"/>
              </a:spcAft>
              <a:buClr>
                <a:srgbClr val="FFFFFF"/>
              </a:buClr>
              <a:buSzPts val="1400"/>
              <a:buFont typeface="Roboto Light"/>
              <a:buChar char="○"/>
              <a:defRPr sz="1400" b="0" i="0" u="none" cap="none">
                <a:solidFill>
                  <a:srgbClr val="FFFFFF"/>
                </a:solidFill>
                <a:latin typeface="Roboto Light"/>
                <a:ea typeface="Roboto Light"/>
                <a:cs typeface="Roboto Light"/>
              </a:defRPr>
            </a:lvl2pPr>
            <a:lvl3pPr marL="1371600" marR="0" indent="-304800" algn="l">
              <a:lnSpc>
                <a:spcPct val="115000"/>
              </a:lnSpc>
              <a:spcBef>
                <a:spcPts val="1000"/>
              </a:spcBef>
              <a:spcAft>
                <a:spcPts val="0"/>
              </a:spcAft>
              <a:buClr>
                <a:srgbClr val="FFFFFF"/>
              </a:buClr>
              <a:buSzPts val="1200"/>
              <a:buFont typeface="Roboto Light"/>
              <a:buChar char="■"/>
              <a:defRPr sz="1200" b="0" i="0" u="none" cap="none">
                <a:solidFill>
                  <a:srgbClr val="FFFFFF"/>
                </a:solidFill>
                <a:latin typeface="Roboto Light"/>
                <a:ea typeface="Roboto Light"/>
                <a:cs typeface="Roboto Light"/>
              </a:defRPr>
            </a:lvl3pPr>
            <a:lvl4pPr marL="1828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4pPr>
            <a:lvl5pPr marL="22860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5pPr>
            <a:lvl6pPr marL="27432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6pPr>
            <a:lvl7pPr marL="32004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7pPr>
            <a:lvl8pPr marL="36576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8pPr>
            <a:lvl9pPr marL="4114800" marR="0" indent="-279400" algn="l">
              <a:lnSpc>
                <a:spcPct val="115000"/>
              </a:lnSpc>
              <a:spcBef>
                <a:spcPts val="1000"/>
              </a:spcBef>
              <a:spcAft>
                <a:spcPts val="0"/>
              </a:spcAft>
              <a:buClr>
                <a:srgbClr val="FFFFFF"/>
              </a:buClr>
              <a:buSzPts val="800"/>
              <a:buFont typeface="Roboto Light"/>
              <a:buChar char="■"/>
              <a:defRPr sz="800" b="0" i="0" u="none" cap="none">
                <a:solidFill>
                  <a:srgbClr val="FFFFFF"/>
                </a:solidFill>
                <a:latin typeface="Roboto Light"/>
                <a:ea typeface="Roboto Light"/>
                <a:cs typeface="Roboto Light"/>
              </a:defRPr>
            </a:lvl9pPr>
          </a:lstStyle>
          <a:p>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03 Statement_blue 1 1">
  <p:cSld name="BLANK_1_2_2_2_5">
    <p:bg>
      <p:bgPr>
        <a:noFill/>
        <a:effectLst/>
      </p:bgPr>
    </p:bg>
    <p:spTree>
      <p:nvGrpSpPr>
        <p:cNvPr id="1" name=""/>
        <p:cNvGrpSpPr/>
        <p:nvPr/>
      </p:nvGrpSpPr>
      <p:grpSpPr>
        <a:xfrm>
          <a:off x="0" y="0"/>
          <a:ext cx="0" cy="0"/>
          <a:chOff x="0" y="0"/>
          <a:chExt cx="0" cy="0"/>
        </a:xfrm>
      </p:grpSpPr>
      <p:sp>
        <p:nvSpPr>
          <p:cNvPr id="857" name="Google Shape;857;p167">
            <a:extLst>
              <a:ext uri="{FF2B5EF4-FFF2-40B4-BE49-F238E27FC236}">
                <a16:creationId xmlns:a16="http://schemas.microsoft.com/office/drawing/2014/main" id="{DCA0228E-3A0A-40A5-8E66-48CF176D2504}"/>
              </a:ext>
            </a:extLst>
          </p:cNvPr>
          <p:cNvSpPr>
            <a:spLocks noGrp="1"/>
          </p:cNvSpPr>
          <p:nvPr/>
        </p:nvSpPr>
        <p:spPr>
          <a:xfrm>
            <a:off x="0" y="0"/>
            <a:ext cx="9144000" cy="5143500"/>
          </a:xfrm>
          <a:prstGeom prst="rect">
            <a:avLst/>
          </a:prstGeom>
          <a:solidFill>
            <a:srgbClr val="4597CB"/>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858" name="Google Shape;858;p167">
            <a:extLst>
              <a:ext uri="{FF2B5EF4-FFF2-40B4-BE49-F238E27FC236}">
                <a16:creationId xmlns:a16="http://schemas.microsoft.com/office/drawing/2014/main" id="{0CF6E95D-2495-4D37-981F-0ECBBEEC1F4C}"/>
              </a:ext>
            </a:extLst>
          </p:cNvPr>
          <p:cNvSpPr>
            <a:spLocks noGrp="1"/>
          </p:cNvSpPr>
          <p:nvPr>
            <p:ph type="title"/>
          </p:nvPr>
        </p:nvSpPr>
        <p:spPr>
          <a:xfrm>
            <a:off x="348750" y="685800"/>
            <a:ext cx="8446500" cy="4104000"/>
          </a:xfrm>
          <a:prstGeom prst="rect">
            <a:avLst/>
          </a:prstGeom>
          <a:noFill/>
          <a:ln>
            <a:noFill/>
          </a:ln>
        </p:spPr>
        <p:txBody>
          <a:bodyPr spcFirstLastPara="1" wrap="square" lIns="0" tIns="0" rIns="0" bIns="0" anchor="t">
            <a:noAutofit/>
          </a:bodyPr>
          <a:lstStyle>
            <a:lvl1pPr marR="0" algn="l">
              <a:lnSpc>
                <a:spcPct val="115000"/>
              </a:lnSpc>
              <a:spcBef>
                <a:spcPts val="0"/>
              </a:spcBef>
              <a:spcAft>
                <a:spcPts val="0"/>
              </a:spcAft>
              <a:buClr>
                <a:srgbClr val="FFFFFF"/>
              </a:buClr>
              <a:buSzPts val="3000"/>
              <a:buFont typeface="Roboto"/>
              <a:buNone/>
              <a:defRPr sz="3000" b="1" i="0" u="none" cap="none">
                <a:solidFill>
                  <a:srgbClr val="FFFFFF"/>
                </a:solidFill>
                <a:latin typeface="Roboto"/>
                <a:ea typeface="Roboto"/>
                <a:cs typeface="Roboto"/>
              </a:defRPr>
            </a:lvl1pPr>
            <a:lvl2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2pPr>
            <a:lvl3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3pPr>
            <a:lvl4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4pPr>
            <a:lvl5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5pPr>
            <a:lvl6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6pPr>
            <a:lvl7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7pPr>
            <a:lvl8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8pPr>
            <a:lvl9pPr marR="0" algn="ctr">
              <a:lnSpc>
                <a:spcPct val="100000"/>
              </a:lnSpc>
              <a:spcBef>
                <a:spcPts val="0"/>
              </a:spcBef>
              <a:spcAft>
                <a:spcPts val="0"/>
              </a:spcAft>
              <a:buClr>
                <a:srgbClr val="FFFFFF"/>
              </a:buClr>
              <a:buSzPts val="4000"/>
              <a:buFont typeface="Roboto"/>
              <a:buNone/>
              <a:defRPr sz="4000" b="1" i="0" u="none" cap="none">
                <a:solidFill>
                  <a:srgbClr val="FFFFFF"/>
                </a:solidFill>
                <a:latin typeface="Roboto"/>
                <a:ea typeface="Roboto"/>
                <a:cs typeface="Roboto"/>
              </a:defRPr>
            </a:lvl9pPr>
          </a:lstStyle>
          <a:p>
            <a:endParaRPr/>
          </a:p>
        </p:txBody>
      </p:sp>
      <p:pic>
        <p:nvPicPr>
          <p:cNvPr id="900" name="Google Shape;859;p167"/>
          <p:cNvPicPr>
            <a:picLocks noChangeAspect="1"/>
          </p:cNvPicPr>
          <p:nvPr/>
        </p:nvPicPr>
        <p:blipFill rotWithShape="1">
          <a:blip r:embed="rId2">
            <a:alphaModFix/>
          </a:blip>
          <a:srcRect/>
          <a:stretch/>
        </p:blipFill>
        <p:spPr>
          <a:xfrm>
            <a:off x="365760" y="210312"/>
            <a:ext cx="923544" cy="173736"/>
          </a:xfrm>
          <a:prstGeom prst="rect">
            <a:avLst/>
          </a:prstGeom>
          <a:ln>
            <a:noFill/>
          </a:ln>
        </p:spPr>
      </p:pic>
      <p:cxnSp>
        <p:nvCxnSpPr>
          <p:cNvPr id="901" name="Google Shape;860;p167"/>
          <p:cNvCxnSpPr/>
          <p:nvPr/>
        </p:nvCxnSpPr>
        <p:spPr>
          <a:xfrm>
            <a:off x="8335800" y="457200"/>
            <a:ext cx="476400" cy="0"/>
          </a:xfrm>
          <a:prstGeom prst="straightConnector1">
            <a:avLst/>
          </a:prstGeom>
          <a:ln w="9525" cap="flat">
            <a:solidFill>
              <a:srgbClr val="FFFFFF"/>
            </a:solidFill>
            <a:prstDash val="solid"/>
            <a:round/>
            <a:headEnd type="none" w="sm" len="sm"/>
            <a:tailEnd type="none" w="sm" len="sm"/>
          </a:ln>
        </p:spPr>
      </p:cxn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09 Logo_gradient">
  <p:cSld name="CUSTOM_15_1_1">
    <p:spTree>
      <p:nvGrpSpPr>
        <p:cNvPr id="1" name=""/>
        <p:cNvGrpSpPr/>
        <p:nvPr/>
      </p:nvGrpSpPr>
      <p:grpSpPr>
        <a:xfrm>
          <a:off x="0" y="0"/>
          <a:ext cx="0" cy="0"/>
          <a:chOff x="0" y="0"/>
          <a:chExt cx="0" cy="0"/>
        </a:xfrm>
      </p:grpSpPr>
      <p:sp>
        <p:nvSpPr>
          <p:cNvPr id="863" name="Google Shape;863;p168">
            <a:extLst>
              <a:ext uri="{FF2B5EF4-FFF2-40B4-BE49-F238E27FC236}">
                <a16:creationId xmlns:a16="http://schemas.microsoft.com/office/drawing/2014/main" id="{E58284D9-1CE0-41B4-A804-455B1D33E6D3}"/>
              </a:ext>
            </a:extLst>
          </p:cNvPr>
          <p:cNvSpPr>
            <a:spLocks noGrp="1"/>
          </p:cNvSpPr>
          <p:nvPr/>
        </p:nvSpPr>
        <p:spPr>
          <a:xfrm>
            <a:off x="0" y="0"/>
            <a:ext cx="9144000" cy="5143500"/>
          </a:xfrm>
          <a:prstGeom prst="rect">
            <a:avLst/>
          </a:prstGeom>
          <a:gradFill>
            <a:gsLst>
              <a:gs pos="0">
                <a:srgbClr val="4597CB"/>
              </a:gs>
              <a:gs pos="100000">
                <a:srgbClr val="3AB0C8"/>
              </a:gs>
            </a:gsLst>
            <a:lin ang="2700006" scaled="0"/>
          </a:gra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866" name="Google Shape;864;p168"/>
          <p:cNvPicPr>
            <a:picLocks noChangeAspect="1"/>
          </p:cNvPicPr>
          <p:nvPr/>
        </p:nvPicPr>
        <p:blipFill rotWithShape="1">
          <a:blip r:embed="rId2">
            <a:alphaModFix/>
          </a:blip>
          <a:srcRect/>
          <a:stretch/>
        </p:blipFill>
        <p:spPr>
          <a:xfrm>
            <a:off x="2952800" y="2264275"/>
            <a:ext cx="3238400" cy="614950"/>
          </a:xfrm>
          <a:prstGeom prst="rect">
            <a:avLst/>
          </a:prstGeom>
          <a:ln>
            <a:noFill/>
          </a:ln>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866" name="Google Shape;866;p169">
            <a:extLst>
              <a:ext uri="{FF2B5EF4-FFF2-40B4-BE49-F238E27FC236}">
                <a16:creationId xmlns:a16="http://schemas.microsoft.com/office/drawing/2014/main" id="{531425B7-EC1A-4787-906E-2A98500497F5}"/>
              </a:ext>
            </a:extLst>
          </p:cNvPr>
          <p:cNvSpPr>
            <a:spLocks noGrp="1"/>
          </p:cNvSpPr>
          <p:nvPr>
            <p:ph type="title"/>
          </p:nvPr>
        </p:nvSpPr>
        <p:spPr>
          <a:xfrm>
            <a:off x="349475" y="609600"/>
            <a:ext cx="8449200" cy="8685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1pPr>
            <a:lvl2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2pPr>
            <a:lvl3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3pPr>
            <a:lvl4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4pPr>
            <a:lvl5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5pPr>
            <a:lvl6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6pPr>
            <a:lvl7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7pPr>
            <a:lvl8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8pPr>
            <a:lvl9pPr marR="0" algn="l">
              <a:lnSpc>
                <a:spcPct val="100000"/>
              </a:lnSpc>
              <a:spcBef>
                <a:spcPts val="0"/>
              </a:spcBef>
              <a:spcAft>
                <a:spcPts val="0"/>
              </a:spcAft>
              <a:buClr>
                <a:schemeClr val="accent1"/>
              </a:buClr>
              <a:buSzPts val="3000"/>
              <a:buFont typeface="Arial"/>
              <a:buNone/>
              <a:defRPr sz="3000" b="1" i="0" u="none" cap="none">
                <a:solidFill>
                  <a:schemeClr val="accent1"/>
                </a:solidFill>
                <a:latin typeface="Roboto"/>
                <a:ea typeface="Roboto"/>
                <a:cs typeface="Roboto"/>
              </a:defRPr>
            </a:lvl9pPr>
          </a:lstStyle>
          <a:p>
            <a:endParaRPr/>
          </a:p>
        </p:txBody>
      </p:sp>
      <p:sp>
        <p:nvSpPr>
          <p:cNvPr id="867" name="Google Shape;867;p169">
            <a:extLst>
              <a:ext uri="{FF2B5EF4-FFF2-40B4-BE49-F238E27FC236}">
                <a16:creationId xmlns:a16="http://schemas.microsoft.com/office/drawing/2014/main" id="{8C264376-7FFF-4F19-813D-CDE9E82DE1CB}"/>
              </a:ext>
            </a:extLst>
          </p:cNvPr>
          <p:cNvSpPr>
            <a:spLocks noGrp="1"/>
          </p:cNvSpPr>
          <p:nvPr>
            <p:ph type="body" idx="1"/>
          </p:nvPr>
        </p:nvSpPr>
        <p:spPr>
          <a:xfrm>
            <a:off x="347400" y="1051560"/>
            <a:ext cx="84492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chemeClr val="accent1"/>
              </a:buClr>
              <a:buSzPts val="1800"/>
              <a:buFont typeface="Roboto"/>
              <a:buChar char="●"/>
              <a:defRPr sz="1800" b="0" i="0" u="none" cap="none">
                <a:solidFill>
                  <a:schemeClr val="accent1"/>
                </a:solidFill>
                <a:latin typeface="Roboto"/>
                <a:ea typeface="Roboto"/>
                <a:cs typeface="Roboto"/>
              </a:defRPr>
            </a:lvl1pPr>
            <a:lvl2pPr marL="914400" marR="0" indent="-317500" algn="l">
              <a:lnSpc>
                <a:spcPct val="115000"/>
              </a:lnSpc>
              <a:spcBef>
                <a:spcPts val="1000"/>
              </a:spcBef>
              <a:spcAft>
                <a:spcPts val="0"/>
              </a:spcAft>
              <a:buClr>
                <a:schemeClr val="accent1"/>
              </a:buClr>
              <a:buSzPts val="1400"/>
              <a:buFont typeface="Roboto Light"/>
              <a:buChar char="○"/>
              <a:defRPr sz="1400" b="0" i="0" u="none" cap="none">
                <a:solidFill>
                  <a:schemeClr val="accent1"/>
                </a:solidFill>
                <a:latin typeface="Roboto Light"/>
                <a:ea typeface="Roboto Light"/>
                <a:cs typeface="Roboto Light"/>
              </a:defRPr>
            </a:lvl2pPr>
            <a:lvl3pPr marL="1371600" marR="0" indent="-304800" algn="l">
              <a:lnSpc>
                <a:spcPct val="115000"/>
              </a:lnSpc>
              <a:spcBef>
                <a:spcPts val="1000"/>
              </a:spcBef>
              <a:spcAft>
                <a:spcPts val="0"/>
              </a:spcAft>
              <a:buClr>
                <a:schemeClr val="accent1"/>
              </a:buClr>
              <a:buSzPts val="1200"/>
              <a:buFont typeface="Roboto Light"/>
              <a:buChar char="■"/>
              <a:defRPr sz="1200" b="0" i="0" u="none" cap="none">
                <a:solidFill>
                  <a:schemeClr val="accent1"/>
                </a:solidFill>
                <a:latin typeface="Roboto Light"/>
                <a:ea typeface="Roboto Light"/>
                <a:cs typeface="Roboto Light"/>
              </a:defRPr>
            </a:lvl3pPr>
            <a:lvl4pPr marL="1828800" marR="0" indent="-279400" algn="l">
              <a:lnSpc>
                <a:spcPct val="115000"/>
              </a:lnSpc>
              <a:spcBef>
                <a:spcPts val="1000"/>
              </a:spcBef>
              <a:spcAft>
                <a:spcPts val="0"/>
              </a:spcAft>
              <a:buClr>
                <a:schemeClr val="accent1"/>
              </a:buClr>
              <a:buSzPts val="800"/>
              <a:buFont typeface="Roboto Light"/>
              <a:buChar char="●"/>
              <a:defRPr sz="800" b="0" i="0" u="none" cap="none">
                <a:solidFill>
                  <a:schemeClr val="accent1"/>
                </a:solidFill>
                <a:latin typeface="Roboto Light"/>
                <a:ea typeface="Roboto Light"/>
                <a:cs typeface="Roboto Light"/>
              </a:defRPr>
            </a:lvl4pPr>
            <a:lvl5pPr marL="2286000" marR="0" indent="-279400" algn="l">
              <a:lnSpc>
                <a:spcPct val="115000"/>
              </a:lnSpc>
              <a:spcBef>
                <a:spcPts val="1000"/>
              </a:spcBef>
              <a:spcAft>
                <a:spcPts val="0"/>
              </a:spcAft>
              <a:buClr>
                <a:schemeClr val="accent1"/>
              </a:buClr>
              <a:buSzPts val="800"/>
              <a:buFont typeface="Roboto Light"/>
              <a:buChar char="○"/>
              <a:defRPr sz="800" b="0" i="0" u="none" cap="none">
                <a:solidFill>
                  <a:schemeClr val="accent1"/>
                </a:solidFill>
                <a:latin typeface="Roboto Light"/>
                <a:ea typeface="Roboto Light"/>
                <a:cs typeface="Roboto Light"/>
              </a:defRPr>
            </a:lvl5pPr>
            <a:lvl6pPr marL="2743200" marR="0" indent="-279400" algn="l">
              <a:lnSpc>
                <a:spcPct val="115000"/>
              </a:lnSpc>
              <a:spcBef>
                <a:spcPts val="1000"/>
              </a:spcBef>
              <a:spcAft>
                <a:spcPts val="0"/>
              </a:spcAft>
              <a:buClr>
                <a:schemeClr val="accent1"/>
              </a:buClr>
              <a:buSzPts val="800"/>
              <a:buFont typeface="Roboto Light"/>
              <a:buChar char="■"/>
              <a:defRPr sz="800" b="0" i="0" u="none" cap="none">
                <a:solidFill>
                  <a:schemeClr val="accent1"/>
                </a:solidFill>
                <a:latin typeface="Roboto Light"/>
                <a:ea typeface="Roboto Light"/>
                <a:cs typeface="Roboto Light"/>
              </a:defRPr>
            </a:lvl6pPr>
            <a:lvl7pPr marL="3200400" marR="0" indent="-279400" algn="l">
              <a:lnSpc>
                <a:spcPct val="115000"/>
              </a:lnSpc>
              <a:spcBef>
                <a:spcPts val="1000"/>
              </a:spcBef>
              <a:spcAft>
                <a:spcPts val="0"/>
              </a:spcAft>
              <a:buClr>
                <a:schemeClr val="accent1"/>
              </a:buClr>
              <a:buSzPts val="800"/>
              <a:buFont typeface="Roboto Light"/>
              <a:buChar char="●"/>
              <a:defRPr sz="800" b="0" i="0" u="none" cap="none">
                <a:solidFill>
                  <a:schemeClr val="accent1"/>
                </a:solidFill>
                <a:latin typeface="Roboto Light"/>
                <a:ea typeface="Roboto Light"/>
                <a:cs typeface="Roboto Light"/>
              </a:defRPr>
            </a:lvl7pPr>
            <a:lvl8pPr marL="3657600" marR="0" indent="-279400" algn="l">
              <a:lnSpc>
                <a:spcPct val="115000"/>
              </a:lnSpc>
              <a:spcBef>
                <a:spcPts val="1000"/>
              </a:spcBef>
              <a:spcAft>
                <a:spcPts val="0"/>
              </a:spcAft>
              <a:buClr>
                <a:schemeClr val="accent1"/>
              </a:buClr>
              <a:buSzPts val="800"/>
              <a:buFont typeface="Roboto Light"/>
              <a:buChar char="○"/>
              <a:defRPr sz="800" b="0" i="0" u="none" cap="none">
                <a:solidFill>
                  <a:schemeClr val="accent1"/>
                </a:solidFill>
                <a:latin typeface="Roboto Light"/>
                <a:ea typeface="Roboto Light"/>
                <a:cs typeface="Roboto Light"/>
              </a:defRPr>
            </a:lvl8pPr>
            <a:lvl9pPr marL="4114800" marR="0" indent="-279400" algn="l">
              <a:lnSpc>
                <a:spcPct val="115000"/>
              </a:lnSpc>
              <a:spcBef>
                <a:spcPts val="1000"/>
              </a:spcBef>
              <a:spcAft>
                <a:spcPts val="0"/>
              </a:spcAft>
              <a:buClr>
                <a:schemeClr val="accent1"/>
              </a:buClr>
              <a:buSzPts val="800"/>
              <a:buFont typeface="Roboto Light"/>
              <a:buChar char="■"/>
              <a:defRPr sz="800" b="0" i="0" u="none" cap="none">
                <a:solidFill>
                  <a:schemeClr val="accent1"/>
                </a:solidFill>
                <a:latin typeface="Roboto Light"/>
                <a:ea typeface="Roboto Light"/>
                <a:cs typeface="Roboto Light"/>
              </a:defRPr>
            </a:lvl9pPr>
          </a:lstStyle>
          <a:p>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Title Only_white" type="titleOnly">
  <p:cSld name="TITLE_ONLY">
    <p:spTree>
      <p:nvGrpSpPr>
        <p:cNvPr id="1" name=""/>
        <p:cNvGrpSpPr/>
        <p:nvPr/>
      </p:nvGrpSpPr>
      <p:grpSpPr>
        <a:xfrm>
          <a:off x="0" y="0"/>
          <a:ext cx="0" cy="0"/>
          <a:chOff x="0" y="0"/>
          <a:chExt cx="0" cy="0"/>
        </a:xfrm>
      </p:grpSpPr>
      <p:sp>
        <p:nvSpPr>
          <p:cNvPr id="874" name="Google Shape;874;p171">
            <a:extLst>
              <a:ext uri="{FF2B5EF4-FFF2-40B4-BE49-F238E27FC236}">
                <a16:creationId xmlns:a16="http://schemas.microsoft.com/office/drawing/2014/main" id="{71F32212-9E56-4EC1-9B50-EEF9EE7A8B5F}"/>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1800"/>
              <a:buNone/>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Title and Content_3_column">
  <p:cSld name="Title and Content_3_column">
    <p:spTree>
      <p:nvGrpSpPr>
        <p:cNvPr id="1" name=""/>
        <p:cNvGrpSpPr/>
        <p:nvPr/>
      </p:nvGrpSpPr>
      <p:grpSpPr>
        <a:xfrm>
          <a:off x="0" y="0"/>
          <a:ext cx="0" cy="0"/>
          <a:chOff x="0" y="0"/>
          <a:chExt cx="0" cy="0"/>
        </a:xfrm>
      </p:grpSpPr>
      <p:sp>
        <p:nvSpPr>
          <p:cNvPr id="877" name="Google Shape;877;p172">
            <a:extLst>
              <a:ext uri="{FF2B5EF4-FFF2-40B4-BE49-F238E27FC236}">
                <a16:creationId xmlns:a16="http://schemas.microsoft.com/office/drawing/2014/main" id="{93AEF773-EC2C-48E7-A261-631A570B3ED6}"/>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879" name="Google Shape;879;p172">
            <a:extLst>
              <a:ext uri="{FF2B5EF4-FFF2-40B4-BE49-F238E27FC236}">
                <a16:creationId xmlns:a16="http://schemas.microsoft.com/office/drawing/2014/main" id="{CCEE7A43-6040-47FB-B731-655861E80319}"/>
              </a:ext>
            </a:extLst>
          </p:cNvPr>
          <p:cNvSpPr>
            <a:spLocks noGrp="1"/>
          </p:cNvSpPr>
          <p:nvPr>
            <p:ph type="body" idx="1"/>
          </p:nvPr>
        </p:nvSpPr>
        <p:spPr>
          <a:xfrm>
            <a:off x="342902"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880" name="Google Shape;880;p172">
            <a:extLst>
              <a:ext uri="{FF2B5EF4-FFF2-40B4-BE49-F238E27FC236}">
                <a16:creationId xmlns:a16="http://schemas.microsoft.com/office/drawing/2014/main" id="{34B6806F-174C-4855-A263-3A6B55EFA670}"/>
              </a:ext>
            </a:extLst>
          </p:cNvPr>
          <p:cNvSpPr>
            <a:spLocks noGrp="1"/>
          </p:cNvSpPr>
          <p:nvPr>
            <p:ph type="body" idx="2"/>
          </p:nvPr>
        </p:nvSpPr>
        <p:spPr>
          <a:xfrm>
            <a:off x="3307261"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881" name="Google Shape;881;p172">
            <a:extLst>
              <a:ext uri="{FF2B5EF4-FFF2-40B4-BE49-F238E27FC236}">
                <a16:creationId xmlns:a16="http://schemas.microsoft.com/office/drawing/2014/main" id="{2624220F-0293-4D9A-B588-44070D2D260C}"/>
              </a:ext>
            </a:extLst>
          </p:cNvPr>
          <p:cNvSpPr>
            <a:spLocks noGrp="1"/>
          </p:cNvSpPr>
          <p:nvPr>
            <p:ph type="body" idx="3"/>
          </p:nvPr>
        </p:nvSpPr>
        <p:spPr>
          <a:xfrm>
            <a:off x="6269141" y="988540"/>
            <a:ext cx="2529600" cy="34965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Title and Content_white" type="obj">
  <p:cSld name="OBJECT">
    <p:spTree>
      <p:nvGrpSpPr>
        <p:cNvPr id="1" name=""/>
        <p:cNvGrpSpPr/>
        <p:nvPr/>
      </p:nvGrpSpPr>
      <p:grpSpPr>
        <a:xfrm>
          <a:off x="0" y="0"/>
          <a:ext cx="0" cy="0"/>
          <a:chOff x="0" y="0"/>
          <a:chExt cx="0" cy="0"/>
        </a:xfrm>
      </p:grpSpPr>
      <p:sp>
        <p:nvSpPr>
          <p:cNvPr id="883" name="Google Shape;883;p173">
            <a:extLst>
              <a:ext uri="{FF2B5EF4-FFF2-40B4-BE49-F238E27FC236}">
                <a16:creationId xmlns:a16="http://schemas.microsoft.com/office/drawing/2014/main" id="{CF119F13-F550-4A7D-945C-B0D9973D7FA0}"/>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884" name="Google Shape;884;p173">
            <a:extLst>
              <a:ext uri="{FF2B5EF4-FFF2-40B4-BE49-F238E27FC236}">
                <a16:creationId xmlns:a16="http://schemas.microsoft.com/office/drawing/2014/main" id="{0E5E4142-F1E6-43D7-9207-15238C3A50C4}"/>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317500" algn="l">
              <a:lnSpc>
                <a:spcPct val="100000"/>
              </a:lnSpc>
              <a:spcBef>
                <a:spcPts val="375"/>
              </a:spcBef>
              <a:spcAft>
                <a:spcPts val="0"/>
              </a:spcAft>
              <a:buClr>
                <a:schemeClr val="dk1"/>
              </a:buClr>
              <a:buSzPts val="1400"/>
              <a:buChar char="•"/>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Title and Content_Denim">
  <p:cSld name="Title and Content_Denim">
    <p:bg>
      <p:bgPr>
        <a:solidFill>
          <a:schemeClr val="dk2"/>
        </a:solidFill>
        <a:effectLst/>
      </p:bgPr>
    </p:bg>
    <p:spTree>
      <p:nvGrpSpPr>
        <p:cNvPr id="1" name=""/>
        <p:cNvGrpSpPr/>
        <p:nvPr/>
      </p:nvGrpSpPr>
      <p:grpSpPr>
        <a:xfrm>
          <a:off x="0" y="0"/>
          <a:ext cx="0" cy="0"/>
          <a:chOff x="0" y="0"/>
          <a:chExt cx="0" cy="0"/>
        </a:xfrm>
      </p:grpSpPr>
      <p:sp>
        <p:nvSpPr>
          <p:cNvPr id="887" name="Google Shape;887;p174">
            <a:extLst>
              <a:ext uri="{FF2B5EF4-FFF2-40B4-BE49-F238E27FC236}">
                <a16:creationId xmlns:a16="http://schemas.microsoft.com/office/drawing/2014/main" id="{EC9320B6-FA72-42A2-88A8-830DDC7D2D49}"/>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889" name="Google Shape;889;p174">
            <a:extLst>
              <a:ext uri="{FF2B5EF4-FFF2-40B4-BE49-F238E27FC236}">
                <a16:creationId xmlns:a16="http://schemas.microsoft.com/office/drawing/2014/main" id="{A894D54B-7CF8-4D3A-8F8B-7F4098EB3E98}"/>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lt1"/>
              </a:buClr>
              <a:buSzPts val="1400"/>
              <a:buChar char="•"/>
              <a:defRPr>
                <a:solidFill>
                  <a:schemeClr val="lt1"/>
                </a:solidFill>
              </a:defRPr>
            </a:lvl1pPr>
            <a:lvl2pPr marL="914400" indent="-317500" algn="l">
              <a:lnSpc>
                <a:spcPct val="100000"/>
              </a:lnSpc>
              <a:spcBef>
                <a:spcPts val="375"/>
              </a:spcBef>
              <a:spcAft>
                <a:spcPts val="0"/>
              </a:spcAft>
              <a:buClr>
                <a:schemeClr val="lt1"/>
              </a:buClr>
              <a:buSzPts val="1400"/>
              <a:buChar char="•"/>
              <a:defRPr>
                <a:solidFill>
                  <a:schemeClr val="lt1"/>
                </a:solidFill>
              </a:defRPr>
            </a:lvl2pPr>
            <a:lvl3pPr marL="1371600" indent="-317500" algn="l">
              <a:lnSpc>
                <a:spcPct val="100000"/>
              </a:lnSpc>
              <a:spcBef>
                <a:spcPts val="375"/>
              </a:spcBef>
              <a:spcAft>
                <a:spcPts val="0"/>
              </a:spcAft>
              <a:buClr>
                <a:schemeClr val="lt1"/>
              </a:buClr>
              <a:buSzPts val="1400"/>
              <a:buChar char="•"/>
              <a:defRPr>
                <a:solidFill>
                  <a:schemeClr val="lt1"/>
                </a:solidFill>
              </a:defRPr>
            </a:lvl3pPr>
            <a:lvl4pPr marL="1828800" indent="-317500" algn="l">
              <a:lnSpc>
                <a:spcPct val="100000"/>
              </a:lnSpc>
              <a:spcBef>
                <a:spcPts val="375"/>
              </a:spcBef>
              <a:spcAft>
                <a:spcPts val="0"/>
              </a:spcAft>
              <a:buClr>
                <a:schemeClr val="lt1"/>
              </a:buClr>
              <a:buSzPts val="1400"/>
              <a:buChar char="•"/>
              <a:defRPr>
                <a:solidFill>
                  <a:schemeClr val="lt1"/>
                </a:solidFill>
              </a:defRPr>
            </a:lvl4pPr>
            <a:lvl5pPr marL="2286000" indent="-317500" algn="l">
              <a:lnSpc>
                <a:spcPct val="100000"/>
              </a:lnSpc>
              <a:spcBef>
                <a:spcPts val="375"/>
              </a:spcBef>
              <a:spcAft>
                <a:spcPts val="0"/>
              </a:spcAft>
              <a:buClr>
                <a:schemeClr val="lt1"/>
              </a:buClr>
              <a:buSzPts val="1400"/>
              <a:buChar char="•"/>
              <a:defRPr>
                <a:solidFill>
                  <a:schemeClr val="lt1"/>
                </a:solidFill>
              </a:defRPr>
            </a:lvl5pPr>
            <a:lvl6pPr marL="2743200" indent="-317500" algn="l">
              <a:lnSpc>
                <a:spcPct val="100000"/>
              </a:lnSpc>
              <a:spcBef>
                <a:spcPts val="375"/>
              </a:spcBef>
              <a:spcAft>
                <a:spcPts val="0"/>
              </a:spcAft>
              <a:buClr>
                <a:schemeClr val="lt1"/>
              </a:buClr>
              <a:buSzPts val="1400"/>
              <a:buChar char="•"/>
              <a:defRPr>
                <a:solidFill>
                  <a:schemeClr val="lt1"/>
                </a:solidFill>
              </a:defRPr>
            </a:lvl6pPr>
            <a:lvl7pPr marL="3200400" indent="-317500" algn="l">
              <a:lnSpc>
                <a:spcPct val="100000"/>
              </a:lnSpc>
              <a:spcBef>
                <a:spcPts val="375"/>
              </a:spcBef>
              <a:spcAft>
                <a:spcPts val="0"/>
              </a:spcAft>
              <a:buClr>
                <a:schemeClr val="lt1"/>
              </a:buClr>
              <a:buSzPts val="1400"/>
              <a:buChar char="•"/>
              <a:defRPr>
                <a:solidFill>
                  <a:schemeClr val="lt1"/>
                </a:solidFill>
              </a:defRPr>
            </a:lvl7pPr>
            <a:lvl8pPr marL="3657600" indent="-317500" algn="l">
              <a:lnSpc>
                <a:spcPct val="100000"/>
              </a:lnSpc>
              <a:spcBef>
                <a:spcPts val="375"/>
              </a:spcBef>
              <a:spcAft>
                <a:spcPts val="0"/>
              </a:spcAft>
              <a:buClr>
                <a:schemeClr val="lt1"/>
              </a:buClr>
              <a:buSzPts val="1400"/>
              <a:buChar char="•"/>
              <a:defRPr>
                <a:solidFill>
                  <a:schemeClr val="lt1"/>
                </a:solidFill>
              </a:defRPr>
            </a:lvl8pPr>
            <a:lvl9pPr marL="4114800" indent="-317500" algn="l">
              <a:lnSpc>
                <a:spcPct val="100000"/>
              </a:lnSpc>
              <a:spcBef>
                <a:spcPts val="375"/>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Title and Content_Meadow">
  <p:cSld name="Title and Content_Meadow">
    <p:bg>
      <p:bgPr>
        <a:solidFill>
          <a:schemeClr val="accent2"/>
        </a:solidFill>
        <a:effectLst/>
      </p:bgPr>
    </p:bg>
    <p:spTree>
      <p:nvGrpSpPr>
        <p:cNvPr id="1" name=""/>
        <p:cNvGrpSpPr/>
        <p:nvPr/>
      </p:nvGrpSpPr>
      <p:grpSpPr>
        <a:xfrm>
          <a:off x="0" y="0"/>
          <a:ext cx="0" cy="0"/>
          <a:chOff x="0" y="0"/>
          <a:chExt cx="0" cy="0"/>
        </a:xfrm>
      </p:grpSpPr>
      <p:sp>
        <p:nvSpPr>
          <p:cNvPr id="892" name="Google Shape;892;p175">
            <a:extLst>
              <a:ext uri="{FF2B5EF4-FFF2-40B4-BE49-F238E27FC236}">
                <a16:creationId xmlns:a16="http://schemas.microsoft.com/office/drawing/2014/main" id="{DF8EB7FC-CFCF-4DEC-8274-B889D5FA1E7B}"/>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894" name="Google Shape;894;p175">
            <a:extLst>
              <a:ext uri="{FF2B5EF4-FFF2-40B4-BE49-F238E27FC236}">
                <a16:creationId xmlns:a16="http://schemas.microsoft.com/office/drawing/2014/main" id="{911BC34F-5E7B-4ECA-95C2-5A7DE09E4D77}"/>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lt1"/>
              </a:buClr>
              <a:buSzPts val="1400"/>
              <a:buChar char="•"/>
              <a:defRPr>
                <a:solidFill>
                  <a:schemeClr val="lt1"/>
                </a:solidFill>
              </a:defRPr>
            </a:lvl1pPr>
            <a:lvl2pPr marL="914400" indent="-317500" algn="l">
              <a:lnSpc>
                <a:spcPct val="100000"/>
              </a:lnSpc>
              <a:spcBef>
                <a:spcPts val="375"/>
              </a:spcBef>
              <a:spcAft>
                <a:spcPts val="0"/>
              </a:spcAft>
              <a:buClr>
                <a:schemeClr val="lt1"/>
              </a:buClr>
              <a:buSzPts val="1400"/>
              <a:buChar char="•"/>
              <a:defRPr>
                <a:solidFill>
                  <a:schemeClr val="lt1"/>
                </a:solidFill>
              </a:defRPr>
            </a:lvl2pPr>
            <a:lvl3pPr marL="1371600" indent="-317500" algn="l">
              <a:lnSpc>
                <a:spcPct val="100000"/>
              </a:lnSpc>
              <a:spcBef>
                <a:spcPts val="375"/>
              </a:spcBef>
              <a:spcAft>
                <a:spcPts val="0"/>
              </a:spcAft>
              <a:buClr>
                <a:schemeClr val="lt1"/>
              </a:buClr>
              <a:buSzPts val="1400"/>
              <a:buChar char="•"/>
              <a:defRPr>
                <a:solidFill>
                  <a:schemeClr val="lt1"/>
                </a:solidFill>
              </a:defRPr>
            </a:lvl3pPr>
            <a:lvl4pPr marL="1828800" indent="-317500" algn="l">
              <a:lnSpc>
                <a:spcPct val="100000"/>
              </a:lnSpc>
              <a:spcBef>
                <a:spcPts val="375"/>
              </a:spcBef>
              <a:spcAft>
                <a:spcPts val="0"/>
              </a:spcAft>
              <a:buClr>
                <a:schemeClr val="lt1"/>
              </a:buClr>
              <a:buSzPts val="1400"/>
              <a:buChar char="•"/>
              <a:defRPr>
                <a:solidFill>
                  <a:schemeClr val="lt1"/>
                </a:solidFill>
              </a:defRPr>
            </a:lvl4pPr>
            <a:lvl5pPr marL="2286000" indent="-317500" algn="l">
              <a:lnSpc>
                <a:spcPct val="100000"/>
              </a:lnSpc>
              <a:spcBef>
                <a:spcPts val="375"/>
              </a:spcBef>
              <a:spcAft>
                <a:spcPts val="0"/>
              </a:spcAft>
              <a:buClr>
                <a:schemeClr val="lt1"/>
              </a:buClr>
              <a:buSzPts val="1400"/>
              <a:buChar char="•"/>
              <a:defRPr>
                <a:solidFill>
                  <a:schemeClr val="lt1"/>
                </a:solidFill>
              </a:defRPr>
            </a:lvl5pPr>
            <a:lvl6pPr marL="2743200" indent="-317500" algn="l">
              <a:lnSpc>
                <a:spcPct val="100000"/>
              </a:lnSpc>
              <a:spcBef>
                <a:spcPts val="375"/>
              </a:spcBef>
              <a:spcAft>
                <a:spcPts val="0"/>
              </a:spcAft>
              <a:buClr>
                <a:schemeClr val="lt1"/>
              </a:buClr>
              <a:buSzPts val="1400"/>
              <a:buChar char="•"/>
              <a:defRPr>
                <a:solidFill>
                  <a:schemeClr val="lt1"/>
                </a:solidFill>
              </a:defRPr>
            </a:lvl6pPr>
            <a:lvl7pPr marL="3200400" indent="-317500" algn="l">
              <a:lnSpc>
                <a:spcPct val="100000"/>
              </a:lnSpc>
              <a:spcBef>
                <a:spcPts val="375"/>
              </a:spcBef>
              <a:spcAft>
                <a:spcPts val="0"/>
              </a:spcAft>
              <a:buClr>
                <a:schemeClr val="lt1"/>
              </a:buClr>
              <a:buSzPts val="1400"/>
              <a:buChar char="•"/>
              <a:defRPr>
                <a:solidFill>
                  <a:schemeClr val="lt1"/>
                </a:solidFill>
              </a:defRPr>
            </a:lvl7pPr>
            <a:lvl8pPr marL="3657600" indent="-317500" algn="l">
              <a:lnSpc>
                <a:spcPct val="100000"/>
              </a:lnSpc>
              <a:spcBef>
                <a:spcPts val="375"/>
              </a:spcBef>
              <a:spcAft>
                <a:spcPts val="0"/>
              </a:spcAft>
              <a:buClr>
                <a:schemeClr val="lt1"/>
              </a:buClr>
              <a:buSzPts val="1400"/>
              <a:buChar char="•"/>
              <a:defRPr>
                <a:solidFill>
                  <a:schemeClr val="lt1"/>
                </a:solidFill>
              </a:defRPr>
            </a:lvl8pPr>
            <a:lvl9pPr marL="4114800" indent="-317500" algn="l">
              <a:lnSpc>
                <a:spcPct val="100000"/>
              </a:lnSpc>
              <a:spcBef>
                <a:spcPts val="375"/>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Title and Content_Robbins Egg">
  <p:cSld name="Title and Content_Robbins Egg">
    <p:bg>
      <p:bgPr>
        <a:solidFill>
          <a:schemeClr val="accent4"/>
        </a:solidFill>
        <a:effectLst/>
      </p:bgPr>
    </p:bg>
    <p:spTree>
      <p:nvGrpSpPr>
        <p:cNvPr id="1" name=""/>
        <p:cNvGrpSpPr/>
        <p:nvPr/>
      </p:nvGrpSpPr>
      <p:grpSpPr>
        <a:xfrm>
          <a:off x="0" y="0"/>
          <a:ext cx="0" cy="0"/>
          <a:chOff x="0" y="0"/>
          <a:chExt cx="0" cy="0"/>
        </a:xfrm>
      </p:grpSpPr>
      <p:sp>
        <p:nvSpPr>
          <p:cNvPr id="896" name="Google Shape;896;p176">
            <a:extLst>
              <a:ext uri="{FF2B5EF4-FFF2-40B4-BE49-F238E27FC236}">
                <a16:creationId xmlns:a16="http://schemas.microsoft.com/office/drawing/2014/main" id="{C1B7ED13-FB51-45A7-89D0-21DBB08F80E0}"/>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898" name="Google Shape;898;p176">
            <a:extLst>
              <a:ext uri="{FF2B5EF4-FFF2-40B4-BE49-F238E27FC236}">
                <a16:creationId xmlns:a16="http://schemas.microsoft.com/office/drawing/2014/main" id="{4B56E922-9E43-475B-9B72-28B96A41870E}"/>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solidFill>
                  <a:schemeClr val="dk1"/>
                </a:solidFill>
              </a:defRPr>
            </a:lvl1pPr>
            <a:lvl2pPr marL="914400" indent="-317500" algn="l">
              <a:lnSpc>
                <a:spcPct val="100000"/>
              </a:lnSpc>
              <a:spcBef>
                <a:spcPts val="375"/>
              </a:spcBef>
              <a:spcAft>
                <a:spcPts val="0"/>
              </a:spcAft>
              <a:buClr>
                <a:schemeClr val="dk1"/>
              </a:buClr>
              <a:buSzPts val="1400"/>
              <a:buChar char="•"/>
              <a:defRPr>
                <a:solidFill>
                  <a:schemeClr val="dk1"/>
                </a:solidFill>
              </a:defRPr>
            </a:lvl2pPr>
            <a:lvl3pPr marL="1371600" indent="-317500" algn="l">
              <a:lnSpc>
                <a:spcPct val="100000"/>
              </a:lnSpc>
              <a:spcBef>
                <a:spcPts val="375"/>
              </a:spcBef>
              <a:spcAft>
                <a:spcPts val="0"/>
              </a:spcAft>
              <a:buClr>
                <a:schemeClr val="dk1"/>
              </a:buClr>
              <a:buSzPts val="1400"/>
              <a:buChar char="•"/>
              <a:defRPr>
                <a:solidFill>
                  <a:schemeClr val="dk1"/>
                </a:solidFill>
              </a:defRPr>
            </a:lvl3pPr>
            <a:lvl4pPr marL="1828800" indent="-317500" algn="l">
              <a:lnSpc>
                <a:spcPct val="100000"/>
              </a:lnSpc>
              <a:spcBef>
                <a:spcPts val="375"/>
              </a:spcBef>
              <a:spcAft>
                <a:spcPts val="0"/>
              </a:spcAft>
              <a:buClr>
                <a:schemeClr val="dk1"/>
              </a:buClr>
              <a:buSzPts val="1400"/>
              <a:buChar char="•"/>
              <a:defRPr>
                <a:solidFill>
                  <a:schemeClr val="dk1"/>
                </a:solidFill>
              </a:defRPr>
            </a:lvl4pPr>
            <a:lvl5pPr marL="2286000" indent="-317500" algn="l">
              <a:lnSpc>
                <a:spcPct val="100000"/>
              </a:lnSpc>
              <a:spcBef>
                <a:spcPts val="375"/>
              </a:spcBef>
              <a:spcAft>
                <a:spcPts val="0"/>
              </a:spcAft>
              <a:buClr>
                <a:schemeClr val="dk1"/>
              </a:buClr>
              <a:buSzPts val="1400"/>
              <a:buChar char="•"/>
              <a:defRPr>
                <a:solidFill>
                  <a:schemeClr val="dk1"/>
                </a:solidFill>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Title and Content_Powder">
  <p:cSld name="Title and Content_Powder">
    <p:bg>
      <p:bgPr>
        <a:solidFill>
          <a:srgbClr val="D7EFF6"/>
        </a:solidFill>
        <a:effectLst/>
      </p:bgPr>
    </p:bg>
    <p:spTree>
      <p:nvGrpSpPr>
        <p:cNvPr id="1" name=""/>
        <p:cNvGrpSpPr/>
        <p:nvPr/>
      </p:nvGrpSpPr>
      <p:grpSpPr>
        <a:xfrm>
          <a:off x="0" y="0"/>
          <a:ext cx="0" cy="0"/>
          <a:chOff x="0" y="0"/>
          <a:chExt cx="0" cy="0"/>
        </a:xfrm>
      </p:grpSpPr>
      <p:sp>
        <p:nvSpPr>
          <p:cNvPr id="900" name="Google Shape;900;p177">
            <a:extLst>
              <a:ext uri="{FF2B5EF4-FFF2-40B4-BE49-F238E27FC236}">
                <a16:creationId xmlns:a16="http://schemas.microsoft.com/office/drawing/2014/main" id="{14D1F91D-FCE8-46E5-9FB1-6F0282A564FB}"/>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902" name="Google Shape;902;p177">
            <a:extLst>
              <a:ext uri="{FF2B5EF4-FFF2-40B4-BE49-F238E27FC236}">
                <a16:creationId xmlns:a16="http://schemas.microsoft.com/office/drawing/2014/main" id="{B128623A-B9CD-4D5E-A34D-4339EA59F9B6}"/>
              </a:ext>
            </a:extLst>
          </p:cNvPr>
          <p:cNvSpPr>
            <a:spLocks noGrp="1"/>
          </p:cNvSpPr>
          <p:nvPr>
            <p:ph type="body" idx="1"/>
          </p:nvPr>
        </p:nvSpPr>
        <p:spPr>
          <a:xfrm>
            <a:off x="342900" y="987670"/>
            <a:ext cx="8455800" cy="34974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solidFill>
                  <a:schemeClr val="dk1"/>
                </a:solidFill>
              </a:defRPr>
            </a:lvl1pPr>
            <a:lvl2pPr marL="914400" indent="-317500" algn="l">
              <a:lnSpc>
                <a:spcPct val="100000"/>
              </a:lnSpc>
              <a:spcBef>
                <a:spcPts val="375"/>
              </a:spcBef>
              <a:spcAft>
                <a:spcPts val="0"/>
              </a:spcAft>
              <a:buClr>
                <a:schemeClr val="dk1"/>
              </a:buClr>
              <a:buSzPts val="1400"/>
              <a:buChar char="•"/>
              <a:defRPr>
                <a:solidFill>
                  <a:schemeClr val="dk1"/>
                </a:solidFill>
              </a:defRPr>
            </a:lvl2pPr>
            <a:lvl3pPr marL="1371600" indent="-317500" algn="l">
              <a:lnSpc>
                <a:spcPct val="100000"/>
              </a:lnSpc>
              <a:spcBef>
                <a:spcPts val="375"/>
              </a:spcBef>
              <a:spcAft>
                <a:spcPts val="0"/>
              </a:spcAft>
              <a:buClr>
                <a:schemeClr val="dk1"/>
              </a:buClr>
              <a:buSzPts val="1400"/>
              <a:buChar char="•"/>
              <a:defRPr>
                <a:solidFill>
                  <a:schemeClr val="dk1"/>
                </a:solidFill>
              </a:defRPr>
            </a:lvl3pPr>
            <a:lvl4pPr marL="1828800" indent="-317500" algn="l">
              <a:lnSpc>
                <a:spcPct val="100000"/>
              </a:lnSpc>
              <a:spcBef>
                <a:spcPts val="375"/>
              </a:spcBef>
              <a:spcAft>
                <a:spcPts val="0"/>
              </a:spcAft>
              <a:buClr>
                <a:schemeClr val="dk1"/>
              </a:buClr>
              <a:buSzPts val="1400"/>
              <a:buChar char="•"/>
              <a:defRPr>
                <a:solidFill>
                  <a:schemeClr val="dk1"/>
                </a:solidFill>
              </a:defRPr>
            </a:lvl4pPr>
            <a:lvl5pPr marL="2286000" indent="-317500" algn="l">
              <a:lnSpc>
                <a:spcPct val="100000"/>
              </a:lnSpc>
              <a:spcBef>
                <a:spcPts val="375"/>
              </a:spcBef>
              <a:spcAft>
                <a:spcPts val="0"/>
              </a:spcAft>
              <a:buClr>
                <a:schemeClr val="dk1"/>
              </a:buClr>
              <a:buSzPts val="1400"/>
              <a:buChar char="•"/>
              <a:defRPr>
                <a:solidFill>
                  <a:schemeClr val="dk1"/>
                </a:solidFill>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Title and Content_50_50_Denim">
  <p:cSld name="Title and Content_50_50_Denim">
    <p:bg>
      <p:bgPr>
        <a:solidFill>
          <a:schemeClr val="lt1"/>
        </a:solidFill>
        <a:effectLst/>
      </p:bgPr>
    </p:bg>
    <p:spTree>
      <p:nvGrpSpPr>
        <p:cNvPr id="1" name=""/>
        <p:cNvGrpSpPr/>
        <p:nvPr/>
      </p:nvGrpSpPr>
      <p:grpSpPr>
        <a:xfrm>
          <a:off x="0" y="0"/>
          <a:ext cx="0" cy="0"/>
          <a:chOff x="0" y="0"/>
          <a:chExt cx="0" cy="0"/>
        </a:xfrm>
      </p:grpSpPr>
      <p:sp>
        <p:nvSpPr>
          <p:cNvPr id="905" name="Google Shape;905;p178">
            <a:extLst>
              <a:ext uri="{FF2B5EF4-FFF2-40B4-BE49-F238E27FC236}">
                <a16:creationId xmlns:a16="http://schemas.microsoft.com/office/drawing/2014/main" id="{1B727F7B-35B6-434A-939E-49C952384DB4}"/>
              </a:ext>
            </a:extLst>
          </p:cNvPr>
          <p:cNvSpPr>
            <a:spLocks noGrp="1"/>
          </p:cNvSpPr>
          <p:nvPr/>
        </p:nvSpPr>
        <p:spPr>
          <a:xfrm>
            <a:off x="242850" y="210150"/>
            <a:ext cx="4329300" cy="4723200"/>
          </a:xfrm>
          <a:prstGeom prst="roundRect">
            <a:avLst>
              <a:gd name="adj" fmla="val 2277"/>
            </a:avLst>
          </a:prstGeom>
          <a:solidFill>
            <a:schemeClr val="dk2"/>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06" name="Google Shape;906;p178">
            <a:extLst>
              <a:ext uri="{FF2B5EF4-FFF2-40B4-BE49-F238E27FC236}">
                <a16:creationId xmlns:a16="http://schemas.microsoft.com/office/drawing/2014/main" id="{BDE030F6-D8AD-4700-940E-5FBB1F018891}"/>
              </a:ext>
            </a:extLst>
          </p:cNvPr>
          <p:cNvSpPr>
            <a:spLocks noGrp="1"/>
          </p:cNvSpPr>
          <p:nvPr>
            <p:ph type="title"/>
          </p:nvPr>
        </p:nvSpPr>
        <p:spPr>
          <a:xfrm>
            <a:off x="768095" y="897923"/>
            <a:ext cx="3278700" cy="31305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lt1"/>
              </a:buClr>
              <a:buSzPts val="2400"/>
              <a:buFont typeface="Arial"/>
              <a:buNone/>
              <a:defRPr>
                <a:solidFill>
                  <a:schemeClr val="lt1"/>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907" name="Google Shape;907;p178">
            <a:extLst>
              <a:ext uri="{FF2B5EF4-FFF2-40B4-BE49-F238E27FC236}">
                <a16:creationId xmlns:a16="http://schemas.microsoft.com/office/drawing/2014/main" id="{44A34318-3B18-49FB-B98F-02416F7BB892}"/>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908" name="Google Shape;908;p178">
            <a:extLst>
              <a:ext uri="{FF2B5EF4-FFF2-40B4-BE49-F238E27FC236}">
                <a16:creationId xmlns:a16="http://schemas.microsoft.com/office/drawing/2014/main" id="{938F3F11-2B53-4CBF-A8AD-164453087CDD}"/>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Title and Content_50_50_Robins Egg">
  <p:cSld name="Title and Content_50_50_Robins Egg">
    <p:bg>
      <p:bgPr>
        <a:solidFill>
          <a:schemeClr val="lt1"/>
        </a:solidFill>
        <a:effectLst/>
      </p:bgPr>
    </p:bg>
    <p:spTree>
      <p:nvGrpSpPr>
        <p:cNvPr id="1" name=""/>
        <p:cNvGrpSpPr/>
        <p:nvPr/>
      </p:nvGrpSpPr>
      <p:grpSpPr>
        <a:xfrm>
          <a:off x="0" y="0"/>
          <a:ext cx="0" cy="0"/>
          <a:chOff x="0" y="0"/>
          <a:chExt cx="0" cy="0"/>
        </a:xfrm>
      </p:grpSpPr>
      <p:sp>
        <p:nvSpPr>
          <p:cNvPr id="911" name="Google Shape;911;p179">
            <a:extLst>
              <a:ext uri="{FF2B5EF4-FFF2-40B4-BE49-F238E27FC236}">
                <a16:creationId xmlns:a16="http://schemas.microsoft.com/office/drawing/2014/main" id="{CF7A2EA2-2439-42D9-821A-A7EAB7AFC009}"/>
              </a:ext>
            </a:extLst>
          </p:cNvPr>
          <p:cNvSpPr>
            <a:spLocks noGrp="1"/>
          </p:cNvSpPr>
          <p:nvPr/>
        </p:nvSpPr>
        <p:spPr>
          <a:xfrm>
            <a:off x="242850" y="210150"/>
            <a:ext cx="4329300" cy="4723200"/>
          </a:xfrm>
          <a:prstGeom prst="roundRect">
            <a:avLst>
              <a:gd name="adj" fmla="val 2277"/>
            </a:avLst>
          </a:prstGeom>
          <a:solidFill>
            <a:schemeClr val="accent4"/>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12" name="Google Shape;912;p179">
            <a:extLst>
              <a:ext uri="{FF2B5EF4-FFF2-40B4-BE49-F238E27FC236}">
                <a16:creationId xmlns:a16="http://schemas.microsoft.com/office/drawing/2014/main" id="{D92D3589-7185-4080-B8EA-60EBD0C30292}"/>
              </a:ext>
            </a:extLst>
          </p:cNvPr>
          <p:cNvSpPr>
            <a:spLocks noGrp="1"/>
          </p:cNvSpPr>
          <p:nvPr>
            <p:ph type="title"/>
          </p:nvPr>
        </p:nvSpPr>
        <p:spPr>
          <a:xfrm>
            <a:off x="768095" y="897924"/>
            <a:ext cx="3278700" cy="31716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913" name="Google Shape;913;p179">
            <a:extLst>
              <a:ext uri="{FF2B5EF4-FFF2-40B4-BE49-F238E27FC236}">
                <a16:creationId xmlns:a16="http://schemas.microsoft.com/office/drawing/2014/main" id="{4B4547CE-0EBA-449A-A64D-27B9DF8832D0}"/>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i="0"/>
            </a:lvl2pPr>
            <a:lvl3pPr marL="1371600" indent="-317500" algn="l">
              <a:lnSpc>
                <a:spcPct val="100000"/>
              </a:lnSpc>
              <a:spcBef>
                <a:spcPts val="375"/>
              </a:spcBef>
              <a:spcAft>
                <a:spcPts val="0"/>
              </a:spcAft>
              <a:buClr>
                <a:schemeClr val="dk1"/>
              </a:buClr>
              <a:buSzPts val="1400"/>
              <a:buChar char="•"/>
              <a:defRPr i="0"/>
            </a:lvl3pPr>
            <a:lvl4pPr marL="1828800" indent="-317500" algn="l">
              <a:lnSpc>
                <a:spcPct val="100000"/>
              </a:lnSpc>
              <a:spcBef>
                <a:spcPts val="375"/>
              </a:spcBef>
              <a:spcAft>
                <a:spcPts val="0"/>
              </a:spcAft>
              <a:buClr>
                <a:schemeClr val="dk1"/>
              </a:buClr>
              <a:buSzPts val="1400"/>
              <a:buChar char="•"/>
              <a:defRPr i="0"/>
            </a:lvl4pPr>
            <a:lvl5pPr marL="2286000" indent="-317500" algn="l">
              <a:lnSpc>
                <a:spcPct val="100000"/>
              </a:lnSpc>
              <a:spcBef>
                <a:spcPts val="375"/>
              </a:spcBef>
              <a:spcAft>
                <a:spcPts val="0"/>
              </a:spcAft>
              <a:buClr>
                <a:schemeClr val="dk1"/>
              </a:buClr>
              <a:buSzPts val="1400"/>
              <a:buChar char="•"/>
              <a:defRPr i="0"/>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914" name="Google Shape;914;p179">
            <a:extLst>
              <a:ext uri="{FF2B5EF4-FFF2-40B4-BE49-F238E27FC236}">
                <a16:creationId xmlns:a16="http://schemas.microsoft.com/office/drawing/2014/main" id="{EA2FDD6C-D33C-47D1-BF44-AF95545898DA}"/>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Title and Content_50_50_Powder">
  <p:cSld name="Title and Content_50_50_Powder">
    <p:bg>
      <p:bgPr>
        <a:solidFill>
          <a:schemeClr val="lt1"/>
        </a:solidFill>
        <a:effectLst/>
      </p:bgPr>
    </p:bg>
    <p:spTree>
      <p:nvGrpSpPr>
        <p:cNvPr id="1" name=""/>
        <p:cNvGrpSpPr/>
        <p:nvPr/>
      </p:nvGrpSpPr>
      <p:grpSpPr>
        <a:xfrm>
          <a:off x="0" y="0"/>
          <a:ext cx="0" cy="0"/>
          <a:chOff x="0" y="0"/>
          <a:chExt cx="0" cy="0"/>
        </a:xfrm>
      </p:grpSpPr>
      <p:sp>
        <p:nvSpPr>
          <p:cNvPr id="917" name="Google Shape;917;p180">
            <a:extLst>
              <a:ext uri="{FF2B5EF4-FFF2-40B4-BE49-F238E27FC236}">
                <a16:creationId xmlns:a16="http://schemas.microsoft.com/office/drawing/2014/main" id="{41D5E76C-7A72-4BA1-A017-1FA3C9E2736B}"/>
              </a:ext>
            </a:extLst>
          </p:cNvPr>
          <p:cNvSpPr>
            <a:spLocks noGrp="1"/>
          </p:cNvSpPr>
          <p:nvPr/>
        </p:nvSpPr>
        <p:spPr>
          <a:xfrm>
            <a:off x="242850" y="210150"/>
            <a:ext cx="4329300" cy="4723200"/>
          </a:xfrm>
          <a:prstGeom prst="roundRect">
            <a:avLst>
              <a:gd name="adj" fmla="val 2277"/>
            </a:avLst>
          </a:prstGeom>
          <a:solidFill>
            <a:srgbClr val="D7EFF6"/>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18" name="Google Shape;918;p180">
            <a:extLst>
              <a:ext uri="{FF2B5EF4-FFF2-40B4-BE49-F238E27FC236}">
                <a16:creationId xmlns:a16="http://schemas.microsoft.com/office/drawing/2014/main" id="{401D6C3D-C1A4-4B01-84DC-E5159E47AA10}"/>
              </a:ext>
            </a:extLst>
          </p:cNvPr>
          <p:cNvSpPr>
            <a:spLocks noGrp="1"/>
          </p:cNvSpPr>
          <p:nvPr>
            <p:ph type="title"/>
          </p:nvPr>
        </p:nvSpPr>
        <p:spPr>
          <a:xfrm>
            <a:off x="768095" y="897924"/>
            <a:ext cx="3278700" cy="31716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
        <p:nvSpPr>
          <p:cNvPr id="919" name="Google Shape;919;p180">
            <a:extLst>
              <a:ext uri="{FF2B5EF4-FFF2-40B4-BE49-F238E27FC236}">
                <a16:creationId xmlns:a16="http://schemas.microsoft.com/office/drawing/2014/main" id="{4B2F356F-078F-4178-934E-F79ED92A8C92}"/>
              </a:ext>
            </a:extLst>
          </p:cNvPr>
          <p:cNvSpPr>
            <a:spLocks noGrp="1"/>
          </p:cNvSpPr>
          <p:nvPr>
            <p:ph type="body" idx="1"/>
          </p:nvPr>
        </p:nvSpPr>
        <p:spPr>
          <a:xfrm>
            <a:off x="4992688" y="897924"/>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
        <p:nvSpPr>
          <p:cNvPr id="920" name="Google Shape;920;p180">
            <a:extLst>
              <a:ext uri="{FF2B5EF4-FFF2-40B4-BE49-F238E27FC236}">
                <a16:creationId xmlns:a16="http://schemas.microsoft.com/office/drawing/2014/main" id="{1587AB6B-F8CA-4A52-9AE8-4A7012CF5219}"/>
              </a:ext>
            </a:extLst>
          </p:cNvPr>
          <p:cNvSpPr>
            <a:spLocks noGrp="1"/>
          </p:cNvSpPr>
          <p:nvPr>
            <p:ph type="body" idx="2"/>
          </p:nvPr>
        </p:nvSpPr>
        <p:spPr>
          <a:xfrm>
            <a:off x="4992688" y="2769253"/>
            <a:ext cx="3805800" cy="1673700"/>
          </a:xfrm>
          <a:prstGeom prst="rect">
            <a:avLst/>
          </a:prstGeom>
          <a:noFill/>
          <a:ln>
            <a:noFill/>
          </a:ln>
        </p:spPr>
        <p:txBody>
          <a:bodyPr spcFirstLastPara="1" wrap="square" lIns="0" tIns="45700" rIns="91425" bIns="45700" anchor="t">
            <a:noAutofit/>
          </a:bodyPr>
          <a:lstStyle>
            <a:lvl1pPr marL="457200" indent="-317500" algn="l">
              <a:lnSpc>
                <a:spcPct val="100000"/>
              </a:lnSpc>
              <a:spcBef>
                <a:spcPts val="750"/>
              </a:spcBef>
              <a:spcAft>
                <a:spcPts val="0"/>
              </a:spcAft>
              <a:buClr>
                <a:schemeClr val="dk1"/>
              </a:buClr>
              <a:buSzPts val="1400"/>
              <a:buChar char="•"/>
              <a:defRPr/>
            </a:lvl1pPr>
            <a:lvl2pPr marL="914400" indent="-228600" algn="l">
              <a:lnSpc>
                <a:spcPct val="100000"/>
              </a:lnSpc>
              <a:spcBef>
                <a:spcPts val="375"/>
              </a:spcBef>
              <a:spcAft>
                <a:spcPts val="0"/>
              </a:spcAft>
              <a:buClr>
                <a:schemeClr val="dk1"/>
              </a:buClr>
              <a:buSzPts val="1400"/>
              <a:buNone/>
              <a:defRPr/>
            </a:lvl2pPr>
            <a:lvl3pPr marL="1371600" indent="-317500" algn="l">
              <a:lnSpc>
                <a:spcPct val="100000"/>
              </a:lnSpc>
              <a:spcBef>
                <a:spcPts val="375"/>
              </a:spcBef>
              <a:spcAft>
                <a:spcPts val="0"/>
              </a:spcAft>
              <a:buClr>
                <a:schemeClr val="dk1"/>
              </a:buClr>
              <a:buSzPts val="1400"/>
              <a:buChar char="•"/>
              <a:defRPr/>
            </a:lvl3pPr>
            <a:lvl4pPr marL="1828800" indent="-317500" algn="l">
              <a:lnSpc>
                <a:spcPct val="100000"/>
              </a:lnSpc>
              <a:spcBef>
                <a:spcPts val="375"/>
              </a:spcBef>
              <a:spcAft>
                <a:spcPts val="0"/>
              </a:spcAft>
              <a:buClr>
                <a:schemeClr val="dk1"/>
              </a:buClr>
              <a:buSzPts val="1400"/>
              <a:buChar char="•"/>
              <a:defRPr/>
            </a:lvl4pPr>
            <a:lvl5pPr marL="2286000" indent="-317500" algn="l">
              <a:lnSpc>
                <a:spcPct val="100000"/>
              </a:lnSpc>
              <a:spcBef>
                <a:spcPts val="375"/>
              </a:spcBef>
              <a:spcAft>
                <a:spcPts val="0"/>
              </a:spcAft>
              <a:buClr>
                <a:schemeClr val="dk1"/>
              </a:buClr>
              <a:buSzPts val="1400"/>
              <a:buChar char="•"/>
              <a:defRPr/>
            </a:lvl5pPr>
            <a:lvl6pPr marL="2743200" indent="-317500" algn="l">
              <a:lnSpc>
                <a:spcPct val="100000"/>
              </a:lnSpc>
              <a:spcBef>
                <a:spcPts val="375"/>
              </a:spcBef>
              <a:spcAft>
                <a:spcPts val="0"/>
              </a:spcAft>
              <a:buClr>
                <a:schemeClr val="dk1"/>
              </a:buClr>
              <a:buSzPts val="1400"/>
              <a:buChar char="•"/>
              <a:defRPr/>
            </a:lvl6pPr>
            <a:lvl7pPr marL="3200400" indent="-317500" algn="l">
              <a:lnSpc>
                <a:spcPct val="100000"/>
              </a:lnSpc>
              <a:spcBef>
                <a:spcPts val="375"/>
              </a:spcBef>
              <a:spcAft>
                <a:spcPts val="0"/>
              </a:spcAft>
              <a:buClr>
                <a:schemeClr val="dk1"/>
              </a:buClr>
              <a:buSzPts val="1400"/>
              <a:buChar char="•"/>
              <a:defRPr/>
            </a:lvl7pPr>
            <a:lvl8pPr marL="3657600" indent="-317500" algn="l">
              <a:lnSpc>
                <a:spcPct val="100000"/>
              </a:lnSpc>
              <a:spcBef>
                <a:spcPts val="375"/>
              </a:spcBef>
              <a:spcAft>
                <a:spcPts val="0"/>
              </a:spcAft>
              <a:buClr>
                <a:schemeClr val="dk1"/>
              </a:buClr>
              <a:buSzPts val="1400"/>
              <a:buChar char="•"/>
              <a:defRPr/>
            </a:lvl8pPr>
            <a:lvl9pPr marL="4114800" indent="-317500" algn="l">
              <a:lnSpc>
                <a:spcPct val="100000"/>
              </a:lnSpc>
              <a:spcBef>
                <a:spcPts val="375"/>
              </a:spcBef>
              <a:spcAft>
                <a:spcPts val="0"/>
              </a:spcAft>
              <a:buClr>
                <a:schemeClr val="dk1"/>
              </a:buClr>
              <a:buSzPts val="1400"/>
              <a:buChar char="•"/>
              <a:defRPr/>
            </a:lvl9pPr>
          </a:lstStyle>
          <a:p>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
        <p:cNvGrpSpPr/>
        <p:nvPr/>
      </p:nvGrpSpPr>
      <p:grpSpPr>
        <a:xfrm>
          <a:off x="0" y="0"/>
          <a:ext cx="0" cy="0"/>
          <a:chOff x="0" y="0"/>
          <a:chExt cx="0" cy="0"/>
        </a:xfrm>
      </p:grpSpPr>
      <p:sp>
        <p:nvSpPr>
          <p:cNvPr id="922" name="Google Shape;922;p181">
            <a:extLst>
              <a:ext uri="{FF2B5EF4-FFF2-40B4-BE49-F238E27FC236}">
                <a16:creationId xmlns:a16="http://schemas.microsoft.com/office/drawing/2014/main" id="{634C7910-3E29-4964-A510-E8F4B719DCD1}"/>
              </a:ext>
            </a:extLst>
          </p:cNvPr>
          <p:cNvSpPr>
            <a:spLocks noGrp="1"/>
          </p:cNvSpPr>
          <p:nvPr/>
        </p:nvSpPr>
        <p:spPr>
          <a:xfrm>
            <a:off x="125" y="250"/>
            <a:ext cx="2286000" cy="5143500"/>
          </a:xfrm>
          <a:prstGeom prst="rect">
            <a:avLst/>
          </a:prstGeom>
          <a:solidFill>
            <a:schemeClr val="dk2"/>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5233B2"/>
              </a:solidFill>
              <a:latin typeface="Roboto Light"/>
              <a:ea typeface="Roboto Light"/>
              <a:cs typeface="Roboto Light"/>
            </a:endParaRPr>
          </a:p>
        </p:txBody>
      </p:sp>
      <p:sp>
        <p:nvSpPr>
          <p:cNvPr id="923" name="Google Shape;923;p181">
            <a:extLst>
              <a:ext uri="{FF2B5EF4-FFF2-40B4-BE49-F238E27FC236}">
                <a16:creationId xmlns:a16="http://schemas.microsoft.com/office/drawing/2014/main" id="{96A3E629-65A6-4757-B89D-08246197A27B}"/>
              </a:ext>
            </a:extLst>
          </p:cNvPr>
          <p:cNvSpPr>
            <a:spLocks noGrp="1"/>
          </p:cNvSpPr>
          <p:nvPr/>
        </p:nvSpPr>
        <p:spPr>
          <a:xfrm>
            <a:off x="2286065" y="250"/>
            <a:ext cx="2286000" cy="5143500"/>
          </a:xfrm>
          <a:prstGeom prst="rect">
            <a:avLst/>
          </a:prstGeom>
          <a:solidFill>
            <a:schemeClr val="accent1"/>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003CC8"/>
              </a:solidFill>
              <a:latin typeface="Roboto Light"/>
              <a:ea typeface="Roboto Light"/>
              <a:cs typeface="Roboto Light"/>
            </a:endParaRPr>
          </a:p>
        </p:txBody>
      </p:sp>
      <p:sp>
        <p:nvSpPr>
          <p:cNvPr id="924" name="Google Shape;924;p181">
            <a:extLst>
              <a:ext uri="{FF2B5EF4-FFF2-40B4-BE49-F238E27FC236}">
                <a16:creationId xmlns:a16="http://schemas.microsoft.com/office/drawing/2014/main" id="{ABDD494D-4276-4556-BAE1-0BCB8CA3F7C3}"/>
              </a:ext>
            </a:extLst>
          </p:cNvPr>
          <p:cNvSpPr>
            <a:spLocks noGrp="1"/>
          </p:cNvSpPr>
          <p:nvPr/>
        </p:nvSpPr>
        <p:spPr>
          <a:xfrm>
            <a:off x="4572131" y="0"/>
            <a:ext cx="2286000" cy="5143500"/>
          </a:xfrm>
          <a:prstGeom prst="rect">
            <a:avLst/>
          </a:prstGeom>
          <a:solidFill>
            <a:schemeClr val="accent3"/>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5233B2"/>
              </a:solidFill>
              <a:latin typeface="Roboto Light"/>
              <a:ea typeface="Roboto Light"/>
              <a:cs typeface="Roboto Light"/>
            </a:endParaRPr>
          </a:p>
        </p:txBody>
      </p:sp>
      <p:sp>
        <p:nvSpPr>
          <p:cNvPr id="925" name="Google Shape;925;p181">
            <a:extLst>
              <a:ext uri="{FF2B5EF4-FFF2-40B4-BE49-F238E27FC236}">
                <a16:creationId xmlns:a16="http://schemas.microsoft.com/office/drawing/2014/main" id="{A6BD8884-053F-458E-AD6C-3E046536D827}"/>
              </a:ext>
            </a:extLst>
          </p:cNvPr>
          <p:cNvSpPr>
            <a:spLocks noGrp="1"/>
          </p:cNvSpPr>
          <p:nvPr/>
        </p:nvSpPr>
        <p:spPr>
          <a:xfrm>
            <a:off x="6858071" y="0"/>
            <a:ext cx="2286000" cy="5143500"/>
          </a:xfrm>
          <a:prstGeom prst="rect">
            <a:avLst/>
          </a:prstGeom>
          <a:solidFill>
            <a:schemeClr val="accent2"/>
          </a:solidFill>
          <a:ln>
            <a:noFill/>
          </a:ln>
        </p:spPr>
        <p:txBody>
          <a:bodyPr spcFirstLastPara="1" wrap="square" lIns="182875" tIns="182875" rIns="182875" bIns="182875" anchor="t">
            <a:noAutofit/>
          </a:bodyPr>
          <a:lstStyle/>
          <a:p>
            <a:pPr marL="0" marR="0" lvl="0" indent="0" algn="l">
              <a:spcBef>
                <a:spcPts val="1000"/>
              </a:spcBef>
              <a:spcAft>
                <a:spcPts val="0"/>
              </a:spcAft>
              <a:buClr>
                <a:schemeClr val="dk1"/>
              </a:buClr>
              <a:buSzPts val="1350"/>
              <a:buFont typeface="Calibri"/>
              <a:buNone/>
            </a:pPr>
            <a:endParaRPr sz="1350">
              <a:solidFill>
                <a:srgbClr val="5233B2"/>
              </a:solidFill>
              <a:latin typeface="Roboto Light"/>
              <a:ea typeface="Roboto Light"/>
              <a:cs typeface="Roboto Light"/>
            </a:endParaRPr>
          </a:p>
        </p:txBody>
      </p:sp>
      <p:sp>
        <p:nvSpPr>
          <p:cNvPr id="926" name="Google Shape;926;p181">
            <a:extLst>
              <a:ext uri="{FF2B5EF4-FFF2-40B4-BE49-F238E27FC236}">
                <a16:creationId xmlns:a16="http://schemas.microsoft.com/office/drawing/2014/main" id="{6986FA26-F4AB-417B-BA9D-02F80C430F22}"/>
              </a:ext>
            </a:extLst>
          </p:cNvPr>
          <p:cNvSpPr>
            <a:spLocks noGrp="1"/>
          </p:cNvSpPr>
          <p:nvPr>
            <p:ph type="body" idx="1"/>
          </p:nvPr>
        </p:nvSpPr>
        <p:spPr>
          <a:xfrm>
            <a:off x="253438"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lt1"/>
              </a:buClr>
              <a:buSzPts val="1400"/>
              <a:buNone/>
              <a:defRPr>
                <a:solidFill>
                  <a:schemeClr val="lt1"/>
                </a:solidFill>
              </a:defRPr>
            </a:lvl1pPr>
            <a:lvl2pPr marL="914400" indent="-228600" algn="l">
              <a:lnSpc>
                <a:spcPct val="90000"/>
              </a:lnSpc>
              <a:spcBef>
                <a:spcPts val="375"/>
              </a:spcBef>
              <a:spcAft>
                <a:spcPts val="0"/>
              </a:spcAft>
              <a:buClr>
                <a:schemeClr val="lt1"/>
              </a:buClr>
              <a:buSzPts val="1400"/>
              <a:buFont typeface="Arial"/>
              <a:buNone/>
              <a:defRPr>
                <a:solidFill>
                  <a:schemeClr val="lt1"/>
                </a:solidFill>
              </a:defRPr>
            </a:lvl2pPr>
            <a:lvl3pPr marL="1371600" indent="-228600" algn="l">
              <a:lnSpc>
                <a:spcPct val="90000"/>
              </a:lnSpc>
              <a:spcBef>
                <a:spcPts val="375"/>
              </a:spcBef>
              <a:spcAft>
                <a:spcPts val="0"/>
              </a:spcAft>
              <a:buClr>
                <a:schemeClr val="lt1"/>
              </a:buClr>
              <a:buSzPts val="1400"/>
              <a:buNone/>
              <a:defRPr>
                <a:solidFill>
                  <a:schemeClr val="lt1"/>
                </a:solidFill>
              </a:defRPr>
            </a:lvl3pPr>
            <a:lvl4pPr marL="1828800" indent="-228600" algn="l">
              <a:lnSpc>
                <a:spcPct val="90000"/>
              </a:lnSpc>
              <a:spcBef>
                <a:spcPts val="375"/>
              </a:spcBef>
              <a:spcAft>
                <a:spcPts val="0"/>
              </a:spcAft>
              <a:buClr>
                <a:schemeClr val="lt1"/>
              </a:buClr>
              <a:buSzPts val="1400"/>
              <a:buNone/>
              <a:defRPr>
                <a:solidFill>
                  <a:schemeClr val="lt1"/>
                </a:solidFill>
              </a:defRPr>
            </a:lvl4pPr>
            <a:lvl5pPr marL="2286000" indent="-228600" algn="l">
              <a:lnSpc>
                <a:spcPct val="90000"/>
              </a:lnSpc>
              <a:spcBef>
                <a:spcPts val="375"/>
              </a:spcBef>
              <a:spcAft>
                <a:spcPts val="0"/>
              </a:spcAft>
              <a:buClr>
                <a:schemeClr val="lt1"/>
              </a:buClr>
              <a:buSzPts val="1400"/>
              <a:buNone/>
              <a:defRPr>
                <a:solidFill>
                  <a:schemeClr val="lt1"/>
                </a:solidFill>
              </a:defRPr>
            </a:lvl5pPr>
            <a:lvl6pPr marL="2743200" indent="-317500" algn="l">
              <a:lnSpc>
                <a:spcPct val="90000"/>
              </a:lnSpc>
              <a:spcBef>
                <a:spcPts val="375"/>
              </a:spcBef>
              <a:spcAft>
                <a:spcPts val="0"/>
              </a:spcAft>
              <a:buClr>
                <a:schemeClr val="lt1"/>
              </a:buClr>
              <a:buSzPts val="1400"/>
              <a:buChar char="•"/>
              <a:defRPr>
                <a:solidFill>
                  <a:schemeClr val="lt1"/>
                </a:solidFill>
              </a:defRPr>
            </a:lvl6pPr>
            <a:lvl7pPr marL="3200400" indent="-317500" algn="l">
              <a:lnSpc>
                <a:spcPct val="90000"/>
              </a:lnSpc>
              <a:spcBef>
                <a:spcPts val="375"/>
              </a:spcBef>
              <a:spcAft>
                <a:spcPts val="0"/>
              </a:spcAft>
              <a:buClr>
                <a:schemeClr val="lt1"/>
              </a:buClr>
              <a:buSzPts val="1400"/>
              <a:buChar char="•"/>
              <a:defRPr>
                <a:solidFill>
                  <a:schemeClr val="lt1"/>
                </a:solidFill>
              </a:defRPr>
            </a:lvl7pPr>
            <a:lvl8pPr marL="3657600" indent="-317500" algn="l">
              <a:lnSpc>
                <a:spcPct val="90000"/>
              </a:lnSpc>
              <a:spcBef>
                <a:spcPts val="375"/>
              </a:spcBef>
              <a:spcAft>
                <a:spcPts val="0"/>
              </a:spcAft>
              <a:buClr>
                <a:schemeClr val="lt1"/>
              </a:buClr>
              <a:buSzPts val="1400"/>
              <a:buChar char="•"/>
              <a:defRPr>
                <a:solidFill>
                  <a:schemeClr val="lt1"/>
                </a:solidFill>
              </a:defRPr>
            </a:lvl8pPr>
            <a:lvl9pPr marL="4114800" indent="-317500" algn="l">
              <a:lnSpc>
                <a:spcPct val="90000"/>
              </a:lnSpc>
              <a:spcBef>
                <a:spcPts val="375"/>
              </a:spcBef>
              <a:spcAft>
                <a:spcPts val="0"/>
              </a:spcAft>
              <a:buClr>
                <a:schemeClr val="lt1"/>
              </a:buClr>
              <a:buSzPts val="1400"/>
              <a:buChar char="•"/>
              <a:defRPr>
                <a:solidFill>
                  <a:schemeClr val="lt1"/>
                </a:solidFill>
              </a:defRPr>
            </a:lvl9pPr>
          </a:lstStyle>
          <a:p>
            <a:endParaRPr/>
          </a:p>
        </p:txBody>
      </p:sp>
      <p:sp>
        <p:nvSpPr>
          <p:cNvPr id="927" name="Google Shape;927;p181">
            <a:extLst>
              <a:ext uri="{FF2B5EF4-FFF2-40B4-BE49-F238E27FC236}">
                <a16:creationId xmlns:a16="http://schemas.microsoft.com/office/drawing/2014/main" id="{E343CCC1-E4CB-4BE4-9730-5C26503FA2EE}"/>
              </a:ext>
            </a:extLst>
          </p:cNvPr>
          <p:cNvSpPr>
            <a:spLocks noGrp="1"/>
          </p:cNvSpPr>
          <p:nvPr>
            <p:ph type="body" idx="2"/>
          </p:nvPr>
        </p:nvSpPr>
        <p:spPr>
          <a:xfrm>
            <a:off x="2539378"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lt1"/>
              </a:buClr>
              <a:buSzPts val="1400"/>
              <a:buNone/>
              <a:defRPr>
                <a:solidFill>
                  <a:schemeClr val="lt1"/>
                </a:solidFill>
              </a:defRPr>
            </a:lvl1pPr>
            <a:lvl2pPr marL="914400" indent="-228600" algn="l">
              <a:lnSpc>
                <a:spcPct val="90000"/>
              </a:lnSpc>
              <a:spcBef>
                <a:spcPts val="375"/>
              </a:spcBef>
              <a:spcAft>
                <a:spcPts val="0"/>
              </a:spcAft>
              <a:buClr>
                <a:schemeClr val="lt1"/>
              </a:buClr>
              <a:buSzPts val="1400"/>
              <a:buFont typeface="Arial"/>
              <a:buNone/>
              <a:defRPr>
                <a:solidFill>
                  <a:schemeClr val="lt1"/>
                </a:solidFill>
              </a:defRPr>
            </a:lvl2pPr>
            <a:lvl3pPr marL="1371600" indent="-228600" algn="l">
              <a:lnSpc>
                <a:spcPct val="90000"/>
              </a:lnSpc>
              <a:spcBef>
                <a:spcPts val="375"/>
              </a:spcBef>
              <a:spcAft>
                <a:spcPts val="0"/>
              </a:spcAft>
              <a:buClr>
                <a:schemeClr val="lt1"/>
              </a:buClr>
              <a:buSzPts val="1400"/>
              <a:buNone/>
              <a:defRPr>
                <a:solidFill>
                  <a:schemeClr val="lt1"/>
                </a:solidFill>
              </a:defRPr>
            </a:lvl3pPr>
            <a:lvl4pPr marL="1828800" indent="-228600" algn="l">
              <a:lnSpc>
                <a:spcPct val="90000"/>
              </a:lnSpc>
              <a:spcBef>
                <a:spcPts val="375"/>
              </a:spcBef>
              <a:spcAft>
                <a:spcPts val="0"/>
              </a:spcAft>
              <a:buClr>
                <a:schemeClr val="lt1"/>
              </a:buClr>
              <a:buSzPts val="1400"/>
              <a:buNone/>
              <a:defRPr>
                <a:solidFill>
                  <a:schemeClr val="lt1"/>
                </a:solidFill>
              </a:defRPr>
            </a:lvl4pPr>
            <a:lvl5pPr marL="2286000" indent="-228600" algn="l">
              <a:lnSpc>
                <a:spcPct val="90000"/>
              </a:lnSpc>
              <a:spcBef>
                <a:spcPts val="375"/>
              </a:spcBef>
              <a:spcAft>
                <a:spcPts val="0"/>
              </a:spcAft>
              <a:buClr>
                <a:schemeClr val="lt1"/>
              </a:buClr>
              <a:buSzPts val="1400"/>
              <a:buNone/>
              <a:defRPr>
                <a:solidFill>
                  <a:schemeClr val="lt1"/>
                </a:solidFill>
              </a:defRPr>
            </a:lvl5pPr>
            <a:lvl6pPr marL="2743200" indent="-317500" algn="l">
              <a:lnSpc>
                <a:spcPct val="90000"/>
              </a:lnSpc>
              <a:spcBef>
                <a:spcPts val="375"/>
              </a:spcBef>
              <a:spcAft>
                <a:spcPts val="0"/>
              </a:spcAft>
              <a:buClr>
                <a:schemeClr val="lt1"/>
              </a:buClr>
              <a:buSzPts val="1400"/>
              <a:buChar char="•"/>
              <a:defRPr>
                <a:solidFill>
                  <a:schemeClr val="lt1"/>
                </a:solidFill>
              </a:defRPr>
            </a:lvl6pPr>
            <a:lvl7pPr marL="3200400" indent="-317500" algn="l">
              <a:lnSpc>
                <a:spcPct val="90000"/>
              </a:lnSpc>
              <a:spcBef>
                <a:spcPts val="375"/>
              </a:spcBef>
              <a:spcAft>
                <a:spcPts val="0"/>
              </a:spcAft>
              <a:buClr>
                <a:schemeClr val="lt1"/>
              </a:buClr>
              <a:buSzPts val="1400"/>
              <a:buChar char="•"/>
              <a:defRPr>
                <a:solidFill>
                  <a:schemeClr val="lt1"/>
                </a:solidFill>
              </a:defRPr>
            </a:lvl7pPr>
            <a:lvl8pPr marL="3657600" indent="-317500" algn="l">
              <a:lnSpc>
                <a:spcPct val="90000"/>
              </a:lnSpc>
              <a:spcBef>
                <a:spcPts val="375"/>
              </a:spcBef>
              <a:spcAft>
                <a:spcPts val="0"/>
              </a:spcAft>
              <a:buClr>
                <a:schemeClr val="lt1"/>
              </a:buClr>
              <a:buSzPts val="1400"/>
              <a:buChar char="•"/>
              <a:defRPr>
                <a:solidFill>
                  <a:schemeClr val="lt1"/>
                </a:solidFill>
              </a:defRPr>
            </a:lvl8pPr>
            <a:lvl9pPr marL="4114800" indent="-317500" algn="l">
              <a:lnSpc>
                <a:spcPct val="90000"/>
              </a:lnSpc>
              <a:spcBef>
                <a:spcPts val="375"/>
              </a:spcBef>
              <a:spcAft>
                <a:spcPts val="0"/>
              </a:spcAft>
              <a:buClr>
                <a:schemeClr val="lt1"/>
              </a:buClr>
              <a:buSzPts val="1400"/>
              <a:buChar char="•"/>
              <a:defRPr>
                <a:solidFill>
                  <a:schemeClr val="lt1"/>
                </a:solidFill>
              </a:defRPr>
            </a:lvl9pPr>
          </a:lstStyle>
          <a:p>
            <a:endParaRPr/>
          </a:p>
        </p:txBody>
      </p:sp>
      <p:sp>
        <p:nvSpPr>
          <p:cNvPr id="928" name="Google Shape;928;p181">
            <a:extLst>
              <a:ext uri="{FF2B5EF4-FFF2-40B4-BE49-F238E27FC236}">
                <a16:creationId xmlns:a16="http://schemas.microsoft.com/office/drawing/2014/main" id="{CB9C9FE2-01B9-4CBF-ADB0-08A74EA22B8F}"/>
              </a:ext>
            </a:extLst>
          </p:cNvPr>
          <p:cNvSpPr>
            <a:spLocks noGrp="1"/>
          </p:cNvSpPr>
          <p:nvPr>
            <p:ph type="body" idx="3"/>
          </p:nvPr>
        </p:nvSpPr>
        <p:spPr>
          <a:xfrm>
            <a:off x="4825444"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dk2"/>
              </a:buClr>
              <a:buSzPts val="1400"/>
              <a:buNone/>
              <a:defRPr>
                <a:solidFill>
                  <a:schemeClr val="dk2"/>
                </a:solidFill>
              </a:defRPr>
            </a:lvl1pPr>
            <a:lvl2pPr marL="914400" indent="-228600" algn="l">
              <a:lnSpc>
                <a:spcPct val="90000"/>
              </a:lnSpc>
              <a:spcBef>
                <a:spcPts val="375"/>
              </a:spcBef>
              <a:spcAft>
                <a:spcPts val="0"/>
              </a:spcAft>
              <a:buClr>
                <a:schemeClr val="dk2"/>
              </a:buClr>
              <a:buSzPts val="1400"/>
              <a:buFont typeface="Arial"/>
              <a:buNone/>
              <a:defRPr>
                <a:solidFill>
                  <a:schemeClr val="dk2"/>
                </a:solidFill>
              </a:defRPr>
            </a:lvl2pPr>
            <a:lvl3pPr marL="1371600" indent="-228600" algn="l">
              <a:lnSpc>
                <a:spcPct val="90000"/>
              </a:lnSpc>
              <a:spcBef>
                <a:spcPts val="375"/>
              </a:spcBef>
              <a:spcAft>
                <a:spcPts val="0"/>
              </a:spcAft>
              <a:buClr>
                <a:schemeClr val="dk2"/>
              </a:buClr>
              <a:buSzPts val="1400"/>
              <a:buNone/>
              <a:defRPr>
                <a:solidFill>
                  <a:schemeClr val="dk2"/>
                </a:solidFill>
              </a:defRPr>
            </a:lvl3pPr>
            <a:lvl4pPr marL="1828800" indent="-228600" algn="l">
              <a:lnSpc>
                <a:spcPct val="90000"/>
              </a:lnSpc>
              <a:spcBef>
                <a:spcPts val="375"/>
              </a:spcBef>
              <a:spcAft>
                <a:spcPts val="0"/>
              </a:spcAft>
              <a:buClr>
                <a:schemeClr val="dk2"/>
              </a:buClr>
              <a:buSzPts val="1400"/>
              <a:buNone/>
              <a:defRPr>
                <a:solidFill>
                  <a:schemeClr val="dk2"/>
                </a:solidFill>
              </a:defRPr>
            </a:lvl4pPr>
            <a:lvl5pPr marL="2286000" indent="-228600" algn="l">
              <a:lnSpc>
                <a:spcPct val="90000"/>
              </a:lnSpc>
              <a:spcBef>
                <a:spcPts val="375"/>
              </a:spcBef>
              <a:spcAft>
                <a:spcPts val="0"/>
              </a:spcAft>
              <a:buClr>
                <a:schemeClr val="dk2"/>
              </a:buClr>
              <a:buSzPts val="1400"/>
              <a:buNone/>
              <a:defRPr>
                <a:solidFill>
                  <a:schemeClr val="dk2"/>
                </a:solidFill>
              </a:defRPr>
            </a:lvl5pPr>
            <a:lvl6pPr marL="2743200" indent="-317500" algn="l">
              <a:lnSpc>
                <a:spcPct val="90000"/>
              </a:lnSpc>
              <a:spcBef>
                <a:spcPts val="375"/>
              </a:spcBef>
              <a:spcAft>
                <a:spcPts val="0"/>
              </a:spcAft>
              <a:buClr>
                <a:schemeClr val="dk2"/>
              </a:buClr>
              <a:buSzPts val="1400"/>
              <a:buChar char="•"/>
              <a:defRPr>
                <a:solidFill>
                  <a:schemeClr val="dk2"/>
                </a:solidFill>
              </a:defRPr>
            </a:lvl6pPr>
            <a:lvl7pPr marL="3200400" indent="-317500" algn="l">
              <a:lnSpc>
                <a:spcPct val="90000"/>
              </a:lnSpc>
              <a:spcBef>
                <a:spcPts val="375"/>
              </a:spcBef>
              <a:spcAft>
                <a:spcPts val="0"/>
              </a:spcAft>
              <a:buClr>
                <a:schemeClr val="dk2"/>
              </a:buClr>
              <a:buSzPts val="1400"/>
              <a:buChar char="•"/>
              <a:defRPr>
                <a:solidFill>
                  <a:schemeClr val="dk2"/>
                </a:solidFill>
              </a:defRPr>
            </a:lvl7pPr>
            <a:lvl8pPr marL="3657600" indent="-317500" algn="l">
              <a:lnSpc>
                <a:spcPct val="90000"/>
              </a:lnSpc>
              <a:spcBef>
                <a:spcPts val="375"/>
              </a:spcBef>
              <a:spcAft>
                <a:spcPts val="0"/>
              </a:spcAft>
              <a:buClr>
                <a:schemeClr val="dk2"/>
              </a:buClr>
              <a:buSzPts val="1400"/>
              <a:buChar char="•"/>
              <a:defRPr>
                <a:solidFill>
                  <a:schemeClr val="dk2"/>
                </a:solidFill>
              </a:defRPr>
            </a:lvl8pPr>
            <a:lvl9pPr marL="4114800" indent="-317500" algn="l">
              <a:lnSpc>
                <a:spcPct val="90000"/>
              </a:lnSpc>
              <a:spcBef>
                <a:spcPts val="375"/>
              </a:spcBef>
              <a:spcAft>
                <a:spcPts val="0"/>
              </a:spcAft>
              <a:buClr>
                <a:schemeClr val="dk2"/>
              </a:buClr>
              <a:buSzPts val="1400"/>
              <a:buChar char="•"/>
              <a:defRPr>
                <a:solidFill>
                  <a:schemeClr val="dk2"/>
                </a:solidFill>
              </a:defRPr>
            </a:lvl9pPr>
          </a:lstStyle>
          <a:p>
            <a:endParaRPr/>
          </a:p>
        </p:txBody>
      </p:sp>
      <p:sp>
        <p:nvSpPr>
          <p:cNvPr id="929" name="Google Shape;929;p181">
            <a:extLst>
              <a:ext uri="{FF2B5EF4-FFF2-40B4-BE49-F238E27FC236}">
                <a16:creationId xmlns:a16="http://schemas.microsoft.com/office/drawing/2014/main" id="{5FECEF84-CCA3-4025-9EF7-B2DFE6812C80}"/>
              </a:ext>
            </a:extLst>
          </p:cNvPr>
          <p:cNvSpPr>
            <a:spLocks noGrp="1"/>
          </p:cNvSpPr>
          <p:nvPr>
            <p:ph type="body" idx="4"/>
          </p:nvPr>
        </p:nvSpPr>
        <p:spPr>
          <a:xfrm>
            <a:off x="7111385" y="1540347"/>
            <a:ext cx="1779300" cy="2709900"/>
          </a:xfrm>
          <a:prstGeom prst="rect">
            <a:avLst/>
          </a:prstGeom>
          <a:noFill/>
          <a:ln>
            <a:noFill/>
          </a:ln>
        </p:spPr>
        <p:txBody>
          <a:bodyPr spcFirstLastPara="1" wrap="square" lIns="0" tIns="45700" rIns="0" bIns="45700" anchor="t">
            <a:noAutofit/>
          </a:bodyPr>
          <a:lstStyle>
            <a:lvl1pPr marL="457200" indent="-228600" algn="l">
              <a:lnSpc>
                <a:spcPct val="100000"/>
              </a:lnSpc>
              <a:spcBef>
                <a:spcPts val="750"/>
              </a:spcBef>
              <a:spcAft>
                <a:spcPts val="0"/>
              </a:spcAft>
              <a:buClr>
                <a:schemeClr val="dk2"/>
              </a:buClr>
              <a:buSzPts val="1400"/>
              <a:buNone/>
              <a:defRPr>
                <a:solidFill>
                  <a:schemeClr val="dk2"/>
                </a:solidFill>
              </a:defRPr>
            </a:lvl1pPr>
            <a:lvl2pPr marL="914400" indent="-228600" algn="l">
              <a:lnSpc>
                <a:spcPct val="90000"/>
              </a:lnSpc>
              <a:spcBef>
                <a:spcPts val="375"/>
              </a:spcBef>
              <a:spcAft>
                <a:spcPts val="0"/>
              </a:spcAft>
              <a:buClr>
                <a:schemeClr val="dk2"/>
              </a:buClr>
              <a:buSzPts val="1400"/>
              <a:buFont typeface="Arial"/>
              <a:buNone/>
              <a:defRPr>
                <a:solidFill>
                  <a:schemeClr val="dk2"/>
                </a:solidFill>
              </a:defRPr>
            </a:lvl2pPr>
            <a:lvl3pPr marL="1371600" indent="-228600" algn="l">
              <a:lnSpc>
                <a:spcPct val="90000"/>
              </a:lnSpc>
              <a:spcBef>
                <a:spcPts val="375"/>
              </a:spcBef>
              <a:spcAft>
                <a:spcPts val="0"/>
              </a:spcAft>
              <a:buClr>
                <a:schemeClr val="dk2"/>
              </a:buClr>
              <a:buSzPts val="1400"/>
              <a:buNone/>
              <a:defRPr>
                <a:solidFill>
                  <a:schemeClr val="dk2"/>
                </a:solidFill>
              </a:defRPr>
            </a:lvl3pPr>
            <a:lvl4pPr marL="1828800" indent="-228600" algn="l">
              <a:lnSpc>
                <a:spcPct val="90000"/>
              </a:lnSpc>
              <a:spcBef>
                <a:spcPts val="375"/>
              </a:spcBef>
              <a:spcAft>
                <a:spcPts val="0"/>
              </a:spcAft>
              <a:buClr>
                <a:schemeClr val="dk2"/>
              </a:buClr>
              <a:buSzPts val="1400"/>
              <a:buNone/>
              <a:defRPr>
                <a:solidFill>
                  <a:schemeClr val="dk2"/>
                </a:solidFill>
              </a:defRPr>
            </a:lvl4pPr>
            <a:lvl5pPr marL="2286000" indent="-228600" algn="l">
              <a:lnSpc>
                <a:spcPct val="90000"/>
              </a:lnSpc>
              <a:spcBef>
                <a:spcPts val="375"/>
              </a:spcBef>
              <a:spcAft>
                <a:spcPts val="0"/>
              </a:spcAft>
              <a:buClr>
                <a:schemeClr val="dk2"/>
              </a:buClr>
              <a:buSzPts val="1400"/>
              <a:buNone/>
              <a:defRPr>
                <a:solidFill>
                  <a:schemeClr val="dk2"/>
                </a:solidFill>
              </a:defRPr>
            </a:lvl5pPr>
            <a:lvl6pPr marL="2743200" indent="-317500" algn="l">
              <a:lnSpc>
                <a:spcPct val="90000"/>
              </a:lnSpc>
              <a:spcBef>
                <a:spcPts val="375"/>
              </a:spcBef>
              <a:spcAft>
                <a:spcPts val="0"/>
              </a:spcAft>
              <a:buClr>
                <a:schemeClr val="dk2"/>
              </a:buClr>
              <a:buSzPts val="1400"/>
              <a:buChar char="•"/>
              <a:defRPr>
                <a:solidFill>
                  <a:schemeClr val="dk2"/>
                </a:solidFill>
              </a:defRPr>
            </a:lvl6pPr>
            <a:lvl7pPr marL="3200400" indent="-317500" algn="l">
              <a:lnSpc>
                <a:spcPct val="90000"/>
              </a:lnSpc>
              <a:spcBef>
                <a:spcPts val="375"/>
              </a:spcBef>
              <a:spcAft>
                <a:spcPts val="0"/>
              </a:spcAft>
              <a:buClr>
                <a:schemeClr val="dk2"/>
              </a:buClr>
              <a:buSzPts val="1400"/>
              <a:buChar char="•"/>
              <a:defRPr>
                <a:solidFill>
                  <a:schemeClr val="dk2"/>
                </a:solidFill>
              </a:defRPr>
            </a:lvl7pPr>
            <a:lvl8pPr marL="3657600" indent="-317500" algn="l">
              <a:lnSpc>
                <a:spcPct val="90000"/>
              </a:lnSpc>
              <a:spcBef>
                <a:spcPts val="375"/>
              </a:spcBef>
              <a:spcAft>
                <a:spcPts val="0"/>
              </a:spcAft>
              <a:buClr>
                <a:schemeClr val="dk2"/>
              </a:buClr>
              <a:buSzPts val="1400"/>
              <a:buChar char="•"/>
              <a:defRPr>
                <a:solidFill>
                  <a:schemeClr val="dk2"/>
                </a:solidFill>
              </a:defRPr>
            </a:lvl8pPr>
            <a:lvl9pPr marL="4114800" indent="-317500" algn="l">
              <a:lnSpc>
                <a:spcPct val="90000"/>
              </a:lnSpc>
              <a:spcBef>
                <a:spcPts val="375"/>
              </a:spcBef>
              <a:spcAft>
                <a:spcPts val="0"/>
              </a:spcAft>
              <a:buClr>
                <a:schemeClr val="dk2"/>
              </a:buClr>
              <a:buSzPts val="1400"/>
              <a:buChar char="•"/>
              <a:defRPr>
                <a:solidFill>
                  <a:schemeClr val="dk2"/>
                </a:solidFill>
              </a:defRPr>
            </a:lvl9pPr>
          </a:lstStyle>
          <a:p>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Breaker_Denim">
  <p:cSld name="Breaker_Denim">
    <p:bg>
      <p:bgPr>
        <a:solidFill>
          <a:schemeClr val="dk2"/>
        </a:solidFill>
        <a:effectLst/>
      </p:bgPr>
    </p:bg>
    <p:spTree>
      <p:nvGrpSpPr>
        <p:cNvPr id="1" name=""/>
        <p:cNvGrpSpPr/>
        <p:nvPr/>
      </p:nvGrpSpPr>
      <p:grpSpPr>
        <a:xfrm>
          <a:off x="0" y="0"/>
          <a:ext cx="0" cy="0"/>
          <a:chOff x="0" y="0"/>
          <a:chExt cx="0" cy="0"/>
        </a:xfrm>
      </p:grpSpPr>
      <p:sp>
        <p:nvSpPr>
          <p:cNvPr id="933" name="Google Shape;933;p182">
            <a:extLst>
              <a:ext uri="{FF2B5EF4-FFF2-40B4-BE49-F238E27FC236}">
                <a16:creationId xmlns:a16="http://schemas.microsoft.com/office/drawing/2014/main" id="{0EBF3049-256D-440A-9E7C-89C15A202A31}"/>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solidFill>
                  <a:schemeClr val="accent3"/>
                </a:solidFill>
              </a:defRPr>
            </a:lvl1pPr>
            <a:lvl2pPr>
              <a:spcBef>
                <a:spcPts val="0"/>
              </a:spcBef>
              <a:spcAft>
                <a:spcPts val="0"/>
              </a:spcAft>
              <a:buNone/>
              <a:defRPr sz="3600">
                <a:solidFill>
                  <a:schemeClr val="accent3"/>
                </a:solidFill>
              </a:defRPr>
            </a:lvl2pPr>
            <a:lvl3pPr>
              <a:spcBef>
                <a:spcPts val="0"/>
              </a:spcBef>
              <a:spcAft>
                <a:spcPts val="0"/>
              </a:spcAft>
              <a:buNone/>
              <a:defRPr sz="3600">
                <a:solidFill>
                  <a:schemeClr val="accent3"/>
                </a:solidFill>
              </a:defRPr>
            </a:lvl3pPr>
            <a:lvl4pPr>
              <a:spcBef>
                <a:spcPts val="0"/>
              </a:spcBef>
              <a:spcAft>
                <a:spcPts val="0"/>
              </a:spcAft>
              <a:buNone/>
              <a:defRPr sz="3600">
                <a:solidFill>
                  <a:schemeClr val="accent3"/>
                </a:solidFill>
              </a:defRPr>
            </a:lvl4pPr>
            <a:lvl5pPr>
              <a:spcBef>
                <a:spcPts val="0"/>
              </a:spcBef>
              <a:spcAft>
                <a:spcPts val="0"/>
              </a:spcAft>
              <a:buNone/>
              <a:defRPr sz="3600">
                <a:solidFill>
                  <a:schemeClr val="accent3"/>
                </a:solidFill>
              </a:defRPr>
            </a:lvl5pPr>
            <a:lvl6pPr>
              <a:spcBef>
                <a:spcPts val="0"/>
              </a:spcBef>
              <a:spcAft>
                <a:spcPts val="0"/>
              </a:spcAft>
              <a:buNone/>
              <a:defRPr sz="3600">
                <a:solidFill>
                  <a:schemeClr val="accent3"/>
                </a:solidFill>
              </a:defRPr>
            </a:lvl6pPr>
            <a:lvl7pPr>
              <a:spcBef>
                <a:spcPts val="0"/>
              </a:spcBef>
              <a:spcAft>
                <a:spcPts val="0"/>
              </a:spcAft>
              <a:buNone/>
              <a:defRPr sz="3600">
                <a:solidFill>
                  <a:schemeClr val="accent3"/>
                </a:solidFill>
              </a:defRPr>
            </a:lvl7pPr>
            <a:lvl8pPr>
              <a:spcBef>
                <a:spcPts val="0"/>
              </a:spcBef>
              <a:spcAft>
                <a:spcPts val="0"/>
              </a:spcAft>
              <a:buNone/>
              <a:defRPr sz="3600">
                <a:solidFill>
                  <a:schemeClr val="accent3"/>
                </a:solidFill>
              </a:defRPr>
            </a:lvl8pPr>
            <a:lvl9pPr>
              <a:spcBef>
                <a:spcPts val="0"/>
              </a:spcBef>
              <a:spcAft>
                <a:spcPts val="0"/>
              </a:spcAft>
              <a:buNone/>
              <a:defRPr sz="3600">
                <a:solidFill>
                  <a:schemeClr val="accent3"/>
                </a:solidFill>
              </a:defRPr>
            </a:lvl9pPr>
          </a:lstStyle>
          <a:p>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Breaker_Meadow">
  <p:cSld name="Breaker_Meadow">
    <p:bg>
      <p:bgPr>
        <a:solidFill>
          <a:schemeClr val="accent2"/>
        </a:solidFill>
        <a:effectLst/>
      </p:bgPr>
    </p:bg>
    <p:spTree>
      <p:nvGrpSpPr>
        <p:cNvPr id="1" name=""/>
        <p:cNvGrpSpPr/>
        <p:nvPr/>
      </p:nvGrpSpPr>
      <p:grpSpPr>
        <a:xfrm>
          <a:off x="0" y="0"/>
          <a:ext cx="0" cy="0"/>
          <a:chOff x="0" y="0"/>
          <a:chExt cx="0" cy="0"/>
        </a:xfrm>
      </p:grpSpPr>
      <p:sp>
        <p:nvSpPr>
          <p:cNvPr id="935" name="Google Shape;935;p183">
            <a:extLst>
              <a:ext uri="{FF2B5EF4-FFF2-40B4-BE49-F238E27FC236}">
                <a16:creationId xmlns:a16="http://schemas.microsoft.com/office/drawing/2014/main" id="{332A5690-0D0B-4F96-A66F-BE0ACCF49CF4}"/>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lvl1pPr>
            <a:lvl2pPr>
              <a:spcBef>
                <a:spcPts val="0"/>
              </a:spcBef>
              <a:spcAft>
                <a:spcPts val="0"/>
              </a:spcAft>
              <a:buNone/>
              <a:defRPr sz="3600"/>
            </a:lvl2pPr>
            <a:lvl3pPr>
              <a:spcBef>
                <a:spcPts val="0"/>
              </a:spcBef>
              <a:spcAft>
                <a:spcPts val="0"/>
              </a:spcAft>
              <a:buNone/>
              <a:defRPr sz="3600"/>
            </a:lvl3pPr>
            <a:lvl4pPr>
              <a:spcBef>
                <a:spcPts val="0"/>
              </a:spcBef>
              <a:spcAft>
                <a:spcPts val="0"/>
              </a:spcAft>
              <a:buNone/>
              <a:defRPr sz="3600"/>
            </a:lvl4pPr>
            <a:lvl5pPr>
              <a:spcBef>
                <a:spcPts val="0"/>
              </a:spcBef>
              <a:spcAft>
                <a:spcPts val="0"/>
              </a:spcAft>
              <a:buNone/>
              <a:defRPr sz="3600"/>
            </a:lvl5pPr>
            <a:lvl6pPr>
              <a:spcBef>
                <a:spcPts val="0"/>
              </a:spcBef>
              <a:spcAft>
                <a:spcPts val="0"/>
              </a:spcAft>
              <a:buNone/>
              <a:defRPr sz="3600"/>
            </a:lvl6pPr>
            <a:lvl7pPr>
              <a:spcBef>
                <a:spcPts val="0"/>
              </a:spcBef>
              <a:spcAft>
                <a:spcPts val="0"/>
              </a:spcAft>
              <a:buNone/>
              <a:defRPr sz="3600"/>
            </a:lvl7pPr>
            <a:lvl8pPr>
              <a:spcBef>
                <a:spcPts val="0"/>
              </a:spcBef>
              <a:spcAft>
                <a:spcPts val="0"/>
              </a:spcAft>
              <a:buNone/>
              <a:defRPr sz="3600"/>
            </a:lvl8pPr>
            <a:lvl9pPr>
              <a:spcBef>
                <a:spcPts val="0"/>
              </a:spcBef>
              <a:spcAft>
                <a:spcPts val="0"/>
              </a:spcAft>
              <a:buNone/>
              <a:defRPr sz="3600"/>
            </a:lvl9pPr>
          </a:lstStyle>
          <a:p>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Breaker_Island">
  <p:cSld name="Breaker_Island">
    <p:bg>
      <p:bgPr>
        <a:solidFill>
          <a:schemeClr val="accent3"/>
        </a:solidFill>
        <a:effectLst/>
      </p:bgPr>
    </p:bg>
    <p:spTree>
      <p:nvGrpSpPr>
        <p:cNvPr id="1" name=""/>
        <p:cNvGrpSpPr/>
        <p:nvPr/>
      </p:nvGrpSpPr>
      <p:grpSpPr>
        <a:xfrm>
          <a:off x="0" y="0"/>
          <a:ext cx="0" cy="0"/>
          <a:chOff x="0" y="0"/>
          <a:chExt cx="0" cy="0"/>
        </a:xfrm>
      </p:grpSpPr>
      <p:sp>
        <p:nvSpPr>
          <p:cNvPr id="937" name="Google Shape;937;p184">
            <a:extLst>
              <a:ext uri="{FF2B5EF4-FFF2-40B4-BE49-F238E27FC236}">
                <a16:creationId xmlns:a16="http://schemas.microsoft.com/office/drawing/2014/main" id="{90034B09-9836-48D0-B7CD-03FD1C54C40E}"/>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lvl1pPr>
            <a:lvl2pPr>
              <a:spcBef>
                <a:spcPts val="0"/>
              </a:spcBef>
              <a:spcAft>
                <a:spcPts val="0"/>
              </a:spcAft>
              <a:buNone/>
              <a:defRPr sz="3600"/>
            </a:lvl2pPr>
            <a:lvl3pPr>
              <a:spcBef>
                <a:spcPts val="0"/>
              </a:spcBef>
              <a:spcAft>
                <a:spcPts val="0"/>
              </a:spcAft>
              <a:buNone/>
              <a:defRPr sz="3600"/>
            </a:lvl3pPr>
            <a:lvl4pPr>
              <a:spcBef>
                <a:spcPts val="0"/>
              </a:spcBef>
              <a:spcAft>
                <a:spcPts val="0"/>
              </a:spcAft>
              <a:buNone/>
              <a:defRPr sz="3600"/>
            </a:lvl4pPr>
            <a:lvl5pPr>
              <a:spcBef>
                <a:spcPts val="0"/>
              </a:spcBef>
              <a:spcAft>
                <a:spcPts val="0"/>
              </a:spcAft>
              <a:buNone/>
              <a:defRPr sz="3600"/>
            </a:lvl5pPr>
            <a:lvl6pPr>
              <a:spcBef>
                <a:spcPts val="0"/>
              </a:spcBef>
              <a:spcAft>
                <a:spcPts val="0"/>
              </a:spcAft>
              <a:buNone/>
              <a:defRPr sz="3600"/>
            </a:lvl6pPr>
            <a:lvl7pPr>
              <a:spcBef>
                <a:spcPts val="0"/>
              </a:spcBef>
              <a:spcAft>
                <a:spcPts val="0"/>
              </a:spcAft>
              <a:buNone/>
              <a:defRPr sz="3600"/>
            </a:lvl7pPr>
            <a:lvl8pPr>
              <a:spcBef>
                <a:spcPts val="0"/>
              </a:spcBef>
              <a:spcAft>
                <a:spcPts val="0"/>
              </a:spcAft>
              <a:buNone/>
              <a:defRPr sz="3600"/>
            </a:lvl8pPr>
            <a:lvl9pPr>
              <a:spcBef>
                <a:spcPts val="0"/>
              </a:spcBef>
              <a:spcAft>
                <a:spcPts val="0"/>
              </a:spcAft>
              <a:buNone/>
              <a:defRPr sz="3600"/>
            </a:lvl9pPr>
          </a:lstStyle>
          <a:p>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Breaker_Robins Egg">
  <p:cSld name="Breaker_Robins Egg">
    <p:bg>
      <p:bgPr>
        <a:solidFill>
          <a:schemeClr val="accent4"/>
        </a:solidFill>
        <a:effectLst/>
      </p:bgPr>
    </p:bg>
    <p:spTree>
      <p:nvGrpSpPr>
        <p:cNvPr id="1" name=""/>
        <p:cNvGrpSpPr/>
        <p:nvPr/>
      </p:nvGrpSpPr>
      <p:grpSpPr>
        <a:xfrm>
          <a:off x="0" y="0"/>
          <a:ext cx="0" cy="0"/>
          <a:chOff x="0" y="0"/>
          <a:chExt cx="0" cy="0"/>
        </a:xfrm>
      </p:grpSpPr>
      <p:sp>
        <p:nvSpPr>
          <p:cNvPr id="939" name="Google Shape;939;p185">
            <a:extLst>
              <a:ext uri="{FF2B5EF4-FFF2-40B4-BE49-F238E27FC236}">
                <a16:creationId xmlns:a16="http://schemas.microsoft.com/office/drawing/2014/main" id="{3930E217-45CE-4744-B7F8-5DCE942DED89}"/>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lvl1pPr>
            <a:lvl2pPr>
              <a:spcBef>
                <a:spcPts val="0"/>
              </a:spcBef>
              <a:spcAft>
                <a:spcPts val="0"/>
              </a:spcAft>
              <a:buNone/>
              <a:defRPr sz="3600"/>
            </a:lvl2pPr>
            <a:lvl3pPr>
              <a:spcBef>
                <a:spcPts val="0"/>
              </a:spcBef>
              <a:spcAft>
                <a:spcPts val="0"/>
              </a:spcAft>
              <a:buNone/>
              <a:defRPr sz="3600"/>
            </a:lvl3pPr>
            <a:lvl4pPr>
              <a:spcBef>
                <a:spcPts val="0"/>
              </a:spcBef>
              <a:spcAft>
                <a:spcPts val="0"/>
              </a:spcAft>
              <a:buNone/>
              <a:defRPr sz="3600"/>
            </a:lvl4pPr>
            <a:lvl5pPr>
              <a:spcBef>
                <a:spcPts val="0"/>
              </a:spcBef>
              <a:spcAft>
                <a:spcPts val="0"/>
              </a:spcAft>
              <a:buNone/>
              <a:defRPr sz="3600"/>
            </a:lvl5pPr>
            <a:lvl6pPr>
              <a:spcBef>
                <a:spcPts val="0"/>
              </a:spcBef>
              <a:spcAft>
                <a:spcPts val="0"/>
              </a:spcAft>
              <a:buNone/>
              <a:defRPr sz="3600"/>
            </a:lvl6pPr>
            <a:lvl7pPr>
              <a:spcBef>
                <a:spcPts val="0"/>
              </a:spcBef>
              <a:spcAft>
                <a:spcPts val="0"/>
              </a:spcAft>
              <a:buNone/>
              <a:defRPr sz="3600"/>
            </a:lvl7pPr>
            <a:lvl8pPr>
              <a:spcBef>
                <a:spcPts val="0"/>
              </a:spcBef>
              <a:spcAft>
                <a:spcPts val="0"/>
              </a:spcAft>
              <a:buNone/>
              <a:defRPr sz="3600"/>
            </a:lvl8pPr>
            <a:lvl9pPr>
              <a:spcBef>
                <a:spcPts val="0"/>
              </a:spcBef>
              <a:spcAft>
                <a:spcPts val="0"/>
              </a:spcAft>
              <a:buNone/>
              <a:defRPr sz="3600"/>
            </a:lvl9pPr>
          </a:lstStyle>
          <a:p>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Breaker_Powder">
  <p:cSld name="Breaker_Powder">
    <p:bg>
      <p:bgPr>
        <a:solidFill>
          <a:srgbClr val="D7EFF6"/>
        </a:solidFill>
        <a:effectLst/>
      </p:bgPr>
    </p:bg>
    <p:spTree>
      <p:nvGrpSpPr>
        <p:cNvPr id="1" name=""/>
        <p:cNvGrpSpPr/>
        <p:nvPr/>
      </p:nvGrpSpPr>
      <p:grpSpPr>
        <a:xfrm>
          <a:off x="0" y="0"/>
          <a:ext cx="0" cy="0"/>
          <a:chOff x="0" y="0"/>
          <a:chExt cx="0" cy="0"/>
        </a:xfrm>
      </p:grpSpPr>
      <p:sp>
        <p:nvSpPr>
          <p:cNvPr id="941" name="Google Shape;941;p186">
            <a:extLst>
              <a:ext uri="{FF2B5EF4-FFF2-40B4-BE49-F238E27FC236}">
                <a16:creationId xmlns:a16="http://schemas.microsoft.com/office/drawing/2014/main" id="{EDF52BE8-9B22-47D4-BFF8-21FF6535D9F0}"/>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lvl1pPr>
              <a:spcBef>
                <a:spcPts val="0"/>
              </a:spcBef>
              <a:spcAft>
                <a:spcPts val="0"/>
              </a:spcAft>
              <a:buNone/>
              <a:defRPr sz="3600"/>
            </a:lvl1pPr>
            <a:lvl2pPr>
              <a:spcBef>
                <a:spcPts val="0"/>
              </a:spcBef>
              <a:spcAft>
                <a:spcPts val="0"/>
              </a:spcAft>
              <a:buNone/>
              <a:defRPr sz="3600"/>
            </a:lvl2pPr>
            <a:lvl3pPr>
              <a:spcBef>
                <a:spcPts val="0"/>
              </a:spcBef>
              <a:spcAft>
                <a:spcPts val="0"/>
              </a:spcAft>
              <a:buNone/>
              <a:defRPr sz="3600"/>
            </a:lvl3pPr>
            <a:lvl4pPr>
              <a:spcBef>
                <a:spcPts val="0"/>
              </a:spcBef>
              <a:spcAft>
                <a:spcPts val="0"/>
              </a:spcAft>
              <a:buNone/>
              <a:defRPr sz="3600"/>
            </a:lvl4pPr>
            <a:lvl5pPr>
              <a:spcBef>
                <a:spcPts val="0"/>
              </a:spcBef>
              <a:spcAft>
                <a:spcPts val="0"/>
              </a:spcAft>
              <a:buNone/>
              <a:defRPr sz="3600"/>
            </a:lvl5pPr>
            <a:lvl6pPr>
              <a:spcBef>
                <a:spcPts val="0"/>
              </a:spcBef>
              <a:spcAft>
                <a:spcPts val="0"/>
              </a:spcAft>
              <a:buNone/>
              <a:defRPr sz="3600"/>
            </a:lvl6pPr>
            <a:lvl7pPr>
              <a:spcBef>
                <a:spcPts val="0"/>
              </a:spcBef>
              <a:spcAft>
                <a:spcPts val="0"/>
              </a:spcAft>
              <a:buNone/>
              <a:defRPr sz="3600"/>
            </a:lvl7pPr>
            <a:lvl8pPr>
              <a:spcBef>
                <a:spcPts val="0"/>
              </a:spcBef>
              <a:spcAft>
                <a:spcPts val="0"/>
              </a:spcAft>
              <a:buNone/>
              <a:defRPr sz="3600"/>
            </a:lvl8pPr>
            <a:lvl9pPr>
              <a:spcBef>
                <a:spcPts val="0"/>
              </a:spcBef>
              <a:spcAft>
                <a:spcPts val="0"/>
              </a:spcAft>
              <a:buNone/>
              <a:defRPr sz="3600"/>
            </a:lvl9pPr>
          </a:lstStyle>
          <a:p>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matchingName="Border_Denim">
  <p:cSld name="Border_Denim">
    <p:bg>
      <p:bgPr>
        <a:solidFill>
          <a:schemeClr val="lt1"/>
        </a:solidFill>
        <a:effectLst/>
      </p:bgPr>
    </p:bg>
    <p:spTree>
      <p:nvGrpSpPr>
        <p:cNvPr id="1" name=""/>
        <p:cNvGrpSpPr/>
        <p:nvPr/>
      </p:nvGrpSpPr>
      <p:grpSpPr>
        <a:xfrm>
          <a:off x="0" y="0"/>
          <a:ext cx="0" cy="0"/>
          <a:chOff x="0" y="0"/>
          <a:chExt cx="0" cy="0"/>
        </a:xfrm>
      </p:grpSpPr>
      <p:sp>
        <p:nvSpPr>
          <p:cNvPr id="943" name="Google Shape;943;p187">
            <a:extLst>
              <a:ext uri="{FF2B5EF4-FFF2-40B4-BE49-F238E27FC236}">
                <a16:creationId xmlns:a16="http://schemas.microsoft.com/office/drawing/2014/main" id="{2373E616-A072-47BB-8644-BE7A69E55272}"/>
              </a:ext>
            </a:extLst>
          </p:cNvPr>
          <p:cNvSpPr>
            <a:spLocks noGrp="1"/>
          </p:cNvSpPr>
          <p:nvPr/>
        </p:nvSpPr>
        <p:spPr>
          <a:xfrm>
            <a:off x="242850" y="210150"/>
            <a:ext cx="8658300" cy="4723200"/>
          </a:xfrm>
          <a:prstGeom prst="roundRect">
            <a:avLst>
              <a:gd name="adj" fmla="val 2277"/>
            </a:avLst>
          </a:prstGeom>
          <a:solidFill>
            <a:schemeClr val="dk2"/>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44" name="Google Shape;944;p187">
            <a:extLst>
              <a:ext uri="{FF2B5EF4-FFF2-40B4-BE49-F238E27FC236}">
                <a16:creationId xmlns:a16="http://schemas.microsoft.com/office/drawing/2014/main" id="{87825A56-B774-4338-8878-5E70460AA9F4}"/>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solidFill>
                  <a:schemeClr val="accent3"/>
                </a:solidFill>
              </a:defRPr>
            </a:lvl1pPr>
            <a:lvl2pPr algn="ctr">
              <a:spcBef>
                <a:spcPts val="0"/>
              </a:spcBef>
              <a:spcAft>
                <a:spcPts val="0"/>
              </a:spcAft>
              <a:buNone/>
              <a:defRPr sz="3000">
                <a:solidFill>
                  <a:schemeClr val="accent3"/>
                </a:solidFill>
              </a:defRPr>
            </a:lvl2pPr>
            <a:lvl3pPr algn="ctr">
              <a:spcBef>
                <a:spcPts val="0"/>
              </a:spcBef>
              <a:spcAft>
                <a:spcPts val="0"/>
              </a:spcAft>
              <a:buNone/>
              <a:defRPr sz="3000">
                <a:solidFill>
                  <a:schemeClr val="accent3"/>
                </a:solidFill>
              </a:defRPr>
            </a:lvl3pPr>
            <a:lvl4pPr algn="ctr">
              <a:spcBef>
                <a:spcPts val="0"/>
              </a:spcBef>
              <a:spcAft>
                <a:spcPts val="0"/>
              </a:spcAft>
              <a:buNone/>
              <a:defRPr sz="3000">
                <a:solidFill>
                  <a:schemeClr val="accent3"/>
                </a:solidFill>
              </a:defRPr>
            </a:lvl4pPr>
            <a:lvl5pPr algn="ctr">
              <a:spcBef>
                <a:spcPts val="0"/>
              </a:spcBef>
              <a:spcAft>
                <a:spcPts val="0"/>
              </a:spcAft>
              <a:buNone/>
              <a:defRPr sz="3000">
                <a:solidFill>
                  <a:schemeClr val="accent3"/>
                </a:solidFill>
              </a:defRPr>
            </a:lvl5pPr>
            <a:lvl6pPr algn="ctr">
              <a:spcBef>
                <a:spcPts val="0"/>
              </a:spcBef>
              <a:spcAft>
                <a:spcPts val="0"/>
              </a:spcAft>
              <a:buNone/>
              <a:defRPr sz="3000">
                <a:solidFill>
                  <a:schemeClr val="accent3"/>
                </a:solidFill>
              </a:defRPr>
            </a:lvl6pPr>
            <a:lvl7pPr algn="ctr">
              <a:spcBef>
                <a:spcPts val="0"/>
              </a:spcBef>
              <a:spcAft>
                <a:spcPts val="0"/>
              </a:spcAft>
              <a:buNone/>
              <a:defRPr sz="3000">
                <a:solidFill>
                  <a:schemeClr val="accent3"/>
                </a:solidFill>
              </a:defRPr>
            </a:lvl7pPr>
            <a:lvl8pPr algn="ctr">
              <a:spcBef>
                <a:spcPts val="0"/>
              </a:spcBef>
              <a:spcAft>
                <a:spcPts val="0"/>
              </a:spcAft>
              <a:buNone/>
              <a:defRPr sz="3000">
                <a:solidFill>
                  <a:schemeClr val="accent3"/>
                </a:solidFill>
              </a:defRPr>
            </a:lvl8pPr>
            <a:lvl9pPr algn="ctr">
              <a:spcBef>
                <a:spcPts val="0"/>
              </a:spcBef>
              <a:spcAft>
                <a:spcPts val="0"/>
              </a:spcAft>
              <a:buNone/>
              <a:defRPr sz="3000">
                <a:solidFill>
                  <a:schemeClr val="accent3"/>
                </a:solidFill>
              </a:defRPr>
            </a:lvl9pPr>
          </a:lstStyle>
          <a:p>
            <a:endParaRPr/>
          </a:p>
        </p:txBody>
      </p:sp>
      <p:sp>
        <p:nvSpPr>
          <p:cNvPr id="945" name="Google Shape;945;p187">
            <a:extLst>
              <a:ext uri="{FF2B5EF4-FFF2-40B4-BE49-F238E27FC236}">
                <a16:creationId xmlns:a16="http://schemas.microsoft.com/office/drawing/2014/main" id="{D376C92A-8CAA-448A-9E2B-F756206A5641}"/>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accent3"/>
                </a:solidFill>
              </a:defRPr>
            </a:lvl1pPr>
            <a:lvl2pPr algn="ctr">
              <a:spcBef>
                <a:spcPts val="750"/>
              </a:spcBef>
              <a:spcAft>
                <a:spcPts val="0"/>
              </a:spcAft>
              <a:buNone/>
              <a:defRPr>
                <a:solidFill>
                  <a:schemeClr val="accent3"/>
                </a:solidFill>
              </a:defRPr>
            </a:lvl2pPr>
            <a:lvl3pPr algn="ctr">
              <a:spcBef>
                <a:spcPts val="750"/>
              </a:spcBef>
              <a:spcAft>
                <a:spcPts val="0"/>
              </a:spcAft>
              <a:buNone/>
              <a:defRPr>
                <a:solidFill>
                  <a:schemeClr val="accent3"/>
                </a:solidFill>
              </a:defRPr>
            </a:lvl3pPr>
            <a:lvl4pPr algn="ctr">
              <a:spcBef>
                <a:spcPts val="750"/>
              </a:spcBef>
              <a:spcAft>
                <a:spcPts val="0"/>
              </a:spcAft>
              <a:buNone/>
              <a:defRPr>
                <a:solidFill>
                  <a:schemeClr val="accent3"/>
                </a:solidFill>
              </a:defRPr>
            </a:lvl4pPr>
            <a:lvl5pPr algn="ctr">
              <a:spcBef>
                <a:spcPts val="750"/>
              </a:spcBef>
              <a:spcAft>
                <a:spcPts val="0"/>
              </a:spcAft>
              <a:buNone/>
              <a:defRPr>
                <a:solidFill>
                  <a:schemeClr val="accent3"/>
                </a:solidFill>
              </a:defRPr>
            </a:lvl5pPr>
            <a:lvl6pPr algn="ctr">
              <a:spcBef>
                <a:spcPts val="750"/>
              </a:spcBef>
              <a:spcAft>
                <a:spcPts val="0"/>
              </a:spcAft>
              <a:buNone/>
              <a:defRPr>
                <a:solidFill>
                  <a:schemeClr val="accent3"/>
                </a:solidFill>
              </a:defRPr>
            </a:lvl6pPr>
            <a:lvl7pPr algn="ctr">
              <a:spcBef>
                <a:spcPts val="750"/>
              </a:spcBef>
              <a:spcAft>
                <a:spcPts val="0"/>
              </a:spcAft>
              <a:buNone/>
              <a:defRPr>
                <a:solidFill>
                  <a:schemeClr val="accent3"/>
                </a:solidFill>
              </a:defRPr>
            </a:lvl7pPr>
            <a:lvl8pPr algn="ctr">
              <a:spcBef>
                <a:spcPts val="750"/>
              </a:spcBef>
              <a:spcAft>
                <a:spcPts val="0"/>
              </a:spcAft>
              <a:buNone/>
              <a:defRPr>
                <a:solidFill>
                  <a:schemeClr val="accent3"/>
                </a:solidFill>
              </a:defRPr>
            </a:lvl8pPr>
            <a:lvl9pPr algn="ctr">
              <a:spcBef>
                <a:spcPts val="750"/>
              </a:spcBef>
              <a:spcAft>
                <a:spcPts val="0"/>
              </a:spcAft>
              <a:buNone/>
              <a:defRPr>
                <a:solidFill>
                  <a:schemeClr val="accent3"/>
                </a:solidFill>
              </a:defRPr>
            </a:lvl9pPr>
          </a:lstStyle>
          <a:p>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matchingName="Border_Meadow">
  <p:cSld name="Border_Meadow">
    <p:bg>
      <p:bgPr>
        <a:solidFill>
          <a:schemeClr val="lt1"/>
        </a:solidFill>
        <a:effectLst/>
      </p:bgPr>
    </p:bg>
    <p:spTree>
      <p:nvGrpSpPr>
        <p:cNvPr id="1" name=""/>
        <p:cNvGrpSpPr/>
        <p:nvPr/>
      </p:nvGrpSpPr>
      <p:grpSpPr>
        <a:xfrm>
          <a:off x="0" y="0"/>
          <a:ext cx="0" cy="0"/>
          <a:chOff x="0" y="0"/>
          <a:chExt cx="0" cy="0"/>
        </a:xfrm>
      </p:grpSpPr>
      <p:sp>
        <p:nvSpPr>
          <p:cNvPr id="947" name="Google Shape;947;p188">
            <a:extLst>
              <a:ext uri="{FF2B5EF4-FFF2-40B4-BE49-F238E27FC236}">
                <a16:creationId xmlns:a16="http://schemas.microsoft.com/office/drawing/2014/main" id="{1AFA4D3E-4A4F-463D-9032-049077483459}"/>
              </a:ext>
            </a:extLst>
          </p:cNvPr>
          <p:cNvSpPr>
            <a:spLocks noGrp="1"/>
          </p:cNvSpPr>
          <p:nvPr/>
        </p:nvSpPr>
        <p:spPr>
          <a:xfrm>
            <a:off x="242850" y="210150"/>
            <a:ext cx="8658300" cy="4723200"/>
          </a:xfrm>
          <a:prstGeom prst="roundRect">
            <a:avLst>
              <a:gd name="adj" fmla="val 2277"/>
            </a:avLst>
          </a:prstGeom>
          <a:solidFill>
            <a:schemeClr val="accent2"/>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48" name="Google Shape;948;p188">
            <a:extLst>
              <a:ext uri="{FF2B5EF4-FFF2-40B4-BE49-F238E27FC236}">
                <a16:creationId xmlns:a16="http://schemas.microsoft.com/office/drawing/2014/main" id="{461F34DC-7F27-422B-A4D7-8645F27A4363}"/>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949" name="Google Shape;949;p188">
            <a:extLst>
              <a:ext uri="{FF2B5EF4-FFF2-40B4-BE49-F238E27FC236}">
                <a16:creationId xmlns:a16="http://schemas.microsoft.com/office/drawing/2014/main" id="{64A21642-F5BD-4C1F-ACAD-695C3856F6F6}"/>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matchingName="Border_Robins Egg">
  <p:cSld name="Border_Robins Egg">
    <p:bg>
      <p:bgPr>
        <a:solidFill>
          <a:schemeClr val="lt1"/>
        </a:solidFill>
        <a:effectLst/>
      </p:bgPr>
    </p:bg>
    <p:spTree>
      <p:nvGrpSpPr>
        <p:cNvPr id="1" name=""/>
        <p:cNvGrpSpPr/>
        <p:nvPr/>
      </p:nvGrpSpPr>
      <p:grpSpPr>
        <a:xfrm>
          <a:off x="0" y="0"/>
          <a:ext cx="0" cy="0"/>
          <a:chOff x="0" y="0"/>
          <a:chExt cx="0" cy="0"/>
        </a:xfrm>
      </p:grpSpPr>
      <p:sp>
        <p:nvSpPr>
          <p:cNvPr id="951" name="Google Shape;951;p189">
            <a:extLst>
              <a:ext uri="{FF2B5EF4-FFF2-40B4-BE49-F238E27FC236}">
                <a16:creationId xmlns:a16="http://schemas.microsoft.com/office/drawing/2014/main" id="{7CDD3974-2F3A-46E4-A1D9-F28D6D8B5271}"/>
              </a:ext>
            </a:extLst>
          </p:cNvPr>
          <p:cNvSpPr>
            <a:spLocks noGrp="1"/>
          </p:cNvSpPr>
          <p:nvPr/>
        </p:nvSpPr>
        <p:spPr>
          <a:xfrm>
            <a:off x="242850" y="210150"/>
            <a:ext cx="8658300" cy="4723200"/>
          </a:xfrm>
          <a:prstGeom prst="roundRect">
            <a:avLst>
              <a:gd name="adj" fmla="val 2277"/>
            </a:avLst>
          </a:prstGeom>
          <a:solidFill>
            <a:schemeClr val="accent4"/>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52" name="Google Shape;952;p189">
            <a:extLst>
              <a:ext uri="{FF2B5EF4-FFF2-40B4-BE49-F238E27FC236}">
                <a16:creationId xmlns:a16="http://schemas.microsoft.com/office/drawing/2014/main" id="{0C98A738-3310-432A-B924-4A2766D96CAB}"/>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953" name="Google Shape;953;p189">
            <a:extLst>
              <a:ext uri="{FF2B5EF4-FFF2-40B4-BE49-F238E27FC236}">
                <a16:creationId xmlns:a16="http://schemas.microsoft.com/office/drawing/2014/main" id="{5CB6390C-D9CB-469D-9BEA-BD42D19A98AC}"/>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matchingName="Border_Powder">
  <p:cSld name="Border_Powder">
    <p:bg>
      <p:bgPr>
        <a:solidFill>
          <a:schemeClr val="lt1"/>
        </a:solidFill>
        <a:effectLst/>
      </p:bgPr>
    </p:bg>
    <p:spTree>
      <p:nvGrpSpPr>
        <p:cNvPr id="1" name=""/>
        <p:cNvGrpSpPr/>
        <p:nvPr/>
      </p:nvGrpSpPr>
      <p:grpSpPr>
        <a:xfrm>
          <a:off x="0" y="0"/>
          <a:ext cx="0" cy="0"/>
          <a:chOff x="0" y="0"/>
          <a:chExt cx="0" cy="0"/>
        </a:xfrm>
      </p:grpSpPr>
      <p:sp>
        <p:nvSpPr>
          <p:cNvPr id="955" name="Google Shape;955;p190">
            <a:extLst>
              <a:ext uri="{FF2B5EF4-FFF2-40B4-BE49-F238E27FC236}">
                <a16:creationId xmlns:a16="http://schemas.microsoft.com/office/drawing/2014/main" id="{F888D8D5-8ED9-4C7C-BA4D-42DC948F110A}"/>
              </a:ext>
            </a:extLst>
          </p:cNvPr>
          <p:cNvSpPr>
            <a:spLocks noGrp="1"/>
          </p:cNvSpPr>
          <p:nvPr/>
        </p:nvSpPr>
        <p:spPr>
          <a:xfrm>
            <a:off x="242850" y="210150"/>
            <a:ext cx="8658300" cy="4723200"/>
          </a:xfrm>
          <a:prstGeom prst="roundRect">
            <a:avLst>
              <a:gd name="adj" fmla="val 2277"/>
            </a:avLst>
          </a:prstGeom>
          <a:solidFill>
            <a:srgbClr val="D7EFF6"/>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56" name="Google Shape;956;p190">
            <a:extLst>
              <a:ext uri="{FF2B5EF4-FFF2-40B4-BE49-F238E27FC236}">
                <a16:creationId xmlns:a16="http://schemas.microsoft.com/office/drawing/2014/main" id="{80BB7BFD-8767-4329-9DAC-3C585C834DDC}"/>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957" name="Google Shape;957;p190">
            <a:extLst>
              <a:ext uri="{FF2B5EF4-FFF2-40B4-BE49-F238E27FC236}">
                <a16:creationId xmlns:a16="http://schemas.microsoft.com/office/drawing/2014/main" id="{30583FCA-5272-40F4-8554-DAE1D69B36BE}"/>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Blank_white" type="blank">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Logo_Denim">
  <p:cSld name="Logo_Denim">
    <p:bg>
      <p:bgPr>
        <a:solidFill>
          <a:schemeClr val="dk2"/>
        </a:solidFill>
        <a:effectLst/>
      </p:bgPr>
    </p:bg>
    <p:spTree>
      <p:nvGrpSpPr>
        <p:cNvPr id="1" name=""/>
        <p:cNvGrpSpPr/>
        <p:nvPr/>
      </p:nvGrpSpPr>
      <p:grpSpPr>
        <a:xfrm>
          <a:off x="0" y="0"/>
          <a:ext cx="0" cy="0"/>
          <a:chOff x="0" y="0"/>
          <a:chExt cx="0" cy="0"/>
        </a:xfrm>
      </p:grpSpPr>
      <p:pic>
        <p:nvPicPr>
          <p:cNvPr id="2" name="Google Shape;961;p192"/>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matchingName="Logo_Meadow">
  <p:cSld name="Logo_Meadow">
    <p:bg>
      <p:bgPr>
        <a:solidFill>
          <a:schemeClr val="accent2"/>
        </a:solidFill>
        <a:effectLst/>
      </p:bgPr>
    </p:bg>
    <p:spTree>
      <p:nvGrpSpPr>
        <p:cNvPr id="1" name=""/>
        <p:cNvGrpSpPr/>
        <p:nvPr/>
      </p:nvGrpSpPr>
      <p:grpSpPr>
        <a:xfrm>
          <a:off x="0" y="0"/>
          <a:ext cx="0" cy="0"/>
          <a:chOff x="0" y="0"/>
          <a:chExt cx="0" cy="0"/>
        </a:xfrm>
      </p:grpSpPr>
      <p:pic>
        <p:nvPicPr>
          <p:cNvPr id="2" name="Google Shape;963;p193"/>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matchingName="Logo_Island">
  <p:cSld name="Logo_Island">
    <p:bg>
      <p:bgPr>
        <a:solidFill>
          <a:schemeClr val="accent3"/>
        </a:solidFill>
        <a:effectLst/>
      </p:bgPr>
    </p:bg>
    <p:spTree>
      <p:nvGrpSpPr>
        <p:cNvPr id="1" name=""/>
        <p:cNvGrpSpPr/>
        <p:nvPr/>
      </p:nvGrpSpPr>
      <p:grpSpPr>
        <a:xfrm>
          <a:off x="0" y="0"/>
          <a:ext cx="0" cy="0"/>
          <a:chOff x="0" y="0"/>
          <a:chExt cx="0" cy="0"/>
        </a:xfrm>
      </p:grpSpPr>
      <p:pic>
        <p:nvPicPr>
          <p:cNvPr id="2" name="Google Shape;965;p194"/>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matchingName="Logo_Robins Egg">
  <p:cSld name="Logo_Robins Egg">
    <p:bg>
      <p:bgPr>
        <a:solidFill>
          <a:schemeClr val="accent4"/>
        </a:solidFill>
        <a:effectLst/>
      </p:bgPr>
    </p:bg>
    <p:spTree>
      <p:nvGrpSpPr>
        <p:cNvPr id="1" name=""/>
        <p:cNvGrpSpPr/>
        <p:nvPr/>
      </p:nvGrpSpPr>
      <p:grpSpPr>
        <a:xfrm>
          <a:off x="0" y="0"/>
          <a:ext cx="0" cy="0"/>
          <a:chOff x="0" y="0"/>
          <a:chExt cx="0" cy="0"/>
        </a:xfrm>
      </p:grpSpPr>
      <p:pic>
        <p:nvPicPr>
          <p:cNvPr id="2" name="Google Shape;967;p195"/>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matchingName="Logo_Powder">
  <p:cSld name="Logo_Powder">
    <p:bg>
      <p:bgPr>
        <a:solidFill>
          <a:srgbClr val="D7EFF6"/>
        </a:solidFill>
        <a:effectLst/>
      </p:bgPr>
    </p:bg>
    <p:spTree>
      <p:nvGrpSpPr>
        <p:cNvPr id="1" name=""/>
        <p:cNvGrpSpPr/>
        <p:nvPr/>
      </p:nvGrpSpPr>
      <p:grpSpPr>
        <a:xfrm>
          <a:off x="0" y="0"/>
          <a:ext cx="0" cy="0"/>
          <a:chOff x="0" y="0"/>
          <a:chExt cx="0" cy="0"/>
        </a:xfrm>
      </p:grpSpPr>
      <p:pic>
        <p:nvPicPr>
          <p:cNvPr id="2" name="Google Shape;969;p196"/>
          <p:cNvPicPr>
            <a:picLocks noChangeAspect="1"/>
          </p:cNvPicPr>
          <p:nvPr/>
        </p:nvPicPr>
        <p:blipFill rotWithShape="1">
          <a:blip r:embed="rId2">
            <a:alphaModFix/>
          </a:blip>
          <a:srcRect/>
          <a:stretch/>
        </p:blipFill>
        <p:spPr>
          <a:xfrm>
            <a:off x="1213833" y="2028178"/>
            <a:ext cx="6716331" cy="1087143"/>
          </a:xfrm>
          <a:prstGeom prst="rect">
            <a:avLst/>
          </a:prstGeom>
          <a:ln>
            <a:noFill/>
          </a:ln>
        </p:spPr>
      </p:pic>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matchingName="Title Slide_Denim 1">
  <p:cSld name="Title Slide_Denim_1">
    <p:bg>
      <p:bgPr>
        <a:solidFill>
          <a:schemeClr val="dk2"/>
        </a:solidFill>
        <a:effectLst/>
      </p:bgPr>
    </p:bg>
    <p:spTree>
      <p:nvGrpSpPr>
        <p:cNvPr id="1" name=""/>
        <p:cNvGrpSpPr/>
        <p:nvPr/>
      </p:nvGrpSpPr>
      <p:grpSpPr>
        <a:xfrm>
          <a:off x="0" y="0"/>
          <a:ext cx="0" cy="0"/>
          <a:chOff x="0" y="0"/>
          <a:chExt cx="0" cy="0"/>
        </a:xfrm>
      </p:grpSpPr>
      <p:pic>
        <p:nvPicPr>
          <p:cNvPr id="975" name="Google Shape;971;p197"/>
          <p:cNvPicPr>
            <a:picLocks noChangeAspect="1"/>
          </p:cNvPicPr>
          <p:nvPr/>
        </p:nvPicPr>
        <p:blipFill rotWithShape="1">
          <a:blip r:embed="rId2">
            <a:alphaModFix/>
          </a:blip>
          <a:srcRect/>
          <a:stretch/>
        </p:blipFill>
        <p:spPr>
          <a:xfrm>
            <a:off x="570500" y="564550"/>
            <a:ext cx="2490650" cy="403139"/>
          </a:xfrm>
          <a:prstGeom prst="rect">
            <a:avLst/>
          </a:prstGeom>
          <a:ln>
            <a:noFill/>
          </a:ln>
        </p:spPr>
      </p:pic>
      <p:sp>
        <p:nvSpPr>
          <p:cNvPr id="972" name="Google Shape;972;p197">
            <a:extLst>
              <a:ext uri="{FF2B5EF4-FFF2-40B4-BE49-F238E27FC236}">
                <a16:creationId xmlns:a16="http://schemas.microsoft.com/office/drawing/2014/main" id="{D9426AC6-7BD1-4E54-BAA6-3DEAC30A37D6}"/>
              </a:ext>
            </a:extLst>
          </p:cNvPr>
          <p:cNvSpPr>
            <a:spLocks noGrp="1"/>
          </p:cNvSpPr>
          <p:nvPr>
            <p:ph type="ctrTitle"/>
          </p:nvPr>
        </p:nvSpPr>
        <p:spPr>
          <a:xfrm>
            <a:off x="570504"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Clr>
                <a:schemeClr val="lt1"/>
              </a:buClr>
              <a:buSzPts val="3600"/>
              <a:buNone/>
              <a:defRPr sz="3600" i="0">
                <a:solidFill>
                  <a:schemeClr val="lt1"/>
                </a:solidFill>
              </a:defRPr>
            </a:lvl1pPr>
            <a:lvl2pPr>
              <a:spcBef>
                <a:spcPts val="0"/>
              </a:spcBef>
              <a:spcAft>
                <a:spcPts val="0"/>
              </a:spcAft>
              <a:buClr>
                <a:schemeClr val="lt1"/>
              </a:buClr>
              <a:buSzPts val="2400"/>
              <a:buNone/>
              <a:defRPr>
                <a:solidFill>
                  <a:schemeClr val="lt1"/>
                </a:solidFill>
              </a:defRPr>
            </a:lvl2pPr>
            <a:lvl3pPr>
              <a:spcBef>
                <a:spcPts val="0"/>
              </a:spcBef>
              <a:spcAft>
                <a:spcPts val="0"/>
              </a:spcAft>
              <a:buClr>
                <a:schemeClr val="lt1"/>
              </a:buClr>
              <a:buSzPts val="2400"/>
              <a:buNone/>
              <a:defRPr>
                <a:solidFill>
                  <a:schemeClr val="lt1"/>
                </a:solidFill>
              </a:defRPr>
            </a:lvl3pPr>
            <a:lvl4pPr>
              <a:spcBef>
                <a:spcPts val="0"/>
              </a:spcBef>
              <a:spcAft>
                <a:spcPts val="0"/>
              </a:spcAft>
              <a:buClr>
                <a:schemeClr val="lt1"/>
              </a:buClr>
              <a:buSzPts val="2400"/>
              <a:buNone/>
              <a:defRPr>
                <a:solidFill>
                  <a:schemeClr val="lt1"/>
                </a:solidFill>
              </a:defRPr>
            </a:lvl4pPr>
            <a:lvl5pPr>
              <a:spcBef>
                <a:spcPts val="0"/>
              </a:spcBef>
              <a:spcAft>
                <a:spcPts val="0"/>
              </a:spcAft>
              <a:buClr>
                <a:schemeClr val="lt1"/>
              </a:buClr>
              <a:buSzPts val="2400"/>
              <a:buNone/>
              <a:defRPr>
                <a:solidFill>
                  <a:schemeClr val="lt1"/>
                </a:solidFill>
              </a:defRPr>
            </a:lvl5pPr>
            <a:lvl6pPr>
              <a:spcBef>
                <a:spcPts val="0"/>
              </a:spcBef>
              <a:spcAft>
                <a:spcPts val="0"/>
              </a:spcAft>
              <a:buClr>
                <a:schemeClr val="lt1"/>
              </a:buClr>
              <a:buSzPts val="2400"/>
              <a:buNone/>
              <a:defRPr>
                <a:solidFill>
                  <a:schemeClr val="lt1"/>
                </a:solidFill>
              </a:defRPr>
            </a:lvl6pPr>
            <a:lvl7pPr>
              <a:spcBef>
                <a:spcPts val="0"/>
              </a:spcBef>
              <a:spcAft>
                <a:spcPts val="0"/>
              </a:spcAft>
              <a:buClr>
                <a:schemeClr val="lt1"/>
              </a:buClr>
              <a:buSzPts val="2400"/>
              <a:buNone/>
              <a:defRPr>
                <a:solidFill>
                  <a:schemeClr val="lt1"/>
                </a:solidFill>
              </a:defRPr>
            </a:lvl7pPr>
            <a:lvl8pPr>
              <a:spcBef>
                <a:spcPts val="0"/>
              </a:spcBef>
              <a:spcAft>
                <a:spcPts val="0"/>
              </a:spcAft>
              <a:buClr>
                <a:schemeClr val="lt1"/>
              </a:buClr>
              <a:buSzPts val="2400"/>
              <a:buNone/>
              <a:defRPr>
                <a:solidFill>
                  <a:schemeClr val="lt1"/>
                </a:solidFill>
              </a:defRPr>
            </a:lvl8pPr>
            <a:lvl9pPr>
              <a:spcBef>
                <a:spcPts val="0"/>
              </a:spcBef>
              <a:spcAft>
                <a:spcPts val="0"/>
              </a:spcAft>
              <a:buClr>
                <a:schemeClr val="lt1"/>
              </a:buClr>
              <a:buSzPts val="2400"/>
              <a:buNone/>
              <a:defRPr>
                <a:solidFill>
                  <a:schemeClr val="lt1"/>
                </a:solidFill>
              </a:defRPr>
            </a:lvl9pPr>
          </a:lstStyle>
          <a:p>
            <a:endParaRPr/>
          </a:p>
        </p:txBody>
      </p:sp>
      <p:sp>
        <p:nvSpPr>
          <p:cNvPr id="973" name="Google Shape;973;p197">
            <a:extLst>
              <a:ext uri="{FF2B5EF4-FFF2-40B4-BE49-F238E27FC236}">
                <a16:creationId xmlns:a16="http://schemas.microsoft.com/office/drawing/2014/main" id="{54B82E61-40FD-40FA-9AFD-349C7FC7D9AE}"/>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750"/>
              </a:spcBef>
              <a:spcAft>
                <a:spcPts val="0"/>
              </a:spcAft>
              <a:buClr>
                <a:schemeClr val="lt1"/>
              </a:buClr>
              <a:buSzPts val="1600"/>
              <a:buFont typeface="Montserrat SemiBold"/>
              <a:buNone/>
              <a:defRPr sz="1600" i="0">
                <a:solidFill>
                  <a:schemeClr val="lt1"/>
                </a:solidFill>
                <a:latin typeface="Montserrat SemiBold"/>
                <a:ea typeface="Montserrat SemiBold"/>
                <a:cs typeface="Montserrat SemiBold"/>
              </a:defRPr>
            </a:lvl1pPr>
            <a:lvl2pPr algn="ctr">
              <a:lnSpc>
                <a:spcPct val="90000"/>
              </a:lnSpc>
              <a:spcBef>
                <a:spcPts val="375"/>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defRPr>
            </a:lvl2pPr>
            <a:lvl3pPr algn="ctr">
              <a:lnSpc>
                <a:spcPct val="90000"/>
              </a:lnSpc>
              <a:spcBef>
                <a:spcPts val="375"/>
              </a:spcBef>
              <a:spcAft>
                <a:spcPts val="0"/>
              </a:spcAft>
              <a:buClr>
                <a:schemeClr val="lt1"/>
              </a:buClr>
              <a:buSzPts val="1350"/>
              <a:buFont typeface="Montserrat SemiBold"/>
              <a:buNone/>
              <a:defRPr sz="1350">
                <a:solidFill>
                  <a:schemeClr val="lt1"/>
                </a:solidFill>
                <a:latin typeface="Montserrat SemiBold"/>
                <a:ea typeface="Montserrat SemiBold"/>
                <a:cs typeface="Montserrat SemiBold"/>
              </a:defRPr>
            </a:lvl3pPr>
            <a:lvl4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4pPr>
            <a:lvl5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5pPr>
            <a:lvl6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6pPr>
            <a:lvl7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7pPr>
            <a:lvl8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8pPr>
            <a:lvl9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9pPr>
          </a:lstStyle>
          <a:p>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matchingName="Title Slide_Meadow 1">
  <p:cSld name="Title Slide_Meadow_1">
    <p:bg>
      <p:bgPr>
        <a:solidFill>
          <a:schemeClr val="accent2"/>
        </a:solidFill>
        <a:effectLst/>
      </p:bgPr>
    </p:bg>
    <p:spTree>
      <p:nvGrpSpPr>
        <p:cNvPr id="1" name=""/>
        <p:cNvGrpSpPr/>
        <p:nvPr/>
      </p:nvGrpSpPr>
      <p:grpSpPr>
        <a:xfrm>
          <a:off x="0" y="0"/>
          <a:ext cx="0" cy="0"/>
          <a:chOff x="0" y="0"/>
          <a:chExt cx="0" cy="0"/>
        </a:xfrm>
      </p:grpSpPr>
      <p:pic>
        <p:nvPicPr>
          <p:cNvPr id="979" name="Google Shape;975;p198"/>
          <p:cNvPicPr>
            <a:picLocks noChangeAspect="1"/>
          </p:cNvPicPr>
          <p:nvPr/>
        </p:nvPicPr>
        <p:blipFill rotWithShape="1">
          <a:blip r:embed="rId2">
            <a:alphaModFix/>
          </a:blip>
          <a:srcRect/>
          <a:stretch/>
        </p:blipFill>
        <p:spPr>
          <a:xfrm>
            <a:off x="570499" y="564548"/>
            <a:ext cx="2490650" cy="403150"/>
          </a:xfrm>
          <a:prstGeom prst="rect">
            <a:avLst/>
          </a:prstGeom>
          <a:ln>
            <a:noFill/>
          </a:ln>
        </p:spPr>
      </p:pic>
      <p:sp>
        <p:nvSpPr>
          <p:cNvPr id="976" name="Google Shape;976;p198">
            <a:extLst>
              <a:ext uri="{FF2B5EF4-FFF2-40B4-BE49-F238E27FC236}">
                <a16:creationId xmlns:a16="http://schemas.microsoft.com/office/drawing/2014/main" id="{51C14361-AE2E-4004-BCA2-CFCB8CC0B4EB}"/>
              </a:ext>
            </a:extLst>
          </p:cNvPr>
          <p:cNvSpPr>
            <a:spLocks noGrp="1"/>
          </p:cNvSpPr>
          <p:nvPr>
            <p:ph type="ctrTitle"/>
          </p:nvPr>
        </p:nvSpPr>
        <p:spPr>
          <a:xfrm>
            <a:off x="570504"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Clr>
                <a:schemeClr val="lt1"/>
              </a:buClr>
              <a:buSzPts val="3600"/>
              <a:buNone/>
              <a:defRPr sz="3600" i="0">
                <a:solidFill>
                  <a:schemeClr val="lt1"/>
                </a:solidFill>
              </a:defRPr>
            </a:lvl1pPr>
            <a:lvl2pPr>
              <a:spcBef>
                <a:spcPts val="0"/>
              </a:spcBef>
              <a:spcAft>
                <a:spcPts val="0"/>
              </a:spcAft>
              <a:buClr>
                <a:schemeClr val="lt1"/>
              </a:buClr>
              <a:buSzPts val="2400"/>
              <a:buNone/>
              <a:defRPr>
                <a:solidFill>
                  <a:schemeClr val="lt1"/>
                </a:solidFill>
              </a:defRPr>
            </a:lvl2pPr>
            <a:lvl3pPr>
              <a:spcBef>
                <a:spcPts val="0"/>
              </a:spcBef>
              <a:spcAft>
                <a:spcPts val="0"/>
              </a:spcAft>
              <a:buClr>
                <a:schemeClr val="lt1"/>
              </a:buClr>
              <a:buSzPts val="2400"/>
              <a:buNone/>
              <a:defRPr>
                <a:solidFill>
                  <a:schemeClr val="lt1"/>
                </a:solidFill>
              </a:defRPr>
            </a:lvl3pPr>
            <a:lvl4pPr>
              <a:spcBef>
                <a:spcPts val="0"/>
              </a:spcBef>
              <a:spcAft>
                <a:spcPts val="0"/>
              </a:spcAft>
              <a:buClr>
                <a:schemeClr val="lt1"/>
              </a:buClr>
              <a:buSzPts val="2400"/>
              <a:buNone/>
              <a:defRPr>
                <a:solidFill>
                  <a:schemeClr val="lt1"/>
                </a:solidFill>
              </a:defRPr>
            </a:lvl4pPr>
            <a:lvl5pPr>
              <a:spcBef>
                <a:spcPts val="0"/>
              </a:spcBef>
              <a:spcAft>
                <a:spcPts val="0"/>
              </a:spcAft>
              <a:buClr>
                <a:schemeClr val="lt1"/>
              </a:buClr>
              <a:buSzPts val="2400"/>
              <a:buNone/>
              <a:defRPr>
                <a:solidFill>
                  <a:schemeClr val="lt1"/>
                </a:solidFill>
              </a:defRPr>
            </a:lvl5pPr>
            <a:lvl6pPr>
              <a:spcBef>
                <a:spcPts val="0"/>
              </a:spcBef>
              <a:spcAft>
                <a:spcPts val="0"/>
              </a:spcAft>
              <a:buClr>
                <a:schemeClr val="lt1"/>
              </a:buClr>
              <a:buSzPts val="2400"/>
              <a:buNone/>
              <a:defRPr>
                <a:solidFill>
                  <a:schemeClr val="lt1"/>
                </a:solidFill>
              </a:defRPr>
            </a:lvl6pPr>
            <a:lvl7pPr>
              <a:spcBef>
                <a:spcPts val="0"/>
              </a:spcBef>
              <a:spcAft>
                <a:spcPts val="0"/>
              </a:spcAft>
              <a:buClr>
                <a:schemeClr val="lt1"/>
              </a:buClr>
              <a:buSzPts val="2400"/>
              <a:buNone/>
              <a:defRPr>
                <a:solidFill>
                  <a:schemeClr val="lt1"/>
                </a:solidFill>
              </a:defRPr>
            </a:lvl7pPr>
            <a:lvl8pPr>
              <a:spcBef>
                <a:spcPts val="0"/>
              </a:spcBef>
              <a:spcAft>
                <a:spcPts val="0"/>
              </a:spcAft>
              <a:buClr>
                <a:schemeClr val="lt1"/>
              </a:buClr>
              <a:buSzPts val="2400"/>
              <a:buNone/>
              <a:defRPr>
                <a:solidFill>
                  <a:schemeClr val="lt1"/>
                </a:solidFill>
              </a:defRPr>
            </a:lvl8pPr>
            <a:lvl9pPr>
              <a:spcBef>
                <a:spcPts val="0"/>
              </a:spcBef>
              <a:spcAft>
                <a:spcPts val="0"/>
              </a:spcAft>
              <a:buClr>
                <a:schemeClr val="lt1"/>
              </a:buClr>
              <a:buSzPts val="2400"/>
              <a:buNone/>
              <a:defRPr>
                <a:solidFill>
                  <a:schemeClr val="lt1"/>
                </a:solidFill>
              </a:defRPr>
            </a:lvl9pPr>
          </a:lstStyle>
          <a:p>
            <a:endParaRPr/>
          </a:p>
        </p:txBody>
      </p:sp>
      <p:sp>
        <p:nvSpPr>
          <p:cNvPr id="977" name="Google Shape;977;p198">
            <a:extLst>
              <a:ext uri="{FF2B5EF4-FFF2-40B4-BE49-F238E27FC236}">
                <a16:creationId xmlns:a16="http://schemas.microsoft.com/office/drawing/2014/main" id="{AEA60420-BD50-4EB0-BF92-03F28A4421E3}"/>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750"/>
              </a:spcBef>
              <a:spcAft>
                <a:spcPts val="0"/>
              </a:spcAft>
              <a:buClr>
                <a:schemeClr val="lt1"/>
              </a:buClr>
              <a:buSzPts val="1600"/>
              <a:buFont typeface="Montserrat SemiBold"/>
              <a:buNone/>
              <a:defRPr sz="1600" i="0">
                <a:solidFill>
                  <a:schemeClr val="lt1"/>
                </a:solidFill>
                <a:latin typeface="Montserrat SemiBold"/>
                <a:ea typeface="Montserrat SemiBold"/>
                <a:cs typeface="Montserrat SemiBold"/>
              </a:defRPr>
            </a:lvl1pPr>
            <a:lvl2pPr algn="ctr">
              <a:lnSpc>
                <a:spcPct val="90000"/>
              </a:lnSpc>
              <a:spcBef>
                <a:spcPts val="375"/>
              </a:spcBef>
              <a:spcAft>
                <a:spcPts val="0"/>
              </a:spcAft>
              <a:buClr>
                <a:schemeClr val="lt1"/>
              </a:buClr>
              <a:buSzPts val="1500"/>
              <a:buFont typeface="Montserrat SemiBold"/>
              <a:buNone/>
              <a:defRPr sz="1500">
                <a:solidFill>
                  <a:schemeClr val="lt1"/>
                </a:solidFill>
                <a:latin typeface="Montserrat SemiBold"/>
                <a:ea typeface="Montserrat SemiBold"/>
                <a:cs typeface="Montserrat SemiBold"/>
              </a:defRPr>
            </a:lvl2pPr>
            <a:lvl3pPr algn="ctr">
              <a:lnSpc>
                <a:spcPct val="90000"/>
              </a:lnSpc>
              <a:spcBef>
                <a:spcPts val="375"/>
              </a:spcBef>
              <a:spcAft>
                <a:spcPts val="0"/>
              </a:spcAft>
              <a:buClr>
                <a:schemeClr val="lt1"/>
              </a:buClr>
              <a:buSzPts val="1350"/>
              <a:buFont typeface="Montserrat SemiBold"/>
              <a:buNone/>
              <a:defRPr sz="1350">
                <a:solidFill>
                  <a:schemeClr val="lt1"/>
                </a:solidFill>
                <a:latin typeface="Montserrat SemiBold"/>
                <a:ea typeface="Montserrat SemiBold"/>
                <a:cs typeface="Montserrat SemiBold"/>
              </a:defRPr>
            </a:lvl3pPr>
            <a:lvl4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4pPr>
            <a:lvl5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5pPr>
            <a:lvl6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6pPr>
            <a:lvl7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7pPr>
            <a:lvl8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8pPr>
            <a:lvl9pPr algn="ctr">
              <a:lnSpc>
                <a:spcPct val="90000"/>
              </a:lnSpc>
              <a:spcBef>
                <a:spcPts val="375"/>
              </a:spcBef>
              <a:spcAft>
                <a:spcPts val="0"/>
              </a:spcAft>
              <a:buClr>
                <a:schemeClr val="lt1"/>
              </a:buClr>
              <a:buSzPts val="1200"/>
              <a:buFont typeface="Montserrat SemiBold"/>
              <a:buNone/>
              <a:defRPr sz="1200">
                <a:solidFill>
                  <a:schemeClr val="lt1"/>
                </a:solidFill>
                <a:latin typeface="Montserrat SemiBold"/>
                <a:ea typeface="Montserrat SemiBold"/>
                <a:cs typeface="Montserrat SemiBold"/>
              </a:defRPr>
            </a:lvl9pPr>
          </a:lstStyle>
          <a:p>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matchingName="Title Slide_Island 1">
  <p:cSld name="TITLE_1">
    <p:bg>
      <p:bgPr>
        <a:solidFill>
          <a:schemeClr val="accent3"/>
        </a:solidFill>
        <a:effectLst/>
      </p:bgPr>
    </p:bg>
    <p:spTree>
      <p:nvGrpSpPr>
        <p:cNvPr id="1" name=""/>
        <p:cNvGrpSpPr/>
        <p:nvPr/>
      </p:nvGrpSpPr>
      <p:grpSpPr>
        <a:xfrm>
          <a:off x="0" y="0"/>
          <a:ext cx="0" cy="0"/>
          <a:chOff x="0" y="0"/>
          <a:chExt cx="0" cy="0"/>
        </a:xfrm>
      </p:grpSpPr>
      <p:pic>
        <p:nvPicPr>
          <p:cNvPr id="983" name="Google Shape;979;p199"/>
          <p:cNvPicPr>
            <a:picLocks noChangeAspect="1"/>
          </p:cNvPicPr>
          <p:nvPr/>
        </p:nvPicPr>
        <p:blipFill rotWithShape="1">
          <a:blip r:embed="rId2">
            <a:alphaModFix/>
          </a:blip>
          <a:srcRect/>
          <a:stretch/>
        </p:blipFill>
        <p:spPr>
          <a:xfrm>
            <a:off x="570499" y="564548"/>
            <a:ext cx="2490650" cy="403144"/>
          </a:xfrm>
          <a:prstGeom prst="rect">
            <a:avLst/>
          </a:prstGeom>
          <a:ln>
            <a:noFill/>
          </a:ln>
        </p:spPr>
      </p:pic>
      <p:sp>
        <p:nvSpPr>
          <p:cNvPr id="980" name="Google Shape;980;p199">
            <a:extLst>
              <a:ext uri="{FF2B5EF4-FFF2-40B4-BE49-F238E27FC236}">
                <a16:creationId xmlns:a16="http://schemas.microsoft.com/office/drawing/2014/main" id="{9726DDEF-76DE-4E21-A2D1-DA57F06678DB}"/>
              </a:ext>
            </a:extLst>
          </p:cNvPr>
          <p:cNvSpPr>
            <a:spLocks noGrp="1"/>
          </p:cNvSpPr>
          <p:nvPr>
            <p:ph type="ctrTitle"/>
          </p:nvPr>
        </p:nvSpPr>
        <p:spPr>
          <a:xfrm>
            <a:off x="570504" y="1762900"/>
            <a:ext cx="7643100" cy="1129800"/>
          </a:xfrm>
          <a:prstGeom prst="rect">
            <a:avLst/>
          </a:prstGeom>
          <a:noFill/>
          <a:ln>
            <a:noFill/>
          </a:ln>
        </p:spPr>
        <p:txBody>
          <a:bodyPr spcFirstLastPara="1" wrap="square" lIns="0" tIns="45700" rIns="91425" bIns="45700" anchor="b">
            <a:noAutofit/>
          </a:bodyPr>
          <a:lstStyle>
            <a:lvl1pPr algn="l">
              <a:lnSpc>
                <a:spcPct val="90000"/>
              </a:lnSpc>
              <a:spcBef>
                <a:spcPts val="0"/>
              </a:spcBef>
              <a:spcAft>
                <a:spcPts val="0"/>
              </a:spcAft>
              <a:buSzPts val="3600"/>
              <a:buNone/>
              <a:defRPr sz="3600" i="0"/>
            </a:lvl1pPr>
            <a:lvl2pPr>
              <a:spcBef>
                <a:spcPts val="0"/>
              </a:spcBef>
              <a:spcAft>
                <a:spcPts val="0"/>
              </a:spcAft>
              <a:buClr>
                <a:schemeClr val="dk2"/>
              </a:buClr>
              <a:buSzPts val="2400"/>
              <a:buNone/>
              <a:defRPr>
                <a:solidFill>
                  <a:schemeClr val="dk2"/>
                </a:solidFill>
              </a:defRPr>
            </a:lvl2pPr>
            <a:lvl3pPr>
              <a:spcBef>
                <a:spcPts val="0"/>
              </a:spcBef>
              <a:spcAft>
                <a:spcPts val="0"/>
              </a:spcAft>
              <a:buClr>
                <a:schemeClr val="dk2"/>
              </a:buClr>
              <a:buSzPts val="2400"/>
              <a:buNone/>
              <a:defRPr>
                <a:solidFill>
                  <a:schemeClr val="dk2"/>
                </a:solidFill>
              </a:defRPr>
            </a:lvl3pPr>
            <a:lvl4pPr>
              <a:spcBef>
                <a:spcPts val="0"/>
              </a:spcBef>
              <a:spcAft>
                <a:spcPts val="0"/>
              </a:spcAft>
              <a:buClr>
                <a:schemeClr val="dk2"/>
              </a:buClr>
              <a:buSzPts val="2400"/>
              <a:buNone/>
              <a:defRPr>
                <a:solidFill>
                  <a:schemeClr val="dk2"/>
                </a:solidFill>
              </a:defRPr>
            </a:lvl4pPr>
            <a:lvl5pPr>
              <a:spcBef>
                <a:spcPts val="0"/>
              </a:spcBef>
              <a:spcAft>
                <a:spcPts val="0"/>
              </a:spcAft>
              <a:buClr>
                <a:schemeClr val="dk2"/>
              </a:buClr>
              <a:buSzPts val="2400"/>
              <a:buNone/>
              <a:defRPr>
                <a:solidFill>
                  <a:schemeClr val="dk2"/>
                </a:solidFill>
              </a:defRPr>
            </a:lvl5pPr>
            <a:lvl6pPr>
              <a:spcBef>
                <a:spcPts val="0"/>
              </a:spcBef>
              <a:spcAft>
                <a:spcPts val="0"/>
              </a:spcAft>
              <a:buClr>
                <a:schemeClr val="dk2"/>
              </a:buClr>
              <a:buSzPts val="2400"/>
              <a:buNone/>
              <a:defRPr>
                <a:solidFill>
                  <a:schemeClr val="dk2"/>
                </a:solidFill>
              </a:defRPr>
            </a:lvl6pPr>
            <a:lvl7pPr>
              <a:spcBef>
                <a:spcPts val="0"/>
              </a:spcBef>
              <a:spcAft>
                <a:spcPts val="0"/>
              </a:spcAft>
              <a:buClr>
                <a:schemeClr val="dk2"/>
              </a:buClr>
              <a:buSzPts val="2400"/>
              <a:buNone/>
              <a:defRPr>
                <a:solidFill>
                  <a:schemeClr val="dk2"/>
                </a:solidFill>
              </a:defRPr>
            </a:lvl7pPr>
            <a:lvl8pPr>
              <a:spcBef>
                <a:spcPts val="0"/>
              </a:spcBef>
              <a:spcAft>
                <a:spcPts val="0"/>
              </a:spcAft>
              <a:buClr>
                <a:schemeClr val="dk2"/>
              </a:buClr>
              <a:buSzPts val="2400"/>
              <a:buNone/>
              <a:defRPr>
                <a:solidFill>
                  <a:schemeClr val="dk2"/>
                </a:solidFill>
              </a:defRPr>
            </a:lvl8pPr>
            <a:lvl9pPr>
              <a:spcBef>
                <a:spcPts val="0"/>
              </a:spcBef>
              <a:spcAft>
                <a:spcPts val="0"/>
              </a:spcAft>
              <a:buClr>
                <a:schemeClr val="dk2"/>
              </a:buClr>
              <a:buSzPts val="2400"/>
              <a:buNone/>
              <a:defRPr>
                <a:solidFill>
                  <a:schemeClr val="dk2"/>
                </a:solidFill>
              </a:defRPr>
            </a:lvl9pPr>
          </a:lstStyle>
          <a:p>
            <a:endParaRPr/>
          </a:p>
        </p:txBody>
      </p:sp>
      <p:sp>
        <p:nvSpPr>
          <p:cNvPr id="981" name="Google Shape;981;p199">
            <a:extLst>
              <a:ext uri="{FF2B5EF4-FFF2-40B4-BE49-F238E27FC236}">
                <a16:creationId xmlns:a16="http://schemas.microsoft.com/office/drawing/2014/main" id="{8B3B06BA-C27E-4B7E-805F-5A7DB6263B15}"/>
              </a:ext>
            </a:extLst>
          </p:cNvPr>
          <p:cNvSpPr>
            <a:spLocks noGrp="1"/>
          </p:cNvSpPr>
          <p:nvPr>
            <p:ph type="subTitle" idx="1"/>
          </p:nvPr>
        </p:nvSpPr>
        <p:spPr>
          <a:xfrm>
            <a:off x="570500" y="2906073"/>
            <a:ext cx="7643100" cy="815700"/>
          </a:xfrm>
          <a:prstGeom prst="rect">
            <a:avLst/>
          </a:prstGeom>
          <a:noFill/>
          <a:ln>
            <a:noFill/>
          </a:ln>
        </p:spPr>
        <p:txBody>
          <a:bodyPr spcFirstLastPara="1" wrap="square" lIns="0" tIns="45700" rIns="91425" bIns="45700" anchor="t">
            <a:noAutofit/>
          </a:bodyPr>
          <a:lstStyle>
            <a:lvl1pPr algn="l">
              <a:lnSpc>
                <a:spcPct val="100000"/>
              </a:lnSpc>
              <a:spcBef>
                <a:spcPts val="750"/>
              </a:spcBef>
              <a:spcAft>
                <a:spcPts val="0"/>
              </a:spcAft>
              <a:buClr>
                <a:schemeClr val="dk2"/>
              </a:buClr>
              <a:buSzPts val="1600"/>
              <a:buFont typeface="Montserrat SemiBold"/>
              <a:buNone/>
              <a:defRPr sz="1600" i="0">
                <a:solidFill>
                  <a:schemeClr val="dk2"/>
                </a:solidFill>
                <a:latin typeface="Montserrat SemiBold"/>
                <a:ea typeface="Montserrat SemiBold"/>
                <a:cs typeface="Montserrat SemiBold"/>
              </a:defRPr>
            </a:lvl1pPr>
            <a:lvl2pPr algn="ctr">
              <a:lnSpc>
                <a:spcPct val="90000"/>
              </a:lnSpc>
              <a:spcBef>
                <a:spcPts val="375"/>
              </a:spcBef>
              <a:spcAft>
                <a:spcPts val="0"/>
              </a:spcAft>
              <a:buClr>
                <a:schemeClr val="dk2"/>
              </a:buClr>
              <a:buSzPts val="1500"/>
              <a:buFont typeface="Montserrat SemiBold"/>
              <a:buNone/>
              <a:defRPr sz="1500">
                <a:solidFill>
                  <a:schemeClr val="dk2"/>
                </a:solidFill>
                <a:latin typeface="Montserrat SemiBold"/>
                <a:ea typeface="Montserrat SemiBold"/>
                <a:cs typeface="Montserrat SemiBold"/>
              </a:defRPr>
            </a:lvl2pPr>
            <a:lvl3pPr algn="ctr">
              <a:lnSpc>
                <a:spcPct val="90000"/>
              </a:lnSpc>
              <a:spcBef>
                <a:spcPts val="375"/>
              </a:spcBef>
              <a:spcAft>
                <a:spcPts val="0"/>
              </a:spcAft>
              <a:buClr>
                <a:schemeClr val="dk2"/>
              </a:buClr>
              <a:buSzPts val="1350"/>
              <a:buFont typeface="Montserrat SemiBold"/>
              <a:buNone/>
              <a:defRPr sz="1350">
                <a:solidFill>
                  <a:schemeClr val="dk2"/>
                </a:solidFill>
                <a:latin typeface="Montserrat SemiBold"/>
                <a:ea typeface="Montserrat SemiBold"/>
                <a:cs typeface="Montserrat SemiBold"/>
              </a:defRPr>
            </a:lvl3pPr>
            <a:lvl4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4pPr>
            <a:lvl5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5pPr>
            <a:lvl6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6pPr>
            <a:lvl7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7pPr>
            <a:lvl8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8pPr>
            <a:lvl9pPr algn="ctr">
              <a:lnSpc>
                <a:spcPct val="90000"/>
              </a:lnSpc>
              <a:spcBef>
                <a:spcPts val="375"/>
              </a:spcBef>
              <a:spcAft>
                <a:spcPts val="0"/>
              </a:spcAft>
              <a:buClr>
                <a:schemeClr val="dk2"/>
              </a:buClr>
              <a:buSzPts val="1200"/>
              <a:buFont typeface="Montserrat SemiBold"/>
              <a:buNone/>
              <a:defRPr sz="1200">
                <a:solidFill>
                  <a:schemeClr val="dk2"/>
                </a:solidFill>
                <a:latin typeface="Montserrat SemiBold"/>
                <a:ea typeface="Montserrat SemiBold"/>
                <a:cs typeface="Montserrat SemiBold"/>
              </a:defRPr>
            </a:lvl9pPr>
          </a:lstStyle>
          <a:p>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Title Only_Powder">
  <p:cSld name="Title Only_Powder">
    <p:bg>
      <p:bgPr>
        <a:solidFill>
          <a:srgbClr val="D7EFF6"/>
        </a:solidFill>
        <a:effectLst/>
      </p:bgPr>
    </p:bg>
    <p:spTree>
      <p:nvGrpSpPr>
        <p:cNvPr id="1" name=""/>
        <p:cNvGrpSpPr/>
        <p:nvPr/>
      </p:nvGrpSpPr>
      <p:grpSpPr>
        <a:xfrm>
          <a:off x="0" y="0"/>
          <a:ext cx="0" cy="0"/>
          <a:chOff x="0" y="0"/>
          <a:chExt cx="0" cy="0"/>
        </a:xfrm>
      </p:grpSpPr>
      <p:sp>
        <p:nvSpPr>
          <p:cNvPr id="983" name="Google Shape;983;p200">
            <a:extLst>
              <a:ext uri="{FF2B5EF4-FFF2-40B4-BE49-F238E27FC236}">
                <a16:creationId xmlns:a16="http://schemas.microsoft.com/office/drawing/2014/main" id="{3E132FB7-458D-4A22-9F7A-93FB80243359}"/>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Title Only_Robins Egg">
  <p:cSld name="Title Only_Powder_1">
    <p:bg>
      <p:bgPr>
        <a:solidFill>
          <a:schemeClr val="accent4"/>
        </a:solidFill>
        <a:effectLst/>
      </p:bgPr>
    </p:bg>
    <p:spTree>
      <p:nvGrpSpPr>
        <p:cNvPr id="1" name=""/>
        <p:cNvGrpSpPr/>
        <p:nvPr/>
      </p:nvGrpSpPr>
      <p:grpSpPr>
        <a:xfrm>
          <a:off x="0" y="0"/>
          <a:ext cx="0" cy="0"/>
          <a:chOff x="0" y="0"/>
          <a:chExt cx="0" cy="0"/>
        </a:xfrm>
      </p:grpSpPr>
      <p:sp>
        <p:nvSpPr>
          <p:cNvPr id="986" name="Google Shape;986;p201">
            <a:extLst>
              <a:ext uri="{FF2B5EF4-FFF2-40B4-BE49-F238E27FC236}">
                <a16:creationId xmlns:a16="http://schemas.microsoft.com/office/drawing/2014/main" id="{815CABC8-47CF-469C-A16D-62789ADE3498}"/>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dk2"/>
              </a:buClr>
              <a:buSzPts val="2400"/>
              <a:buFont typeface="Arial"/>
              <a:buNone/>
              <a:defRPr>
                <a:solidFill>
                  <a:schemeClr val="dk2"/>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Title Only_Denim">
  <p:cSld name="Title Only_Powder_1_1">
    <p:bg>
      <p:bgPr>
        <a:solidFill>
          <a:schemeClr val="dk2"/>
        </a:solidFill>
        <a:effectLst/>
      </p:bgPr>
    </p:bg>
    <p:spTree>
      <p:nvGrpSpPr>
        <p:cNvPr id="1" name=""/>
        <p:cNvGrpSpPr/>
        <p:nvPr/>
      </p:nvGrpSpPr>
      <p:grpSpPr>
        <a:xfrm>
          <a:off x="0" y="0"/>
          <a:ext cx="0" cy="0"/>
          <a:chOff x="0" y="0"/>
          <a:chExt cx="0" cy="0"/>
        </a:xfrm>
      </p:grpSpPr>
      <p:sp>
        <p:nvSpPr>
          <p:cNvPr id="989" name="Google Shape;989;p202">
            <a:extLst>
              <a:ext uri="{FF2B5EF4-FFF2-40B4-BE49-F238E27FC236}">
                <a16:creationId xmlns:a16="http://schemas.microsoft.com/office/drawing/2014/main" id="{2D32A414-8ED4-4161-8C2A-096F059AABC7}"/>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Title Only_Meadow">
  <p:cSld name="Title Only_Powder_1_1_1">
    <p:bg>
      <p:bgPr>
        <a:solidFill>
          <a:schemeClr val="accent2"/>
        </a:solidFill>
        <a:effectLst/>
      </p:bgPr>
    </p:bg>
    <p:spTree>
      <p:nvGrpSpPr>
        <p:cNvPr id="1" name=""/>
        <p:cNvGrpSpPr/>
        <p:nvPr/>
      </p:nvGrpSpPr>
      <p:grpSpPr>
        <a:xfrm>
          <a:off x="0" y="0"/>
          <a:ext cx="0" cy="0"/>
          <a:chOff x="0" y="0"/>
          <a:chExt cx="0" cy="0"/>
        </a:xfrm>
      </p:grpSpPr>
      <p:sp>
        <p:nvSpPr>
          <p:cNvPr id="993" name="Google Shape;993;p203">
            <a:extLst>
              <a:ext uri="{FF2B5EF4-FFF2-40B4-BE49-F238E27FC236}">
                <a16:creationId xmlns:a16="http://schemas.microsoft.com/office/drawing/2014/main" id="{3392A9EE-E811-4122-9FA4-0901E8B936C9}"/>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SzPts val="2400"/>
              <a:buFont typeface="Arial"/>
              <a:buNone/>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matchingName="Border_Island">
  <p:cSld name="Border_Island">
    <p:bg>
      <p:bgPr>
        <a:solidFill>
          <a:schemeClr val="lt1"/>
        </a:solidFill>
        <a:effectLst/>
      </p:bgPr>
    </p:bg>
    <p:spTree>
      <p:nvGrpSpPr>
        <p:cNvPr id="1" name=""/>
        <p:cNvGrpSpPr/>
        <p:nvPr/>
      </p:nvGrpSpPr>
      <p:grpSpPr>
        <a:xfrm>
          <a:off x="0" y="0"/>
          <a:ext cx="0" cy="0"/>
          <a:chOff x="0" y="0"/>
          <a:chExt cx="0" cy="0"/>
        </a:xfrm>
      </p:grpSpPr>
      <p:sp>
        <p:nvSpPr>
          <p:cNvPr id="996" name="Google Shape;996;p204">
            <a:extLst>
              <a:ext uri="{FF2B5EF4-FFF2-40B4-BE49-F238E27FC236}">
                <a16:creationId xmlns:a16="http://schemas.microsoft.com/office/drawing/2014/main" id="{8DA3D838-D13E-4810-9B02-A151F76069D3}"/>
              </a:ext>
            </a:extLst>
          </p:cNvPr>
          <p:cNvSpPr>
            <a:spLocks noGrp="1"/>
          </p:cNvSpPr>
          <p:nvPr/>
        </p:nvSpPr>
        <p:spPr>
          <a:xfrm>
            <a:off x="242850" y="210150"/>
            <a:ext cx="8658300" cy="4723200"/>
          </a:xfrm>
          <a:prstGeom prst="roundRect">
            <a:avLst>
              <a:gd name="adj" fmla="val 2277"/>
            </a:avLst>
          </a:prstGeom>
          <a:solidFill>
            <a:schemeClr val="accent3"/>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997" name="Google Shape;997;p204">
            <a:extLst>
              <a:ext uri="{FF2B5EF4-FFF2-40B4-BE49-F238E27FC236}">
                <a16:creationId xmlns:a16="http://schemas.microsoft.com/office/drawing/2014/main" id="{9EBC0008-2AF8-40AC-A1B9-B90A24FF06ED}"/>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998" name="Google Shape;998;p204">
            <a:extLst>
              <a:ext uri="{FF2B5EF4-FFF2-40B4-BE49-F238E27FC236}">
                <a16:creationId xmlns:a16="http://schemas.microsoft.com/office/drawing/2014/main" id="{AA797B59-7900-4C55-8BFE-E686EA2FB2C6}"/>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matchingName="Border_Light Gray">
  <p:cSld name="Border_Powder_1">
    <p:bg>
      <p:bgPr>
        <a:solidFill>
          <a:schemeClr val="lt1"/>
        </a:solidFill>
        <a:effectLst/>
      </p:bgPr>
    </p:bg>
    <p:spTree>
      <p:nvGrpSpPr>
        <p:cNvPr id="1" name=""/>
        <p:cNvGrpSpPr/>
        <p:nvPr/>
      </p:nvGrpSpPr>
      <p:grpSpPr>
        <a:xfrm>
          <a:off x="0" y="0"/>
          <a:ext cx="0" cy="0"/>
          <a:chOff x="0" y="0"/>
          <a:chExt cx="0" cy="0"/>
        </a:xfrm>
      </p:grpSpPr>
      <p:sp>
        <p:nvSpPr>
          <p:cNvPr id="1000" name="Google Shape;1000;p205">
            <a:extLst>
              <a:ext uri="{FF2B5EF4-FFF2-40B4-BE49-F238E27FC236}">
                <a16:creationId xmlns:a16="http://schemas.microsoft.com/office/drawing/2014/main" id="{82548620-CE96-4460-AF00-28E007045D4F}"/>
              </a:ext>
            </a:extLst>
          </p:cNvPr>
          <p:cNvSpPr>
            <a:spLocks noGrp="1"/>
          </p:cNvSpPr>
          <p:nvPr/>
        </p:nvSpPr>
        <p:spPr>
          <a:xfrm>
            <a:off x="242850" y="210150"/>
            <a:ext cx="8658300" cy="4723200"/>
          </a:xfrm>
          <a:prstGeom prst="roundRect">
            <a:avLst>
              <a:gd name="adj" fmla="val 2277"/>
            </a:avLst>
          </a:prstGeom>
          <a:solidFill>
            <a:srgbClr val="F3F3F3"/>
          </a:solidFill>
          <a:ln>
            <a:noFill/>
          </a:ln>
        </p:spPr>
        <p:txBody>
          <a:bodyPr spcFirstLastPara="1" wrap="square" lIns="91425" tIns="91425" rIns="91425" bIns="91425" anchor="ctr">
            <a:noAutofit/>
          </a:bodyPr>
          <a:lstStyle/>
          <a:p>
            <a:pPr marL="0" marR="0" lvl="0" indent="0" algn="l">
              <a:spcBef>
                <a:spcPts val="0"/>
              </a:spcBef>
              <a:spcAft>
                <a:spcPts val="0"/>
              </a:spcAft>
              <a:buClr>
                <a:schemeClr val="dk1"/>
              </a:buClr>
              <a:buSzPts val="1350"/>
              <a:buFont typeface="Calibri"/>
              <a:buNone/>
            </a:pPr>
            <a:endParaRPr sz="1350">
              <a:solidFill>
                <a:schemeClr val="dk1"/>
              </a:solidFill>
              <a:latin typeface="Calibri"/>
              <a:ea typeface="Calibri"/>
              <a:cs typeface="Calibri"/>
            </a:endParaRPr>
          </a:p>
        </p:txBody>
      </p:sp>
      <p:sp>
        <p:nvSpPr>
          <p:cNvPr id="1001" name="Google Shape;1001;p205">
            <a:extLst>
              <a:ext uri="{FF2B5EF4-FFF2-40B4-BE49-F238E27FC236}">
                <a16:creationId xmlns:a16="http://schemas.microsoft.com/office/drawing/2014/main" id="{448474BD-3082-4158-8720-F86F4F8D53CC}"/>
              </a:ext>
            </a:extLst>
          </p:cNvPr>
          <p:cNvSpPr>
            <a:spLocks noGrp="1"/>
          </p:cNvSpPr>
          <p:nvPr>
            <p:ph type="title"/>
          </p:nvPr>
        </p:nvSpPr>
        <p:spPr>
          <a:xfrm>
            <a:off x="868050" y="1283800"/>
            <a:ext cx="7407900" cy="2149800"/>
          </a:xfrm>
          <a:prstGeom prst="rect">
            <a:avLst/>
          </a:prstGeom>
        </p:spPr>
        <p:txBody>
          <a:bodyPr spcFirstLastPara="1" wrap="square" lIns="0" tIns="45700" rIns="91425" bIns="45700" anchor="b">
            <a:noAutofit/>
          </a:bodyPr>
          <a:lstStyle>
            <a:lvl1pPr algn="ctr">
              <a:spcBef>
                <a:spcPts val="0"/>
              </a:spcBef>
              <a:spcAft>
                <a:spcPts val="0"/>
              </a:spcAft>
              <a:buNone/>
              <a:defRPr sz="3000"/>
            </a:lvl1pPr>
            <a:lvl2pPr algn="ctr">
              <a:spcBef>
                <a:spcPts val="0"/>
              </a:spcBef>
              <a:spcAft>
                <a:spcPts val="0"/>
              </a:spcAft>
              <a:buNone/>
              <a:defRPr sz="3000"/>
            </a:lvl2pPr>
            <a:lvl3pPr algn="ctr">
              <a:spcBef>
                <a:spcPts val="0"/>
              </a:spcBef>
              <a:spcAft>
                <a:spcPts val="0"/>
              </a:spcAft>
              <a:buNone/>
              <a:defRPr sz="3000"/>
            </a:lvl3pPr>
            <a:lvl4pPr algn="ctr">
              <a:spcBef>
                <a:spcPts val="0"/>
              </a:spcBef>
              <a:spcAft>
                <a:spcPts val="0"/>
              </a:spcAft>
              <a:buNone/>
              <a:defRPr sz="3000"/>
            </a:lvl4pPr>
            <a:lvl5pPr algn="ctr">
              <a:spcBef>
                <a:spcPts val="0"/>
              </a:spcBef>
              <a:spcAft>
                <a:spcPts val="0"/>
              </a:spcAft>
              <a:buNone/>
              <a:defRPr sz="3000"/>
            </a:lvl5pPr>
            <a:lvl6pPr algn="ctr">
              <a:spcBef>
                <a:spcPts val="0"/>
              </a:spcBef>
              <a:spcAft>
                <a:spcPts val="0"/>
              </a:spcAft>
              <a:buNone/>
              <a:defRPr sz="3000"/>
            </a:lvl6pPr>
            <a:lvl7pPr algn="ctr">
              <a:spcBef>
                <a:spcPts val="0"/>
              </a:spcBef>
              <a:spcAft>
                <a:spcPts val="0"/>
              </a:spcAft>
              <a:buNone/>
              <a:defRPr sz="3000"/>
            </a:lvl7pPr>
            <a:lvl8pPr algn="ctr">
              <a:spcBef>
                <a:spcPts val="0"/>
              </a:spcBef>
              <a:spcAft>
                <a:spcPts val="0"/>
              </a:spcAft>
              <a:buNone/>
              <a:defRPr sz="3000"/>
            </a:lvl8pPr>
            <a:lvl9pPr algn="ctr">
              <a:spcBef>
                <a:spcPts val="0"/>
              </a:spcBef>
              <a:spcAft>
                <a:spcPts val="0"/>
              </a:spcAft>
              <a:buNone/>
              <a:defRPr sz="3000"/>
            </a:lvl9pPr>
          </a:lstStyle>
          <a:p>
            <a:endParaRPr/>
          </a:p>
        </p:txBody>
      </p:sp>
      <p:sp>
        <p:nvSpPr>
          <p:cNvPr id="1002" name="Google Shape;1002;p205">
            <a:extLst>
              <a:ext uri="{FF2B5EF4-FFF2-40B4-BE49-F238E27FC236}">
                <a16:creationId xmlns:a16="http://schemas.microsoft.com/office/drawing/2014/main" id="{1EF40359-1971-4DCD-8ADB-9E58484B43C2}"/>
              </a:ext>
            </a:extLst>
          </p:cNvPr>
          <p:cNvSpPr>
            <a:spLocks noGrp="1"/>
          </p:cNvSpPr>
          <p:nvPr>
            <p:ph type="subTitle" idx="1"/>
          </p:nvPr>
        </p:nvSpPr>
        <p:spPr>
          <a:xfrm>
            <a:off x="868050" y="3562725"/>
            <a:ext cx="7407900" cy="555000"/>
          </a:xfrm>
          <a:prstGeom prst="rect">
            <a:avLst/>
          </a:prstGeom>
        </p:spPr>
        <p:txBody>
          <a:bodyPr spcFirstLastPara="1" wrap="square" lIns="0" tIns="45700" rIns="91425" bIns="45700" anchor="t">
            <a:noAutofit/>
          </a:bodyPr>
          <a:lstStyle>
            <a:lvl1pPr algn="ctr">
              <a:spcBef>
                <a:spcPts val="750"/>
              </a:spcBef>
              <a:spcAft>
                <a:spcPts val="0"/>
              </a:spcAft>
              <a:buNone/>
              <a:defRPr>
                <a:solidFill>
                  <a:schemeClr val="dk2"/>
                </a:solidFill>
              </a:defRPr>
            </a:lvl1pPr>
            <a:lvl2pPr algn="ctr">
              <a:spcBef>
                <a:spcPts val="750"/>
              </a:spcBef>
              <a:spcAft>
                <a:spcPts val="0"/>
              </a:spcAft>
              <a:buNone/>
              <a:defRPr>
                <a:solidFill>
                  <a:schemeClr val="dk2"/>
                </a:solidFill>
              </a:defRPr>
            </a:lvl2pPr>
            <a:lvl3pPr algn="ctr">
              <a:spcBef>
                <a:spcPts val="750"/>
              </a:spcBef>
              <a:spcAft>
                <a:spcPts val="0"/>
              </a:spcAft>
              <a:buNone/>
              <a:defRPr>
                <a:solidFill>
                  <a:schemeClr val="dk2"/>
                </a:solidFill>
              </a:defRPr>
            </a:lvl3pPr>
            <a:lvl4pPr algn="ctr">
              <a:spcBef>
                <a:spcPts val="750"/>
              </a:spcBef>
              <a:spcAft>
                <a:spcPts val="0"/>
              </a:spcAft>
              <a:buNone/>
              <a:defRPr>
                <a:solidFill>
                  <a:schemeClr val="dk2"/>
                </a:solidFill>
              </a:defRPr>
            </a:lvl4pPr>
            <a:lvl5pPr algn="ctr">
              <a:spcBef>
                <a:spcPts val="750"/>
              </a:spcBef>
              <a:spcAft>
                <a:spcPts val="0"/>
              </a:spcAft>
              <a:buNone/>
              <a:defRPr>
                <a:solidFill>
                  <a:schemeClr val="dk2"/>
                </a:solidFill>
              </a:defRPr>
            </a:lvl5pPr>
            <a:lvl6pPr algn="ctr">
              <a:spcBef>
                <a:spcPts val="750"/>
              </a:spcBef>
              <a:spcAft>
                <a:spcPts val="0"/>
              </a:spcAft>
              <a:buNone/>
              <a:defRPr>
                <a:solidFill>
                  <a:schemeClr val="dk2"/>
                </a:solidFill>
              </a:defRPr>
            </a:lvl6pPr>
            <a:lvl7pPr algn="ctr">
              <a:spcBef>
                <a:spcPts val="750"/>
              </a:spcBef>
              <a:spcAft>
                <a:spcPts val="0"/>
              </a:spcAft>
              <a:buNone/>
              <a:defRPr>
                <a:solidFill>
                  <a:schemeClr val="dk2"/>
                </a:solidFill>
              </a:defRPr>
            </a:lvl7pPr>
            <a:lvl8pPr algn="ctr">
              <a:spcBef>
                <a:spcPts val="750"/>
              </a:spcBef>
              <a:spcAft>
                <a:spcPts val="0"/>
              </a:spcAft>
              <a:buNone/>
              <a:defRPr>
                <a:solidFill>
                  <a:schemeClr val="dk2"/>
                </a:solidFill>
              </a:defRPr>
            </a:lvl8pPr>
            <a:lvl9pPr algn="ctr">
              <a:spcBef>
                <a:spcPts val="750"/>
              </a:spcBef>
              <a:spcAft>
                <a:spcPts val="0"/>
              </a:spcAft>
              <a:buNone/>
              <a:defRPr>
                <a:solidFill>
                  <a:schemeClr val="dk2"/>
                </a:solidFill>
              </a:defRPr>
            </a:lvl9pPr>
          </a:lstStyle>
          <a:p>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06 Title&amp;Content_50/50_blue/white">
  <p:cSld name="1_Title and Content_3_1">
    <p:spTree>
      <p:nvGrpSpPr>
        <p:cNvPr id="1" name=""/>
        <p:cNvGrpSpPr/>
        <p:nvPr/>
      </p:nvGrpSpPr>
      <p:grpSpPr>
        <a:xfrm>
          <a:off x="0" y="0"/>
          <a:ext cx="0" cy="0"/>
          <a:chOff x="0" y="0"/>
          <a:chExt cx="0" cy="0"/>
        </a:xfrm>
      </p:grpSpPr>
      <p:sp>
        <p:nvSpPr>
          <p:cNvPr id="1004" name="Google Shape;1004;p206">
            <a:extLst>
              <a:ext uri="{FF2B5EF4-FFF2-40B4-BE49-F238E27FC236}">
                <a16:creationId xmlns:a16="http://schemas.microsoft.com/office/drawing/2014/main" id="{C03F50FC-C889-44A4-BA10-7E7CCA89D957}"/>
              </a:ext>
            </a:extLst>
          </p:cNvPr>
          <p:cNvSpPr>
            <a:spLocks noGrp="1"/>
          </p:cNvSpPr>
          <p:nvPr/>
        </p:nvSpPr>
        <p:spPr>
          <a:xfrm>
            <a:off x="-50" y="0"/>
            <a:ext cx="4272900" cy="5143500"/>
          </a:xfrm>
          <a:prstGeom prst="rect">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005" name="Google Shape;1005;p206">
            <a:extLst>
              <a:ext uri="{FF2B5EF4-FFF2-40B4-BE49-F238E27FC236}">
                <a16:creationId xmlns:a16="http://schemas.microsoft.com/office/drawing/2014/main" id="{05CCD1A1-134E-4DFF-9CAB-1A26AC7A0033}"/>
              </a:ext>
            </a:extLst>
          </p:cNvPr>
          <p:cNvSpPr>
            <a:spLocks noGrp="1"/>
          </p:cNvSpPr>
          <p:nvPr>
            <p:ph type="title"/>
          </p:nvPr>
        </p:nvSpPr>
        <p:spPr>
          <a:xfrm>
            <a:off x="342901" y="325550"/>
            <a:ext cx="39750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06 Title&amp;Content_50/50_white/blue">
  <p:cSld name="TITLE_ONLY_1_1">
    <p:spTree>
      <p:nvGrpSpPr>
        <p:cNvPr id="1" name=""/>
        <p:cNvGrpSpPr/>
        <p:nvPr/>
      </p:nvGrpSpPr>
      <p:grpSpPr>
        <a:xfrm>
          <a:off x="0" y="0"/>
          <a:ext cx="0" cy="0"/>
          <a:chOff x="0" y="0"/>
          <a:chExt cx="0" cy="0"/>
        </a:xfrm>
      </p:grpSpPr>
      <p:sp>
        <p:nvSpPr>
          <p:cNvPr id="1007" name="Google Shape;1007;p207">
            <a:extLst>
              <a:ext uri="{FF2B5EF4-FFF2-40B4-BE49-F238E27FC236}">
                <a16:creationId xmlns:a16="http://schemas.microsoft.com/office/drawing/2014/main" id="{36B059A9-E0CF-4633-9C6F-AE9D1DF983E4}"/>
              </a:ext>
            </a:extLst>
          </p:cNvPr>
          <p:cNvSpPr>
            <a:spLocks noGrp="1"/>
          </p:cNvSpPr>
          <p:nvPr/>
        </p:nvSpPr>
        <p:spPr>
          <a:xfrm>
            <a:off x="4222475" y="0"/>
            <a:ext cx="4921500" cy="5143500"/>
          </a:xfrm>
          <a:prstGeom prst="rect">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008" name="Google Shape;1008;p207">
            <a:extLst>
              <a:ext uri="{FF2B5EF4-FFF2-40B4-BE49-F238E27FC236}">
                <a16:creationId xmlns:a16="http://schemas.microsoft.com/office/drawing/2014/main" id="{BCD0A7AA-049D-4FEB-96A4-DDC22E2492F8}"/>
              </a:ext>
            </a:extLst>
          </p:cNvPr>
          <p:cNvSpPr>
            <a:spLocks noGrp="1"/>
          </p:cNvSpPr>
          <p:nvPr>
            <p:ph type="body" idx="1"/>
          </p:nvPr>
        </p:nvSpPr>
        <p:spPr>
          <a:xfrm>
            <a:off x="349475" y="1051560"/>
            <a:ext cx="38730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Char char="●"/>
              <a:defRPr sz="1800" i="0" u="none" cap="none">
                <a:solidFill>
                  <a:srgbClr val="000000"/>
                </a:solidFill>
              </a:defRPr>
            </a:lvl1pPr>
            <a:lvl2pPr marL="914400" marR="0" indent="-317500" algn="l">
              <a:lnSpc>
                <a:spcPct val="115000"/>
              </a:lnSpc>
              <a:spcBef>
                <a:spcPts val="1000"/>
              </a:spcBef>
              <a:spcAft>
                <a:spcPts val="0"/>
              </a:spcAft>
              <a:buClr>
                <a:srgbClr val="000000"/>
              </a:buClr>
              <a:buSzPts val="1400"/>
              <a:buFont typeface="Montserrat Light"/>
              <a:buChar char="○"/>
              <a:defRPr sz="1400" i="0" u="none" cap="none">
                <a:solidFill>
                  <a:srgbClr val="000000"/>
                </a:solidFill>
                <a:latin typeface="Montserrat Light"/>
                <a:ea typeface="Montserrat Light"/>
                <a:cs typeface="Montserrat Light"/>
              </a:defRPr>
            </a:lvl2pPr>
            <a:lvl3pPr marL="1371600" marR="0" indent="-304800" algn="l">
              <a:lnSpc>
                <a:spcPct val="115000"/>
              </a:lnSpc>
              <a:spcBef>
                <a:spcPts val="1000"/>
              </a:spcBef>
              <a:spcAft>
                <a:spcPts val="0"/>
              </a:spcAft>
              <a:buClr>
                <a:srgbClr val="000000"/>
              </a:buClr>
              <a:buSzPts val="1200"/>
              <a:buFont typeface="Montserrat Light"/>
              <a:buChar char="■"/>
              <a:defRPr sz="1200" i="0" u="none" cap="none">
                <a:solidFill>
                  <a:srgbClr val="000000"/>
                </a:solidFill>
                <a:latin typeface="Montserrat Light"/>
                <a:ea typeface="Montserrat Light"/>
                <a:cs typeface="Montserrat Light"/>
              </a:defRPr>
            </a:lvl3pPr>
            <a:lvl4pPr marL="18288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4pPr>
            <a:lvl5pPr marL="22860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5pPr>
            <a:lvl6pPr marL="27432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6pPr>
            <a:lvl7pPr marL="32004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7pPr>
            <a:lvl8pPr marL="36576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8pPr>
            <a:lvl9pPr marL="41148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9pPr>
          </a:lstStyle>
          <a:p>
            <a:endParaRPr/>
          </a:p>
        </p:txBody>
      </p:sp>
      <p:sp>
        <p:nvSpPr>
          <p:cNvPr id="1010" name="Google Shape;1010;p207">
            <a:extLst>
              <a:ext uri="{FF2B5EF4-FFF2-40B4-BE49-F238E27FC236}">
                <a16:creationId xmlns:a16="http://schemas.microsoft.com/office/drawing/2014/main" id="{4CC329BF-160C-4FCB-A951-A54CEA725F65}"/>
              </a:ext>
            </a:extLst>
          </p:cNvPr>
          <p:cNvSpPr>
            <a:spLocks noGrp="1"/>
          </p:cNvSpPr>
          <p:nvPr>
            <p:ph type="title"/>
          </p:nvPr>
        </p:nvSpPr>
        <p:spPr>
          <a:xfrm>
            <a:off x="342901" y="325550"/>
            <a:ext cx="39750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SzPts val="2400"/>
              <a:buFont typeface="Arial"/>
              <a:buNone/>
              <a:defRPr/>
            </a:lvl1pPr>
            <a:lvl2pPr>
              <a:spcBef>
                <a:spcPts val="0"/>
              </a:spcBef>
              <a:spcAft>
                <a:spcPts val="0"/>
              </a:spcAft>
              <a:buClr>
                <a:schemeClr val="dk2"/>
              </a:buClr>
              <a:buSzPts val="2400"/>
              <a:buNone/>
              <a:defRPr>
                <a:solidFill>
                  <a:schemeClr val="dk2"/>
                </a:solidFill>
              </a:defRPr>
            </a:lvl2pPr>
            <a:lvl3pPr>
              <a:spcBef>
                <a:spcPts val="0"/>
              </a:spcBef>
              <a:spcAft>
                <a:spcPts val="0"/>
              </a:spcAft>
              <a:buClr>
                <a:schemeClr val="dk2"/>
              </a:buClr>
              <a:buSzPts val="2400"/>
              <a:buNone/>
              <a:defRPr>
                <a:solidFill>
                  <a:schemeClr val="dk2"/>
                </a:solidFill>
              </a:defRPr>
            </a:lvl3pPr>
            <a:lvl4pPr>
              <a:spcBef>
                <a:spcPts val="0"/>
              </a:spcBef>
              <a:spcAft>
                <a:spcPts val="0"/>
              </a:spcAft>
              <a:buClr>
                <a:schemeClr val="dk2"/>
              </a:buClr>
              <a:buSzPts val="2400"/>
              <a:buNone/>
              <a:defRPr>
                <a:solidFill>
                  <a:schemeClr val="dk2"/>
                </a:solidFill>
              </a:defRPr>
            </a:lvl4pPr>
            <a:lvl5pPr>
              <a:spcBef>
                <a:spcPts val="0"/>
              </a:spcBef>
              <a:spcAft>
                <a:spcPts val="0"/>
              </a:spcAft>
              <a:buClr>
                <a:schemeClr val="dk2"/>
              </a:buClr>
              <a:buSzPts val="2400"/>
              <a:buNone/>
              <a:defRPr>
                <a:solidFill>
                  <a:schemeClr val="dk2"/>
                </a:solidFill>
              </a:defRPr>
            </a:lvl5pPr>
            <a:lvl6pPr>
              <a:spcBef>
                <a:spcPts val="0"/>
              </a:spcBef>
              <a:spcAft>
                <a:spcPts val="0"/>
              </a:spcAft>
              <a:buClr>
                <a:schemeClr val="dk2"/>
              </a:buClr>
              <a:buSzPts val="2400"/>
              <a:buNone/>
              <a:defRPr>
                <a:solidFill>
                  <a:schemeClr val="dk2"/>
                </a:solidFill>
              </a:defRPr>
            </a:lvl6pPr>
            <a:lvl7pPr>
              <a:spcBef>
                <a:spcPts val="0"/>
              </a:spcBef>
              <a:spcAft>
                <a:spcPts val="0"/>
              </a:spcAft>
              <a:buClr>
                <a:schemeClr val="dk2"/>
              </a:buClr>
              <a:buSzPts val="2400"/>
              <a:buNone/>
              <a:defRPr>
                <a:solidFill>
                  <a:schemeClr val="dk2"/>
                </a:solidFill>
              </a:defRPr>
            </a:lvl7pPr>
            <a:lvl8pPr>
              <a:spcBef>
                <a:spcPts val="0"/>
              </a:spcBef>
              <a:spcAft>
                <a:spcPts val="0"/>
              </a:spcAft>
              <a:buClr>
                <a:schemeClr val="dk2"/>
              </a:buClr>
              <a:buSzPts val="2400"/>
              <a:buNone/>
              <a:defRPr>
                <a:solidFill>
                  <a:schemeClr val="dk2"/>
                </a:solidFill>
              </a:defRPr>
            </a:lvl8pPr>
            <a:lvl9pPr>
              <a:spcBef>
                <a:spcPts val="0"/>
              </a:spcBef>
              <a:spcAft>
                <a:spcPts val="0"/>
              </a:spcAft>
              <a:buClr>
                <a:schemeClr val="dk2"/>
              </a:buClr>
              <a:buSzPts val="2400"/>
              <a:buNone/>
              <a:defRPr>
                <a:solidFill>
                  <a:schemeClr val="dk2"/>
                </a:solidFill>
              </a:defRPr>
            </a:lvl9pPr>
          </a:lstStyle>
          <a:p>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07 Title&amp;Content_33/66_blue">
  <p:cSld name="1_Title and Content_2_1_2_1_2_1">
    <p:spTree>
      <p:nvGrpSpPr>
        <p:cNvPr id="1" name=""/>
        <p:cNvGrpSpPr/>
        <p:nvPr/>
      </p:nvGrpSpPr>
      <p:grpSpPr>
        <a:xfrm>
          <a:off x="0" y="0"/>
          <a:ext cx="0" cy="0"/>
          <a:chOff x="0" y="0"/>
          <a:chExt cx="0" cy="0"/>
        </a:xfrm>
      </p:grpSpPr>
      <p:sp>
        <p:nvSpPr>
          <p:cNvPr id="1012" name="Google Shape;1012;p208">
            <a:extLst>
              <a:ext uri="{FF2B5EF4-FFF2-40B4-BE49-F238E27FC236}">
                <a16:creationId xmlns:a16="http://schemas.microsoft.com/office/drawing/2014/main" id="{09ECE314-86A7-4C41-B4B1-1E5A02DBD7F2}"/>
              </a:ext>
            </a:extLst>
          </p:cNvPr>
          <p:cNvSpPr>
            <a:spLocks noGrp="1"/>
          </p:cNvSpPr>
          <p:nvPr/>
        </p:nvSpPr>
        <p:spPr>
          <a:xfrm>
            <a:off x="0" y="0"/>
            <a:ext cx="3282000" cy="5143500"/>
          </a:xfrm>
          <a:prstGeom prst="rect">
            <a:avLst/>
          </a:prstGeom>
          <a:solidFill>
            <a:schemeClr val="dk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013" name="Google Shape;1013;p208">
            <a:extLst>
              <a:ext uri="{FF2B5EF4-FFF2-40B4-BE49-F238E27FC236}">
                <a16:creationId xmlns:a16="http://schemas.microsoft.com/office/drawing/2014/main" id="{9448A372-DE47-4CD4-9A96-4A7CB1B2EBDE}"/>
              </a:ext>
            </a:extLst>
          </p:cNvPr>
          <p:cNvSpPr>
            <a:spLocks noGrp="1"/>
          </p:cNvSpPr>
          <p:nvPr>
            <p:ph type="title"/>
          </p:nvPr>
        </p:nvSpPr>
        <p:spPr>
          <a:xfrm>
            <a:off x="3631500" y="325550"/>
            <a:ext cx="5180700" cy="847800"/>
          </a:xfrm>
          <a:prstGeom prst="rect">
            <a:avLst/>
          </a:prstGeom>
          <a:noFill/>
          <a:ln>
            <a:noFill/>
          </a:ln>
        </p:spPr>
        <p:txBody>
          <a:bodyPr spcFirstLastPara="1" wrap="square" lIns="0" tIns="0" rIns="0" bIns="0" anchor="t">
            <a:noAutofit/>
          </a:bodyPr>
          <a:lstStyle>
            <a:lvl1pPr marR="0" algn="l">
              <a:lnSpc>
                <a:spcPct val="100000"/>
              </a:lnSpc>
              <a:spcBef>
                <a:spcPts val="0"/>
              </a:spcBef>
              <a:spcAft>
                <a:spcPts val="0"/>
              </a:spcAft>
              <a:buClr>
                <a:srgbClr val="000000"/>
              </a:buClr>
              <a:buSzPts val="2400"/>
              <a:buNone/>
              <a:defRPr i="0" u="none" cap="none">
                <a:solidFill>
                  <a:srgbClr val="000000"/>
                </a:solidFill>
              </a:defRPr>
            </a:lvl1pPr>
            <a:lvl2pPr marR="0" algn="l">
              <a:lnSpc>
                <a:spcPct val="100000"/>
              </a:lnSpc>
              <a:spcBef>
                <a:spcPts val="0"/>
              </a:spcBef>
              <a:spcAft>
                <a:spcPts val="0"/>
              </a:spcAft>
              <a:buClr>
                <a:srgbClr val="000000"/>
              </a:buClr>
              <a:buSzPts val="2400"/>
              <a:buNone/>
              <a:defRPr i="0" u="none" cap="none">
                <a:solidFill>
                  <a:srgbClr val="000000"/>
                </a:solidFill>
              </a:defRPr>
            </a:lvl2pPr>
            <a:lvl3pPr marR="0" algn="l">
              <a:lnSpc>
                <a:spcPct val="100000"/>
              </a:lnSpc>
              <a:spcBef>
                <a:spcPts val="0"/>
              </a:spcBef>
              <a:spcAft>
                <a:spcPts val="0"/>
              </a:spcAft>
              <a:buClr>
                <a:srgbClr val="000000"/>
              </a:buClr>
              <a:buSzPts val="2400"/>
              <a:buNone/>
              <a:defRPr i="0" u="none" cap="none">
                <a:solidFill>
                  <a:srgbClr val="000000"/>
                </a:solidFill>
              </a:defRPr>
            </a:lvl3pPr>
            <a:lvl4pPr marR="0" algn="l">
              <a:lnSpc>
                <a:spcPct val="100000"/>
              </a:lnSpc>
              <a:spcBef>
                <a:spcPts val="0"/>
              </a:spcBef>
              <a:spcAft>
                <a:spcPts val="0"/>
              </a:spcAft>
              <a:buClr>
                <a:srgbClr val="000000"/>
              </a:buClr>
              <a:buSzPts val="2400"/>
              <a:buNone/>
              <a:defRPr i="0" u="none" cap="none">
                <a:solidFill>
                  <a:srgbClr val="000000"/>
                </a:solidFill>
              </a:defRPr>
            </a:lvl4pPr>
            <a:lvl5pPr marR="0" algn="l">
              <a:lnSpc>
                <a:spcPct val="100000"/>
              </a:lnSpc>
              <a:spcBef>
                <a:spcPts val="0"/>
              </a:spcBef>
              <a:spcAft>
                <a:spcPts val="0"/>
              </a:spcAft>
              <a:buClr>
                <a:srgbClr val="000000"/>
              </a:buClr>
              <a:buSzPts val="2400"/>
              <a:buNone/>
              <a:defRPr i="0" u="none" cap="none">
                <a:solidFill>
                  <a:srgbClr val="000000"/>
                </a:solidFill>
              </a:defRPr>
            </a:lvl5pPr>
            <a:lvl6pPr marR="0" algn="l">
              <a:lnSpc>
                <a:spcPct val="100000"/>
              </a:lnSpc>
              <a:spcBef>
                <a:spcPts val="0"/>
              </a:spcBef>
              <a:spcAft>
                <a:spcPts val="0"/>
              </a:spcAft>
              <a:buClr>
                <a:srgbClr val="000000"/>
              </a:buClr>
              <a:buSzPts val="2400"/>
              <a:buNone/>
              <a:defRPr i="0" u="none" cap="none">
                <a:solidFill>
                  <a:srgbClr val="000000"/>
                </a:solidFill>
              </a:defRPr>
            </a:lvl6pPr>
            <a:lvl7pPr marR="0" algn="l">
              <a:lnSpc>
                <a:spcPct val="100000"/>
              </a:lnSpc>
              <a:spcBef>
                <a:spcPts val="0"/>
              </a:spcBef>
              <a:spcAft>
                <a:spcPts val="0"/>
              </a:spcAft>
              <a:buClr>
                <a:srgbClr val="000000"/>
              </a:buClr>
              <a:buSzPts val="2400"/>
              <a:buNone/>
              <a:defRPr i="0" u="none" cap="none">
                <a:solidFill>
                  <a:srgbClr val="000000"/>
                </a:solidFill>
              </a:defRPr>
            </a:lvl7pPr>
            <a:lvl8pPr marR="0" algn="l">
              <a:lnSpc>
                <a:spcPct val="100000"/>
              </a:lnSpc>
              <a:spcBef>
                <a:spcPts val="0"/>
              </a:spcBef>
              <a:spcAft>
                <a:spcPts val="0"/>
              </a:spcAft>
              <a:buClr>
                <a:srgbClr val="000000"/>
              </a:buClr>
              <a:buSzPts val="2400"/>
              <a:buNone/>
              <a:defRPr i="0" u="none" cap="none">
                <a:solidFill>
                  <a:srgbClr val="000000"/>
                </a:solidFill>
              </a:defRPr>
            </a:lvl8pPr>
            <a:lvl9pPr marR="0" algn="l">
              <a:lnSpc>
                <a:spcPct val="100000"/>
              </a:lnSpc>
              <a:spcBef>
                <a:spcPts val="0"/>
              </a:spcBef>
              <a:spcAft>
                <a:spcPts val="0"/>
              </a:spcAft>
              <a:buClr>
                <a:srgbClr val="000000"/>
              </a:buClr>
              <a:buSzPts val="2400"/>
              <a:buNone/>
              <a:defRPr i="0" u="none" cap="none">
                <a:solidFill>
                  <a:srgbClr val="000000"/>
                </a:solidFill>
              </a:defRPr>
            </a:lvl9pPr>
          </a:lstStyle>
          <a:p>
            <a:endParaRPr/>
          </a:p>
        </p:txBody>
      </p:sp>
      <p:sp>
        <p:nvSpPr>
          <p:cNvPr id="1014" name="Google Shape;1014;p208">
            <a:extLst>
              <a:ext uri="{FF2B5EF4-FFF2-40B4-BE49-F238E27FC236}">
                <a16:creationId xmlns:a16="http://schemas.microsoft.com/office/drawing/2014/main" id="{353B9A4F-170A-4D85-93C4-7346297E2A02}"/>
              </a:ext>
            </a:extLst>
          </p:cNvPr>
          <p:cNvSpPr>
            <a:spLocks noGrp="1"/>
          </p:cNvSpPr>
          <p:nvPr>
            <p:ph type="body" idx="1"/>
          </p:nvPr>
        </p:nvSpPr>
        <p:spPr>
          <a:xfrm>
            <a:off x="3631500" y="1051560"/>
            <a:ext cx="5180700" cy="30852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000000"/>
              </a:buClr>
              <a:buSzPts val="1800"/>
              <a:buChar char="●"/>
              <a:defRPr sz="1800" i="0" u="none" cap="none">
                <a:solidFill>
                  <a:srgbClr val="000000"/>
                </a:solidFill>
              </a:defRPr>
            </a:lvl1pPr>
            <a:lvl2pPr marL="914400" marR="0" indent="-317500" algn="l">
              <a:lnSpc>
                <a:spcPct val="115000"/>
              </a:lnSpc>
              <a:spcBef>
                <a:spcPts val="1000"/>
              </a:spcBef>
              <a:spcAft>
                <a:spcPts val="0"/>
              </a:spcAft>
              <a:buClr>
                <a:srgbClr val="000000"/>
              </a:buClr>
              <a:buSzPts val="1400"/>
              <a:buFont typeface="Montserrat Light"/>
              <a:buChar char="○"/>
              <a:defRPr sz="1400" i="0" u="none" cap="none">
                <a:solidFill>
                  <a:srgbClr val="000000"/>
                </a:solidFill>
                <a:latin typeface="Montserrat Light"/>
                <a:ea typeface="Montserrat Light"/>
                <a:cs typeface="Montserrat Light"/>
              </a:defRPr>
            </a:lvl2pPr>
            <a:lvl3pPr marL="1371600" marR="0" indent="-304800" algn="l">
              <a:lnSpc>
                <a:spcPct val="115000"/>
              </a:lnSpc>
              <a:spcBef>
                <a:spcPts val="1000"/>
              </a:spcBef>
              <a:spcAft>
                <a:spcPts val="0"/>
              </a:spcAft>
              <a:buClr>
                <a:srgbClr val="000000"/>
              </a:buClr>
              <a:buSzPts val="1200"/>
              <a:buFont typeface="Montserrat Light"/>
              <a:buChar char="■"/>
              <a:defRPr sz="1200" i="0" u="none" cap="none">
                <a:solidFill>
                  <a:srgbClr val="000000"/>
                </a:solidFill>
                <a:latin typeface="Montserrat Light"/>
                <a:ea typeface="Montserrat Light"/>
                <a:cs typeface="Montserrat Light"/>
              </a:defRPr>
            </a:lvl3pPr>
            <a:lvl4pPr marL="18288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4pPr>
            <a:lvl5pPr marL="22860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5pPr>
            <a:lvl6pPr marL="27432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6pPr>
            <a:lvl7pPr marL="32004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7pPr>
            <a:lvl8pPr marL="36576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8pPr>
            <a:lvl9pPr marL="4114800" marR="0" indent="-279400" algn="l">
              <a:lnSpc>
                <a:spcPct val="115000"/>
              </a:lnSpc>
              <a:spcBef>
                <a:spcPts val="1000"/>
              </a:spcBef>
              <a:spcAft>
                <a:spcPts val="0"/>
              </a:spcAft>
              <a:buClr>
                <a:srgbClr val="000000"/>
              </a:buClr>
              <a:buSzPts val="800"/>
              <a:buFont typeface="Montserrat Light"/>
              <a:buChar char="■"/>
              <a:defRPr sz="800" i="0" u="none" cap="none">
                <a:solidFill>
                  <a:srgbClr val="000000"/>
                </a:solidFill>
                <a:latin typeface="Montserrat Light"/>
                <a:ea typeface="Montserrat Light"/>
                <a:cs typeface="Montserrat Light"/>
              </a:defRPr>
            </a:lvl9pPr>
          </a:lstStyle>
          <a:p>
            <a:endParaRPr/>
          </a:p>
        </p:txBody>
      </p:sp>
      <p:sp>
        <p:nvSpPr>
          <p:cNvPr id="1015" name="Google Shape;1015;p208">
            <a:extLst>
              <a:ext uri="{FF2B5EF4-FFF2-40B4-BE49-F238E27FC236}">
                <a16:creationId xmlns:a16="http://schemas.microsoft.com/office/drawing/2014/main" id="{65A326CC-DA95-42C6-A931-DFE9B8010FC6}"/>
              </a:ext>
            </a:extLst>
          </p:cNvPr>
          <p:cNvSpPr>
            <a:spLocks noGrp="1"/>
          </p:cNvSpPr>
          <p:nvPr>
            <p:ph type="body" idx="2"/>
          </p:nvPr>
        </p:nvSpPr>
        <p:spPr>
          <a:xfrm>
            <a:off x="360300" y="1051560"/>
            <a:ext cx="2566800" cy="3568500"/>
          </a:xfrm>
          <a:prstGeom prst="rect">
            <a:avLst/>
          </a:prstGeom>
          <a:noFill/>
          <a:ln>
            <a:noFill/>
          </a:ln>
        </p:spPr>
        <p:txBody>
          <a:bodyPr spcFirstLastPara="1" wrap="square" lIns="0" tIns="91425" rIns="0" bIns="0" anchor="t">
            <a:noAutofit/>
          </a:bodyPr>
          <a:lstStyle>
            <a:lvl1pPr marL="457200" marR="0" indent="-342900" algn="l">
              <a:lnSpc>
                <a:spcPct val="115000"/>
              </a:lnSpc>
              <a:spcBef>
                <a:spcPts val="1000"/>
              </a:spcBef>
              <a:spcAft>
                <a:spcPts val="0"/>
              </a:spcAft>
              <a:buClr>
                <a:srgbClr val="FFFFFF"/>
              </a:buClr>
              <a:buSzPts val="1800"/>
              <a:buChar char="●"/>
              <a:defRPr sz="1800" i="0" u="none" cap="none">
                <a:solidFill>
                  <a:srgbClr val="FFFFFF"/>
                </a:solidFill>
              </a:defRPr>
            </a:lvl1pPr>
            <a:lvl2pPr marL="914400" marR="0" indent="-317500" algn="l">
              <a:lnSpc>
                <a:spcPct val="115000"/>
              </a:lnSpc>
              <a:spcBef>
                <a:spcPts val="1000"/>
              </a:spcBef>
              <a:spcAft>
                <a:spcPts val="0"/>
              </a:spcAft>
              <a:buClr>
                <a:srgbClr val="FFFFFF"/>
              </a:buClr>
              <a:buSzPts val="1400"/>
              <a:buFont typeface="Montserrat Light"/>
              <a:buChar char="○"/>
              <a:defRPr sz="1400" i="0" u="none" cap="none">
                <a:solidFill>
                  <a:srgbClr val="FFFFFF"/>
                </a:solidFill>
                <a:latin typeface="Montserrat Light"/>
                <a:ea typeface="Montserrat Light"/>
                <a:cs typeface="Montserrat Light"/>
              </a:defRPr>
            </a:lvl2pPr>
            <a:lvl3pPr marL="1371600" marR="0" indent="-304800" algn="l">
              <a:lnSpc>
                <a:spcPct val="115000"/>
              </a:lnSpc>
              <a:spcBef>
                <a:spcPts val="1000"/>
              </a:spcBef>
              <a:spcAft>
                <a:spcPts val="0"/>
              </a:spcAft>
              <a:buClr>
                <a:srgbClr val="FFFFFF"/>
              </a:buClr>
              <a:buSzPts val="1200"/>
              <a:buFont typeface="Montserrat Light"/>
              <a:buChar char="■"/>
              <a:defRPr sz="1200" i="0" u="none" cap="none">
                <a:solidFill>
                  <a:srgbClr val="FFFFFF"/>
                </a:solidFill>
                <a:latin typeface="Montserrat Light"/>
                <a:ea typeface="Montserrat Light"/>
                <a:cs typeface="Montserrat Light"/>
              </a:defRPr>
            </a:lvl3pPr>
            <a:lvl4pPr marL="18288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4pPr>
            <a:lvl5pPr marL="22860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5pPr>
            <a:lvl6pPr marL="27432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6pPr>
            <a:lvl7pPr marL="32004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7pPr>
            <a:lvl8pPr marL="36576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8pPr>
            <a:lvl9pPr marL="4114800" marR="0" indent="-279400" algn="l">
              <a:lnSpc>
                <a:spcPct val="115000"/>
              </a:lnSpc>
              <a:spcBef>
                <a:spcPts val="1000"/>
              </a:spcBef>
              <a:spcAft>
                <a:spcPts val="0"/>
              </a:spcAft>
              <a:buClr>
                <a:srgbClr val="FFFFFF"/>
              </a:buClr>
              <a:buSzPts val="800"/>
              <a:buFont typeface="Montserrat Light"/>
              <a:buChar char="■"/>
              <a:defRPr sz="800" i="0" u="none" cap="none">
                <a:solidFill>
                  <a:srgbClr val="FFFFFF"/>
                </a:solidFill>
                <a:latin typeface="Montserrat Light"/>
                <a:ea typeface="Montserrat Light"/>
                <a:cs typeface="Montserrat Light"/>
              </a:defRPr>
            </a:lvl9pPr>
          </a:lstStyle>
          <a:p>
            <a:endParaRPr/>
          </a:p>
        </p:txBody>
      </p:sp>
      <p:sp>
        <p:nvSpPr>
          <p:cNvPr id="1016" name="Google Shape;1016;p208">
            <a:extLst>
              <a:ext uri="{FF2B5EF4-FFF2-40B4-BE49-F238E27FC236}">
                <a16:creationId xmlns:a16="http://schemas.microsoft.com/office/drawing/2014/main" id="{7F2F6836-B5A0-4E4D-9043-7682D6C3EB90}"/>
              </a:ext>
            </a:extLst>
          </p:cNvPr>
          <p:cNvSpPr>
            <a:spLocks noGrp="1"/>
          </p:cNvSpPr>
          <p:nvPr>
            <p:ph type="title" idx="3"/>
          </p:nvPr>
        </p:nvSpPr>
        <p:spPr>
          <a:xfrm>
            <a:off x="342900" y="325550"/>
            <a:ext cx="2718300" cy="424800"/>
          </a:xfrm>
          <a:prstGeom prst="rect">
            <a:avLst/>
          </a:prstGeom>
          <a:noFill/>
          <a:ln>
            <a:noFill/>
          </a:ln>
        </p:spPr>
        <p:txBody>
          <a:bodyPr spcFirstLastPara="1" wrap="square" lIns="0" tIns="45700" rIns="91425" bIns="45700" anchor="t">
            <a:noAutofit/>
          </a:bodyPr>
          <a:lstStyle>
            <a:lvl1pPr algn="l">
              <a:lnSpc>
                <a:spcPct val="90000"/>
              </a:lnSpc>
              <a:spcBef>
                <a:spcPts val="0"/>
              </a:spcBef>
              <a:spcAft>
                <a:spcPts val="0"/>
              </a:spcAft>
              <a:buClr>
                <a:schemeClr val="accent3"/>
              </a:buClr>
              <a:buSzPts val="2400"/>
              <a:buFont typeface="Arial"/>
              <a:buNone/>
              <a:defRPr>
                <a:solidFill>
                  <a:schemeClr val="accent3"/>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slideLayout" Target="../slideLayouts/slideLayout86.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42" Type="http://schemas.openxmlformats.org/officeDocument/2006/relationships/slideLayout" Target="../slideLayouts/slideLayout89.xml"/><Relationship Id="rId47" Type="http://schemas.openxmlformats.org/officeDocument/2006/relationships/slideLayout" Target="../slideLayouts/slideLayout94.xml"/><Relationship Id="rId50" Type="http://schemas.openxmlformats.org/officeDocument/2006/relationships/slideLayout" Target="../slideLayouts/slideLayout97.xml"/><Relationship Id="rId55" Type="http://schemas.openxmlformats.org/officeDocument/2006/relationships/slideLayout" Target="../slideLayouts/slideLayout102.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9" Type="http://schemas.openxmlformats.org/officeDocument/2006/relationships/slideLayout" Target="../slideLayouts/slideLayout76.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slideLayout" Target="../slideLayouts/slideLayout92.xml"/><Relationship Id="rId53" Type="http://schemas.openxmlformats.org/officeDocument/2006/relationships/slideLayout" Target="../slideLayouts/slideLayout100.xml"/><Relationship Id="rId58" Type="http://schemas.openxmlformats.org/officeDocument/2006/relationships/slideLayout" Target="../slideLayouts/slideLayout105.xml"/><Relationship Id="rId5" Type="http://schemas.openxmlformats.org/officeDocument/2006/relationships/slideLayout" Target="../slideLayouts/slideLayout52.xml"/><Relationship Id="rId61" Type="http://schemas.openxmlformats.org/officeDocument/2006/relationships/theme" Target="../theme/theme2.xml"/><Relationship Id="rId19" Type="http://schemas.openxmlformats.org/officeDocument/2006/relationships/slideLayout" Target="../slideLayouts/slideLayout6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slideLayout" Target="../slideLayouts/slideLayout95.xml"/><Relationship Id="rId56" Type="http://schemas.openxmlformats.org/officeDocument/2006/relationships/slideLayout" Target="../slideLayouts/slideLayout103.xml"/><Relationship Id="rId8" Type="http://schemas.openxmlformats.org/officeDocument/2006/relationships/slideLayout" Target="../slideLayouts/slideLayout55.xml"/><Relationship Id="rId51" Type="http://schemas.openxmlformats.org/officeDocument/2006/relationships/slideLayout" Target="../slideLayouts/slideLayout98.xml"/><Relationship Id="rId3" Type="http://schemas.openxmlformats.org/officeDocument/2006/relationships/slideLayout" Target="../slideLayouts/slideLayout50.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slideLayout" Target="../slideLayouts/slideLayout93.xml"/><Relationship Id="rId59" Type="http://schemas.openxmlformats.org/officeDocument/2006/relationships/slideLayout" Target="../slideLayouts/slideLayout106.xml"/><Relationship Id="rId20" Type="http://schemas.openxmlformats.org/officeDocument/2006/relationships/slideLayout" Target="../slideLayouts/slideLayout67.xml"/><Relationship Id="rId41" Type="http://schemas.openxmlformats.org/officeDocument/2006/relationships/slideLayout" Target="../slideLayouts/slideLayout88.xml"/><Relationship Id="rId54" Type="http://schemas.openxmlformats.org/officeDocument/2006/relationships/slideLayout" Target="../slideLayouts/slideLayout101.xml"/><Relationship Id="rId62" Type="http://schemas.openxmlformats.org/officeDocument/2006/relationships/image" Target="../media/image6.png"/><Relationship Id="rId1" Type="http://schemas.openxmlformats.org/officeDocument/2006/relationships/slideLayout" Target="../slideLayouts/slideLayout48.xml"/><Relationship Id="rId6" Type="http://schemas.openxmlformats.org/officeDocument/2006/relationships/slideLayout" Target="../slideLayouts/slideLayout53.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49" Type="http://schemas.openxmlformats.org/officeDocument/2006/relationships/slideLayout" Target="../slideLayouts/slideLayout96.xml"/><Relationship Id="rId57" Type="http://schemas.openxmlformats.org/officeDocument/2006/relationships/slideLayout" Target="../slideLayouts/slideLayout104.xml"/><Relationship Id="rId10" Type="http://schemas.openxmlformats.org/officeDocument/2006/relationships/slideLayout" Target="../slideLayouts/slideLayout57.xml"/><Relationship Id="rId31" Type="http://schemas.openxmlformats.org/officeDocument/2006/relationships/slideLayout" Target="../slideLayouts/slideLayout78.xml"/><Relationship Id="rId44" Type="http://schemas.openxmlformats.org/officeDocument/2006/relationships/slideLayout" Target="../slideLayouts/slideLayout91.xml"/><Relationship Id="rId52" Type="http://schemas.openxmlformats.org/officeDocument/2006/relationships/slideLayout" Target="../slideLayouts/slideLayout99.xml"/><Relationship Id="rId60" Type="http://schemas.openxmlformats.org/officeDocument/2006/relationships/slideLayout" Target="../slideLayouts/slideLayout10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5.xml"/><Relationship Id="rId13" Type="http://schemas.openxmlformats.org/officeDocument/2006/relationships/theme" Target="../theme/theme3.xml"/><Relationship Id="rId3" Type="http://schemas.openxmlformats.org/officeDocument/2006/relationships/slideLayout" Target="../slideLayouts/slideLayout110.xml"/><Relationship Id="rId7" Type="http://schemas.openxmlformats.org/officeDocument/2006/relationships/slideLayout" Target="../slideLayouts/slideLayout114.xml"/><Relationship Id="rId12" Type="http://schemas.openxmlformats.org/officeDocument/2006/relationships/slideLayout" Target="../slideLayouts/slideLayout119.xml"/><Relationship Id="rId2" Type="http://schemas.openxmlformats.org/officeDocument/2006/relationships/slideLayout" Target="../slideLayouts/slideLayout109.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5" Type="http://schemas.openxmlformats.org/officeDocument/2006/relationships/slideLayout" Target="../slideLayouts/slideLayout112.xml"/><Relationship Id="rId10" Type="http://schemas.openxmlformats.org/officeDocument/2006/relationships/slideLayout" Target="../slideLayouts/slideLayout117.xml"/><Relationship Id="rId4" Type="http://schemas.openxmlformats.org/officeDocument/2006/relationships/slideLayout" Target="../slideLayouts/slideLayout111.xml"/><Relationship Id="rId9" Type="http://schemas.openxmlformats.org/officeDocument/2006/relationships/slideLayout" Target="../slideLayouts/slideLayout116.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9" Type="http://schemas.openxmlformats.org/officeDocument/2006/relationships/slideLayout" Target="../slideLayouts/slideLayout158.xml"/><Relationship Id="rId21" Type="http://schemas.openxmlformats.org/officeDocument/2006/relationships/slideLayout" Target="../slideLayouts/slideLayout140.xml"/><Relationship Id="rId34" Type="http://schemas.openxmlformats.org/officeDocument/2006/relationships/slideLayout" Target="../slideLayouts/slideLayout153.xml"/><Relationship Id="rId42" Type="http://schemas.openxmlformats.org/officeDocument/2006/relationships/slideLayout" Target="../slideLayouts/slideLayout161.xml"/><Relationship Id="rId47" Type="http://schemas.openxmlformats.org/officeDocument/2006/relationships/slideLayout" Target="../slideLayouts/slideLayout166.xml"/><Relationship Id="rId7" Type="http://schemas.openxmlformats.org/officeDocument/2006/relationships/slideLayout" Target="../slideLayouts/slideLayout12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9" Type="http://schemas.openxmlformats.org/officeDocument/2006/relationships/slideLayout" Target="../slideLayouts/slideLayout148.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slideLayout" Target="../slideLayouts/slideLayout151.xml"/><Relationship Id="rId37" Type="http://schemas.openxmlformats.org/officeDocument/2006/relationships/slideLayout" Target="../slideLayouts/slideLayout156.xml"/><Relationship Id="rId40" Type="http://schemas.openxmlformats.org/officeDocument/2006/relationships/slideLayout" Target="../slideLayouts/slideLayout159.xml"/><Relationship Id="rId45" Type="http://schemas.openxmlformats.org/officeDocument/2006/relationships/slideLayout" Target="../slideLayouts/slideLayout164.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36" Type="http://schemas.openxmlformats.org/officeDocument/2006/relationships/slideLayout" Target="../slideLayouts/slideLayout155.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slideLayout" Target="../slideLayouts/slideLayout150.xml"/><Relationship Id="rId44" Type="http://schemas.openxmlformats.org/officeDocument/2006/relationships/slideLayout" Target="../slideLayouts/slideLayout163.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slideLayout" Target="../slideLayouts/slideLayout149.xml"/><Relationship Id="rId35" Type="http://schemas.openxmlformats.org/officeDocument/2006/relationships/slideLayout" Target="../slideLayouts/slideLayout154.xml"/><Relationship Id="rId43" Type="http://schemas.openxmlformats.org/officeDocument/2006/relationships/slideLayout" Target="../slideLayouts/slideLayout162.xml"/><Relationship Id="rId48" Type="http://schemas.openxmlformats.org/officeDocument/2006/relationships/theme" Target="../theme/theme4.xml"/><Relationship Id="rId8" Type="http://schemas.openxmlformats.org/officeDocument/2006/relationships/slideLayout" Target="../slideLayouts/slideLayout127.xml"/><Relationship Id="rId3" Type="http://schemas.openxmlformats.org/officeDocument/2006/relationships/slideLayout" Target="../slideLayouts/slideLayout122.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slideLayout" Target="../slideLayouts/slideLayout152.xml"/><Relationship Id="rId38" Type="http://schemas.openxmlformats.org/officeDocument/2006/relationships/slideLayout" Target="../slideLayouts/slideLayout157.xml"/><Relationship Id="rId46" Type="http://schemas.openxmlformats.org/officeDocument/2006/relationships/slideLayout" Target="../slideLayouts/slideLayout165.xml"/><Relationship Id="rId20" Type="http://schemas.openxmlformats.org/officeDocument/2006/relationships/slideLayout" Target="../slideLayouts/slideLayout139.xml"/><Relationship Id="rId41" Type="http://schemas.openxmlformats.org/officeDocument/2006/relationships/slideLayout" Target="../slideLayouts/slideLayout160.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79.xml"/><Relationship Id="rId18" Type="http://schemas.openxmlformats.org/officeDocument/2006/relationships/slideLayout" Target="../slideLayouts/slideLayout184.xml"/><Relationship Id="rId26" Type="http://schemas.openxmlformats.org/officeDocument/2006/relationships/slideLayout" Target="../slideLayouts/slideLayout192.xml"/><Relationship Id="rId39" Type="http://schemas.openxmlformats.org/officeDocument/2006/relationships/theme" Target="../theme/theme5.xml"/><Relationship Id="rId21" Type="http://schemas.openxmlformats.org/officeDocument/2006/relationships/slideLayout" Target="../slideLayouts/slideLayout187.xml"/><Relationship Id="rId34" Type="http://schemas.openxmlformats.org/officeDocument/2006/relationships/slideLayout" Target="../slideLayouts/slideLayout200.xml"/><Relationship Id="rId7" Type="http://schemas.openxmlformats.org/officeDocument/2006/relationships/slideLayout" Target="../slideLayouts/slideLayout173.xml"/><Relationship Id="rId12" Type="http://schemas.openxmlformats.org/officeDocument/2006/relationships/slideLayout" Target="../slideLayouts/slideLayout178.xml"/><Relationship Id="rId17" Type="http://schemas.openxmlformats.org/officeDocument/2006/relationships/slideLayout" Target="../slideLayouts/slideLayout183.xml"/><Relationship Id="rId25" Type="http://schemas.openxmlformats.org/officeDocument/2006/relationships/slideLayout" Target="../slideLayouts/slideLayout191.xml"/><Relationship Id="rId33" Type="http://schemas.openxmlformats.org/officeDocument/2006/relationships/slideLayout" Target="../slideLayouts/slideLayout199.xml"/><Relationship Id="rId38" Type="http://schemas.openxmlformats.org/officeDocument/2006/relationships/slideLayout" Target="../slideLayouts/slideLayout204.xml"/><Relationship Id="rId2" Type="http://schemas.openxmlformats.org/officeDocument/2006/relationships/slideLayout" Target="../slideLayouts/slideLayout168.xml"/><Relationship Id="rId16" Type="http://schemas.openxmlformats.org/officeDocument/2006/relationships/slideLayout" Target="../slideLayouts/slideLayout182.xml"/><Relationship Id="rId20" Type="http://schemas.openxmlformats.org/officeDocument/2006/relationships/slideLayout" Target="../slideLayouts/slideLayout186.xml"/><Relationship Id="rId29" Type="http://schemas.openxmlformats.org/officeDocument/2006/relationships/slideLayout" Target="../slideLayouts/slideLayout195.xml"/><Relationship Id="rId1" Type="http://schemas.openxmlformats.org/officeDocument/2006/relationships/slideLayout" Target="../slideLayouts/slideLayout167.xml"/><Relationship Id="rId6" Type="http://schemas.openxmlformats.org/officeDocument/2006/relationships/slideLayout" Target="../slideLayouts/slideLayout172.xml"/><Relationship Id="rId11" Type="http://schemas.openxmlformats.org/officeDocument/2006/relationships/slideLayout" Target="../slideLayouts/slideLayout177.xml"/><Relationship Id="rId24" Type="http://schemas.openxmlformats.org/officeDocument/2006/relationships/slideLayout" Target="../slideLayouts/slideLayout190.xml"/><Relationship Id="rId32" Type="http://schemas.openxmlformats.org/officeDocument/2006/relationships/slideLayout" Target="../slideLayouts/slideLayout198.xml"/><Relationship Id="rId37" Type="http://schemas.openxmlformats.org/officeDocument/2006/relationships/slideLayout" Target="../slideLayouts/slideLayout203.xml"/><Relationship Id="rId5" Type="http://schemas.openxmlformats.org/officeDocument/2006/relationships/slideLayout" Target="../slideLayouts/slideLayout171.xml"/><Relationship Id="rId15" Type="http://schemas.openxmlformats.org/officeDocument/2006/relationships/slideLayout" Target="../slideLayouts/slideLayout181.xml"/><Relationship Id="rId23" Type="http://schemas.openxmlformats.org/officeDocument/2006/relationships/slideLayout" Target="../slideLayouts/slideLayout189.xml"/><Relationship Id="rId28" Type="http://schemas.openxmlformats.org/officeDocument/2006/relationships/slideLayout" Target="../slideLayouts/slideLayout194.xml"/><Relationship Id="rId36" Type="http://schemas.openxmlformats.org/officeDocument/2006/relationships/slideLayout" Target="../slideLayouts/slideLayout202.xml"/><Relationship Id="rId10" Type="http://schemas.openxmlformats.org/officeDocument/2006/relationships/slideLayout" Target="../slideLayouts/slideLayout176.xml"/><Relationship Id="rId19" Type="http://schemas.openxmlformats.org/officeDocument/2006/relationships/slideLayout" Target="../slideLayouts/slideLayout185.xml"/><Relationship Id="rId31" Type="http://schemas.openxmlformats.org/officeDocument/2006/relationships/slideLayout" Target="../slideLayouts/slideLayout197.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14" Type="http://schemas.openxmlformats.org/officeDocument/2006/relationships/slideLayout" Target="../slideLayouts/slideLayout180.xml"/><Relationship Id="rId22" Type="http://schemas.openxmlformats.org/officeDocument/2006/relationships/slideLayout" Target="../slideLayouts/slideLayout188.xml"/><Relationship Id="rId27" Type="http://schemas.openxmlformats.org/officeDocument/2006/relationships/slideLayout" Target="../slideLayouts/slideLayout193.xml"/><Relationship Id="rId30" Type="http://schemas.openxmlformats.org/officeDocument/2006/relationships/slideLayout" Target="../slideLayouts/slideLayout196.xml"/><Relationship Id="rId35" Type="http://schemas.openxmlformats.org/officeDocument/2006/relationships/slideLayout" Target="../slideLayouts/slideLayout201.xml"/><Relationship Id="rId8" Type="http://schemas.openxmlformats.org/officeDocument/2006/relationships/slideLayout" Target="../slideLayouts/slideLayout174.xml"/><Relationship Id="rId3" Type="http://schemas.openxmlformats.org/officeDocument/2006/relationships/slideLayout" Target="../slideLayouts/slideLayout1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B1AEBBE9-7819-42B5-853F-E12595220F02}"/>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marR="0" algn="l">
              <a:lnSpc>
                <a:spcPct val="90000"/>
              </a:lnSpc>
              <a:spcBef>
                <a:spcPts val="0"/>
              </a:spcBef>
              <a:spcAft>
                <a:spcPts val="0"/>
              </a:spcAft>
              <a:buClr>
                <a:schemeClr val="dk2"/>
              </a:buClr>
              <a:buSzPts val="2400"/>
              <a:buFont typeface="Montserrat"/>
              <a:buNone/>
              <a:defRPr sz="2400" b="1" i="0" u="none" cap="none">
                <a:solidFill>
                  <a:schemeClr val="dk2"/>
                </a:solidFill>
                <a:latin typeface="Montserrat"/>
                <a:ea typeface="Montserrat"/>
                <a:cs typeface="Montserrat"/>
              </a:defRPr>
            </a:lvl1pPr>
            <a:lvl2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2pPr>
            <a:lvl3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3pPr>
            <a:lvl4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4pPr>
            <a:lvl5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5pPr>
            <a:lvl6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6pPr>
            <a:lvl7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7pPr>
            <a:lvl8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8pPr>
            <a:lvl9pPr marR="0" algn="l">
              <a:lnSpc>
                <a:spcPct val="100000"/>
              </a:lnSpc>
              <a:spcBef>
                <a:spcPts val="0"/>
              </a:spcBef>
              <a:spcAft>
                <a:spcPts val="0"/>
              </a:spcAft>
              <a:buClr>
                <a:srgbClr val="000000"/>
              </a:buClr>
              <a:buSzPts val="2400"/>
              <a:buFont typeface="Montserrat"/>
              <a:buNone/>
              <a:defRPr sz="2400" b="1" i="0" u="none" cap="none">
                <a:solidFill>
                  <a:srgbClr val="000000"/>
                </a:solidFill>
                <a:latin typeface="Montserrat"/>
                <a:ea typeface="Montserrat"/>
                <a:cs typeface="Montserrat"/>
              </a:defRPr>
            </a:lvl9pPr>
          </a:lstStyle>
          <a:p>
            <a:endParaRPr/>
          </a:p>
        </p:txBody>
      </p:sp>
      <p:sp>
        <p:nvSpPr>
          <p:cNvPr id="7" name="Google Shape;7;p1">
            <a:extLst>
              <a:ext uri="{FF2B5EF4-FFF2-40B4-BE49-F238E27FC236}">
                <a16:creationId xmlns:a16="http://schemas.microsoft.com/office/drawing/2014/main" id="{A2E7CD78-6E51-418A-AD4F-F864A5FBE497}"/>
              </a:ext>
            </a:extLst>
          </p:cNvPr>
          <p:cNvSpPr>
            <a:spLocks noGrp="1"/>
          </p:cNvSpPr>
          <p:nvPr>
            <p:ph type="body" idx="1"/>
          </p:nvPr>
        </p:nvSpPr>
        <p:spPr>
          <a:xfrm>
            <a:off x="342900" y="987670"/>
            <a:ext cx="8458200" cy="3497400"/>
          </a:xfrm>
          <a:prstGeom prst="rect">
            <a:avLst/>
          </a:prstGeom>
          <a:noFill/>
          <a:ln>
            <a:noFill/>
          </a:ln>
        </p:spPr>
        <p:txBody>
          <a:bodyPr spcFirstLastPara="1" wrap="square" lIns="0" tIns="45700" rIns="91425" bIns="45700" anchor="t">
            <a:noAutofit/>
          </a:bodyPr>
          <a:lstStyle>
            <a:lvl1pPr marL="457200" marR="0" indent="-317500" algn="l">
              <a:lnSpc>
                <a:spcPct val="100000"/>
              </a:lnSpc>
              <a:spcBef>
                <a:spcPts val="8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1pPr>
            <a:lvl2pPr marL="914400" marR="0" indent="-228600" algn="l">
              <a:lnSpc>
                <a:spcPct val="100000"/>
              </a:lnSpc>
              <a:spcBef>
                <a:spcPts val="400"/>
              </a:spcBef>
              <a:spcAft>
                <a:spcPts val="0"/>
              </a:spcAft>
              <a:buClr>
                <a:schemeClr val="dk1"/>
              </a:buClr>
              <a:buSzPts val="1400"/>
              <a:buFont typeface="Montserrat"/>
              <a:buNone/>
              <a:defRPr sz="1400" b="0" i="0" u="none" cap="none">
                <a:solidFill>
                  <a:schemeClr val="dk1"/>
                </a:solidFill>
                <a:latin typeface="Montserrat"/>
                <a:ea typeface="Montserrat"/>
                <a:cs typeface="Montserrat"/>
              </a:defRPr>
            </a:lvl2pPr>
            <a:lvl3pPr marL="13716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3pPr>
            <a:lvl4pPr marL="18288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4pPr>
            <a:lvl5pPr marL="22860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5pPr>
            <a:lvl6pPr marL="27432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6pPr>
            <a:lvl7pPr marL="32004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7pPr>
            <a:lvl8pPr marL="36576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8pPr>
            <a:lvl9pPr marL="4114800" marR="0" indent="-317500" algn="l">
              <a:lnSpc>
                <a:spcPct val="100000"/>
              </a:lnSpc>
              <a:spcBef>
                <a:spcPts val="400"/>
              </a:spcBef>
              <a:spcAft>
                <a:spcPts val="0"/>
              </a:spcAft>
              <a:buClr>
                <a:schemeClr val="dk1"/>
              </a:buClr>
              <a:buSzPts val="1400"/>
              <a:buFont typeface="Montserrat"/>
              <a:buChar char="•"/>
              <a:defRPr sz="1400" b="0" i="0" u="none" cap="none">
                <a:solidFill>
                  <a:schemeClr val="dk1"/>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216">
          <p15:clr>
            <a:srgbClr val="F26B43"/>
          </p15:clr>
        </p15:guide>
        <p15:guide id="2" orient="horz" pos="198">
          <p15:clr>
            <a:srgbClr val="F26B43"/>
          </p15:clr>
        </p15:guide>
        <p15:guide id="3" pos="5544">
          <p15:clr>
            <a:srgbClr val="F26B43"/>
          </p15:clr>
        </p15:guide>
        <p15:guide id="4" orient="horz" pos="302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19" name="Google Shape;199;p48"/>
          <p:cNvCxnSpPr/>
          <p:nvPr/>
        </p:nvCxnSpPr>
        <p:spPr>
          <a:xfrm>
            <a:off x="8335800" y="457200"/>
            <a:ext cx="476400" cy="0"/>
          </a:xfrm>
          <a:prstGeom prst="straightConnector1">
            <a:avLst/>
          </a:prstGeom>
          <a:ln w="9525" cap="flat">
            <a:solidFill>
              <a:schemeClr val="lt2"/>
            </a:solidFill>
            <a:prstDash val="solid"/>
            <a:round/>
            <a:headEnd type="none" w="sm" len="sm"/>
            <a:tailEnd type="none" w="sm" len="sm"/>
          </a:ln>
        </p:spPr>
      </p:cxnSp>
      <p:pic>
        <p:nvPicPr>
          <p:cNvPr id="220" name="Google Shape;200;p48"/>
          <p:cNvPicPr>
            <a:picLocks noChangeAspect="1"/>
          </p:cNvPicPr>
          <p:nvPr/>
        </p:nvPicPr>
        <p:blipFill rotWithShape="1">
          <a:blip r:embed="rId62">
            <a:alphaModFix/>
          </a:blip>
          <a:srcRect/>
          <a:stretch/>
        </p:blipFill>
        <p:spPr>
          <a:xfrm>
            <a:off x="365751" y="210450"/>
            <a:ext cx="919181" cy="174550"/>
          </a:xfrm>
          <a:prstGeom prst="rect">
            <a:avLst/>
          </a:prstGeom>
          <a:ln>
            <a:noFill/>
          </a:ln>
        </p:spPr>
      </p:pic>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 id="2147483734" r:id="rId38"/>
    <p:sldLayoutId id="2147483735" r:id="rId39"/>
    <p:sldLayoutId id="2147483736" r:id="rId40"/>
    <p:sldLayoutId id="2147483737" r:id="rId41"/>
    <p:sldLayoutId id="2147483738" r:id="rId42"/>
    <p:sldLayoutId id="2147483739" r:id="rId43"/>
    <p:sldLayoutId id="2147483740" r:id="rId44"/>
    <p:sldLayoutId id="2147483741" r:id="rId45"/>
    <p:sldLayoutId id="2147483742" r:id="rId46"/>
    <p:sldLayoutId id="2147483743" r:id="rId47"/>
    <p:sldLayoutId id="2147483744" r:id="rId48"/>
    <p:sldLayoutId id="2147483745" r:id="rId49"/>
    <p:sldLayoutId id="2147483746" r:id="rId50"/>
    <p:sldLayoutId id="2147483747" r:id="rId51"/>
    <p:sldLayoutId id="2147483748" r:id="rId52"/>
    <p:sldLayoutId id="2147483749" r:id="rId53"/>
    <p:sldLayoutId id="2147483750" r:id="rId54"/>
    <p:sldLayoutId id="2147483751" r:id="rId55"/>
    <p:sldLayoutId id="2147483752" r:id="rId56"/>
    <p:sldLayoutId id="2147483753" r:id="rId57"/>
    <p:sldLayoutId id="2147483754" r:id="rId58"/>
    <p:sldLayoutId id="2147483755" r:id="rId59"/>
    <p:sldLayoutId id="2147483756" r:id="rId60"/>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1" name="Google Shape;591;p109">
            <a:extLst>
              <a:ext uri="{FF2B5EF4-FFF2-40B4-BE49-F238E27FC236}">
                <a16:creationId xmlns:a16="http://schemas.microsoft.com/office/drawing/2014/main" id="{F7404794-DC0E-4191-AC26-683751B8DBFB}"/>
              </a:ext>
            </a:extLst>
          </p:cNvPr>
          <p:cNvSpPr>
            <a:spLocks noGrp="1"/>
          </p:cNvSpPr>
          <p:nvPr/>
        </p:nvSpPr>
        <p:spPr>
          <a:xfrm>
            <a:off x="0" y="4629150"/>
            <a:ext cx="9143700" cy="514200"/>
          </a:xfrm>
          <a:prstGeom prst="rect">
            <a:avLst/>
          </a:prstGeom>
          <a:solidFill>
            <a:srgbClr val="FFFFFF"/>
          </a:solidFill>
          <a:ln>
            <a:noFill/>
          </a:ln>
        </p:spPr>
        <p:txBody>
          <a:bodyPr spcFirstLastPara="1" wrap="square" lIns="68575" tIns="68575" rIns="68575" bIns="68575" anchor="ctr">
            <a:noAutofit/>
          </a:bodyPr>
          <a:lstStyle/>
          <a:p>
            <a:pPr marL="0" lvl="0" indent="0" algn="l">
              <a:spcBef>
                <a:spcPts val="0"/>
              </a:spcBef>
              <a:spcAft>
                <a:spcPts val="0"/>
              </a:spcAft>
              <a:buNone/>
            </a:pPr>
            <a:endParaRPr/>
          </a:p>
        </p:txBody>
      </p:sp>
      <p:sp>
        <p:nvSpPr>
          <p:cNvPr id="592" name="Google Shape;592;p109">
            <a:extLst>
              <a:ext uri="{FF2B5EF4-FFF2-40B4-BE49-F238E27FC236}">
                <a16:creationId xmlns:a16="http://schemas.microsoft.com/office/drawing/2014/main" id="{65A3C8B1-94C2-429B-A9BE-CE8CBA18BF87}"/>
              </a:ext>
            </a:extLst>
          </p:cNvPr>
          <p:cNvSpPr>
            <a:spLocks noGrp="1"/>
          </p:cNvSpPr>
          <p:nvPr/>
        </p:nvSpPr>
        <p:spPr>
          <a:xfrm rot="10800000">
            <a:off x="8641080" y="4823280"/>
            <a:ext cx="270" cy="136890"/>
          </a:xfrm>
          <a:custGeom>
            <a:avLst/>
            <a:gdLst/>
            <a:ahLst/>
            <a:cxnLst/>
            <a:rect l="l" t="t" r="r" b="b"/>
            <a:pathLst>
              <a:path w="21600" h="21600">
                <a:moveTo>
                  <a:pt x="0" y="0"/>
                </a:moveTo>
                <a:lnTo>
                  <a:pt x="21600" y="21600"/>
                </a:lnTo>
              </a:path>
            </a:pathLst>
          </a:custGeom>
          <a:noFill/>
          <a:ln w="12600" cmpd="sng">
            <a:solidFill>
              <a:srgbClr val="7C7C7C"/>
            </a:solidFill>
            <a:prstDash val="solid"/>
            <a:headEnd type="none" w="sm" len="sm"/>
            <a:tailEnd type="none" w="sm" len="sm"/>
          </a:ln>
        </p:spPr>
        <p:txBody>
          <a:bodyPr/>
          <a:lstStyle/>
          <a:p>
            <a:endParaRPr lang="en-US"/>
          </a:p>
        </p:txBody>
      </p:sp>
      <p:sp>
        <p:nvSpPr>
          <p:cNvPr id="594" name="Google Shape;594;p109">
            <a:extLst>
              <a:ext uri="{FF2B5EF4-FFF2-40B4-BE49-F238E27FC236}">
                <a16:creationId xmlns:a16="http://schemas.microsoft.com/office/drawing/2014/main" id="{2A7E2250-AD6F-4691-8181-07B4B3F1616E}"/>
              </a:ext>
            </a:extLst>
          </p:cNvPr>
          <p:cNvSpPr>
            <a:spLocks noGrp="1"/>
          </p:cNvSpPr>
          <p:nvPr/>
        </p:nvSpPr>
        <p:spPr>
          <a:xfrm>
            <a:off x="0" y="0"/>
            <a:ext cx="9143700" cy="961800"/>
          </a:xfrm>
          <a:prstGeom prst="rect">
            <a:avLst/>
          </a:prstGeom>
          <a:solidFill>
            <a:srgbClr val="FFFFFF"/>
          </a:solidFill>
          <a:ln>
            <a:noFill/>
          </a:ln>
        </p:spPr>
        <p:txBody>
          <a:bodyPr spcFirstLastPara="1" wrap="square" lIns="68575" tIns="68575" rIns="68575" bIns="68575" anchor="ctr">
            <a:noAutofit/>
          </a:bodyPr>
          <a:lstStyle/>
          <a:p>
            <a:pPr marL="0" lvl="0" indent="0" algn="l">
              <a:spcBef>
                <a:spcPts val="0"/>
              </a:spcBef>
              <a:spcAft>
                <a:spcPts val="0"/>
              </a:spcAft>
              <a:buNone/>
            </a:pPr>
            <a:endParaRPr/>
          </a:p>
        </p:txBody>
      </p:sp>
      <p:sp>
        <p:nvSpPr>
          <p:cNvPr id="595" name="Google Shape;595;p109">
            <a:extLst>
              <a:ext uri="{FF2B5EF4-FFF2-40B4-BE49-F238E27FC236}">
                <a16:creationId xmlns:a16="http://schemas.microsoft.com/office/drawing/2014/main" id="{A94B3985-3B56-49FA-BE6A-BFD9DFFF8EB1}"/>
              </a:ext>
            </a:extLst>
          </p:cNvPr>
          <p:cNvSpPr>
            <a:spLocks noGrp="1"/>
          </p:cNvSpPr>
          <p:nvPr/>
        </p:nvSpPr>
        <p:spPr>
          <a:xfrm>
            <a:off x="0" y="0"/>
            <a:ext cx="9143700" cy="961800"/>
          </a:xfrm>
          <a:prstGeom prst="rect">
            <a:avLst/>
          </a:prstGeom>
          <a:solidFill>
            <a:srgbClr val="FFFFFF"/>
          </a:solidFill>
          <a:ln>
            <a:noFill/>
          </a:ln>
        </p:spPr>
        <p:txBody>
          <a:bodyPr spcFirstLastPara="1" wrap="square" lIns="68575" tIns="68575" rIns="68575" bIns="68575" anchor="ctr">
            <a:noAutofit/>
          </a:bodyPr>
          <a:lstStyle/>
          <a:p>
            <a:pPr marL="0" lvl="0" indent="0" algn="l">
              <a:spcBef>
                <a:spcPts val="0"/>
              </a:spcBef>
              <a:spcAft>
                <a:spcPts val="0"/>
              </a:spcAft>
              <a:buNone/>
            </a:pPr>
            <a:endParaRPr/>
          </a:p>
        </p:txBody>
      </p:sp>
      <p:sp>
        <p:nvSpPr>
          <p:cNvPr id="596" name="Google Shape;596;p109">
            <a:extLst>
              <a:ext uri="{FF2B5EF4-FFF2-40B4-BE49-F238E27FC236}">
                <a16:creationId xmlns:a16="http://schemas.microsoft.com/office/drawing/2014/main" id="{55043A15-6FCC-4D52-80E1-0ABEE54CBB66}"/>
              </a:ext>
            </a:extLst>
          </p:cNvPr>
          <p:cNvSpPr>
            <a:spLocks noGrp="1"/>
          </p:cNvSpPr>
          <p:nvPr>
            <p:ph type="title"/>
          </p:nvPr>
        </p:nvSpPr>
        <p:spPr>
          <a:xfrm>
            <a:off x="457110" y="205200"/>
            <a:ext cx="8229300" cy="858600"/>
          </a:xfrm>
          <a:prstGeom prst="rect">
            <a:avLst/>
          </a:prstGeom>
          <a:noFill/>
          <a:ln>
            <a:noFill/>
          </a:ln>
        </p:spPr>
        <p:txBody>
          <a:bodyPr spcFirstLastPara="1" wrap="square" lIns="0" tIns="0" rIns="0" bIns="0" anchor="ctr">
            <a:noAutofit/>
          </a:bodyPr>
          <a:lstStyle>
            <a:lvl1pPr marR="0" algn="l">
              <a:spcBef>
                <a:spcPts val="0"/>
              </a:spcBef>
              <a:spcAft>
                <a:spcPts val="0"/>
              </a:spcAft>
              <a:buSzPts val="1100"/>
              <a:buNone/>
              <a:defRPr sz="1400" b="0" i="0" u="none" cap="none"/>
            </a:lvl1pPr>
            <a:lvl2pPr marR="0" algn="l">
              <a:spcBef>
                <a:spcPts val="0"/>
              </a:spcBef>
              <a:spcAft>
                <a:spcPts val="0"/>
              </a:spcAft>
              <a:buSzPts val="1100"/>
              <a:buNone/>
              <a:defRPr sz="1400" b="0" i="0" u="none" cap="none"/>
            </a:lvl2pPr>
            <a:lvl3pPr marR="0" algn="l">
              <a:spcBef>
                <a:spcPts val="0"/>
              </a:spcBef>
              <a:spcAft>
                <a:spcPts val="0"/>
              </a:spcAft>
              <a:buSzPts val="1100"/>
              <a:buNone/>
              <a:defRPr sz="1400" b="0" i="0" u="none" cap="none"/>
            </a:lvl3pPr>
            <a:lvl4pPr marR="0" algn="l">
              <a:spcBef>
                <a:spcPts val="0"/>
              </a:spcBef>
              <a:spcAft>
                <a:spcPts val="0"/>
              </a:spcAft>
              <a:buSzPts val="1100"/>
              <a:buNone/>
              <a:defRPr sz="1400" b="0" i="0" u="none" cap="none"/>
            </a:lvl4pPr>
            <a:lvl5pPr marR="0" algn="l">
              <a:spcBef>
                <a:spcPts val="0"/>
              </a:spcBef>
              <a:spcAft>
                <a:spcPts val="0"/>
              </a:spcAft>
              <a:buSzPts val="1100"/>
              <a:buNone/>
              <a:defRPr sz="1400" b="0" i="0" u="none" cap="none"/>
            </a:lvl5pPr>
            <a:lvl6pPr marR="0" algn="l">
              <a:spcBef>
                <a:spcPts val="0"/>
              </a:spcBef>
              <a:spcAft>
                <a:spcPts val="0"/>
              </a:spcAft>
              <a:buSzPts val="1100"/>
              <a:buNone/>
              <a:defRPr sz="1400" b="0" i="0" u="none" cap="none"/>
            </a:lvl6pPr>
            <a:lvl7pPr marR="0" algn="l">
              <a:spcBef>
                <a:spcPts val="0"/>
              </a:spcBef>
              <a:spcAft>
                <a:spcPts val="0"/>
              </a:spcAft>
              <a:buSzPts val="1100"/>
              <a:buNone/>
              <a:defRPr sz="1400" b="0" i="0" u="none" cap="none"/>
            </a:lvl7pPr>
            <a:lvl8pPr marR="0" algn="l">
              <a:spcBef>
                <a:spcPts val="0"/>
              </a:spcBef>
              <a:spcAft>
                <a:spcPts val="0"/>
              </a:spcAft>
              <a:buSzPts val="1100"/>
              <a:buNone/>
              <a:defRPr sz="1400" b="0" i="0" u="none" cap="none"/>
            </a:lvl8pPr>
            <a:lvl9pPr marR="0" algn="l">
              <a:spcBef>
                <a:spcPts val="0"/>
              </a:spcBef>
              <a:spcAft>
                <a:spcPts val="0"/>
              </a:spcAft>
              <a:buSzPts val="1100"/>
              <a:buNone/>
              <a:defRPr sz="1400" b="0" i="0" u="none" cap="none"/>
            </a:lvl9pPr>
          </a:lstStyle>
          <a:p>
            <a:endParaRPr/>
          </a:p>
        </p:txBody>
      </p:sp>
      <p:sp>
        <p:nvSpPr>
          <p:cNvPr id="597" name="Google Shape;597;p109">
            <a:extLst>
              <a:ext uri="{FF2B5EF4-FFF2-40B4-BE49-F238E27FC236}">
                <a16:creationId xmlns:a16="http://schemas.microsoft.com/office/drawing/2014/main" id="{FAF9AF2B-19E7-48C8-9B11-3420C1E12E30}"/>
              </a:ext>
            </a:extLst>
          </p:cNvPr>
          <p:cNvSpPr>
            <a:spLocks noGrp="1"/>
          </p:cNvSpPr>
          <p:nvPr>
            <p:ph type="body" idx="1"/>
          </p:nvPr>
        </p:nvSpPr>
        <p:spPr>
          <a:xfrm>
            <a:off x="457110" y="1203390"/>
            <a:ext cx="8229300" cy="2983200"/>
          </a:xfrm>
          <a:prstGeom prst="rect">
            <a:avLst/>
          </a:prstGeom>
          <a:noFill/>
          <a:ln>
            <a:noFill/>
          </a:ln>
        </p:spPr>
        <p:txBody>
          <a:bodyPr spcFirstLastPara="1" wrap="square" lIns="0" tIns="0" rIns="0" bIns="0" anchor="t">
            <a:noAutofit/>
          </a:bodyPr>
          <a:lstStyle>
            <a:lvl1pPr marL="457200" marR="0" indent="-228600" algn="l">
              <a:spcBef>
                <a:spcPts val="0"/>
              </a:spcBef>
              <a:spcAft>
                <a:spcPts val="0"/>
              </a:spcAft>
              <a:buSzPts val="1100"/>
              <a:buNone/>
              <a:defRPr sz="1400" b="0" i="0" u="none" cap="none"/>
            </a:lvl1pPr>
            <a:lvl2pPr marL="914400" marR="0" indent="-228600" algn="l">
              <a:spcBef>
                <a:spcPts val="0"/>
              </a:spcBef>
              <a:spcAft>
                <a:spcPts val="0"/>
              </a:spcAft>
              <a:buSzPts val="1100"/>
              <a:buNone/>
              <a:defRPr sz="1400" b="0" i="0" u="none" cap="none"/>
            </a:lvl2pPr>
            <a:lvl3pPr marL="1371600" marR="0" indent="-228600" algn="l">
              <a:spcBef>
                <a:spcPts val="0"/>
              </a:spcBef>
              <a:spcAft>
                <a:spcPts val="0"/>
              </a:spcAft>
              <a:buSzPts val="1100"/>
              <a:buNone/>
              <a:defRPr sz="1400" b="0" i="0" u="none" cap="none"/>
            </a:lvl3pPr>
            <a:lvl4pPr marL="1828800" marR="0" indent="-228600" algn="l">
              <a:spcBef>
                <a:spcPts val="0"/>
              </a:spcBef>
              <a:spcAft>
                <a:spcPts val="0"/>
              </a:spcAft>
              <a:buSzPts val="1100"/>
              <a:buNone/>
              <a:defRPr sz="1400" b="0" i="0" u="none" cap="none"/>
            </a:lvl4pPr>
            <a:lvl5pPr marL="2286000" marR="0" indent="-228600" algn="l">
              <a:spcBef>
                <a:spcPts val="0"/>
              </a:spcBef>
              <a:spcAft>
                <a:spcPts val="0"/>
              </a:spcAft>
              <a:buSzPts val="1100"/>
              <a:buNone/>
              <a:defRPr sz="1400" b="0" i="0" u="none" cap="none"/>
            </a:lvl5pPr>
            <a:lvl6pPr marL="2743200" marR="0" indent="-228600" algn="l">
              <a:spcBef>
                <a:spcPts val="0"/>
              </a:spcBef>
              <a:spcAft>
                <a:spcPts val="0"/>
              </a:spcAft>
              <a:buSzPts val="1100"/>
              <a:buNone/>
              <a:defRPr sz="1400" b="0" i="0" u="none" cap="none"/>
            </a:lvl6pPr>
            <a:lvl7pPr marL="3200400" marR="0" indent="-228600" algn="l">
              <a:spcBef>
                <a:spcPts val="0"/>
              </a:spcBef>
              <a:spcAft>
                <a:spcPts val="0"/>
              </a:spcAft>
              <a:buSzPts val="1100"/>
              <a:buNone/>
              <a:defRPr sz="1400" b="0" i="0" u="none" cap="none"/>
            </a:lvl7pPr>
            <a:lvl8pPr marL="3657600" marR="0" indent="-228600" algn="l">
              <a:spcBef>
                <a:spcPts val="0"/>
              </a:spcBef>
              <a:spcAft>
                <a:spcPts val="0"/>
              </a:spcAft>
              <a:buSzPts val="1100"/>
              <a:buNone/>
              <a:defRPr sz="1400" b="0" i="0" u="none" cap="none"/>
            </a:lvl8pPr>
            <a:lvl9pPr marL="4114800" marR="0" indent="-228600" algn="l">
              <a:spcBef>
                <a:spcPts val="0"/>
              </a:spcBef>
              <a:spcAft>
                <a:spcPts val="0"/>
              </a:spcAft>
              <a:buSzPts val="1100"/>
              <a:buNone/>
              <a:defRPr sz="1400" b="0" i="0" u="none" cap="none"/>
            </a:lvl9pPr>
          </a:lstStyle>
          <a:p>
            <a:endParaRPr/>
          </a:p>
        </p:txBody>
      </p:sp>
    </p:spTree>
  </p:cSld>
  <p:clrMap bg1="lt1" tx1="dk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47" name="Google Shape;647;p122">
            <a:extLst>
              <a:ext uri="{FF2B5EF4-FFF2-40B4-BE49-F238E27FC236}">
                <a16:creationId xmlns:a16="http://schemas.microsoft.com/office/drawing/2014/main" id="{74B7894C-347F-4A20-B646-572389E02C10}"/>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marR="0" algn="l">
              <a:lnSpc>
                <a:spcPct val="90000"/>
              </a:lnSpc>
              <a:spcBef>
                <a:spcPts val="0"/>
              </a:spcBef>
              <a:spcAft>
                <a:spcPts val="0"/>
              </a:spcAft>
              <a:buClr>
                <a:schemeClr val="dk2"/>
              </a:buClr>
              <a:buSzPts val="2400"/>
              <a:buFont typeface="Montserrat"/>
              <a:buNone/>
              <a:defRPr sz="2400" b="1" i="0" u="none" cap="none">
                <a:solidFill>
                  <a:schemeClr val="dk2"/>
                </a:solidFill>
                <a:latin typeface="Montserrat"/>
                <a:ea typeface="Montserrat"/>
                <a:cs typeface="Montserrat"/>
              </a:defRPr>
            </a:lvl1pPr>
            <a:lvl2pPr>
              <a:spcBef>
                <a:spcPts val="0"/>
              </a:spcBef>
              <a:spcAft>
                <a:spcPts val="0"/>
              </a:spcAft>
              <a:buSzPts val="2400"/>
              <a:buFont typeface="Montserrat"/>
              <a:buNone/>
              <a:defRPr sz="2400" b="1">
                <a:latin typeface="Montserrat"/>
                <a:ea typeface="Montserrat"/>
                <a:cs typeface="Montserrat"/>
              </a:defRPr>
            </a:lvl2pPr>
            <a:lvl3pPr>
              <a:spcBef>
                <a:spcPts val="0"/>
              </a:spcBef>
              <a:spcAft>
                <a:spcPts val="0"/>
              </a:spcAft>
              <a:buSzPts val="2400"/>
              <a:buFont typeface="Montserrat"/>
              <a:buNone/>
              <a:defRPr sz="2400" b="1">
                <a:latin typeface="Montserrat"/>
                <a:ea typeface="Montserrat"/>
                <a:cs typeface="Montserrat"/>
              </a:defRPr>
            </a:lvl3pPr>
            <a:lvl4pPr>
              <a:spcBef>
                <a:spcPts val="0"/>
              </a:spcBef>
              <a:spcAft>
                <a:spcPts val="0"/>
              </a:spcAft>
              <a:buSzPts val="2400"/>
              <a:buFont typeface="Montserrat"/>
              <a:buNone/>
              <a:defRPr sz="2400" b="1">
                <a:latin typeface="Montserrat"/>
                <a:ea typeface="Montserrat"/>
                <a:cs typeface="Montserrat"/>
              </a:defRPr>
            </a:lvl4pPr>
            <a:lvl5pPr>
              <a:spcBef>
                <a:spcPts val="0"/>
              </a:spcBef>
              <a:spcAft>
                <a:spcPts val="0"/>
              </a:spcAft>
              <a:buSzPts val="2400"/>
              <a:buFont typeface="Montserrat"/>
              <a:buNone/>
              <a:defRPr sz="2400" b="1">
                <a:latin typeface="Montserrat"/>
                <a:ea typeface="Montserrat"/>
                <a:cs typeface="Montserrat"/>
              </a:defRPr>
            </a:lvl5pPr>
            <a:lvl6pPr>
              <a:spcBef>
                <a:spcPts val="0"/>
              </a:spcBef>
              <a:spcAft>
                <a:spcPts val="0"/>
              </a:spcAft>
              <a:buSzPts val="2400"/>
              <a:buFont typeface="Montserrat"/>
              <a:buNone/>
              <a:defRPr sz="2400" b="1">
                <a:latin typeface="Montserrat"/>
                <a:ea typeface="Montserrat"/>
                <a:cs typeface="Montserrat"/>
              </a:defRPr>
            </a:lvl6pPr>
            <a:lvl7pPr>
              <a:spcBef>
                <a:spcPts val="0"/>
              </a:spcBef>
              <a:spcAft>
                <a:spcPts val="0"/>
              </a:spcAft>
              <a:buSzPts val="2400"/>
              <a:buFont typeface="Montserrat"/>
              <a:buNone/>
              <a:defRPr sz="2400" b="1">
                <a:latin typeface="Montserrat"/>
                <a:ea typeface="Montserrat"/>
                <a:cs typeface="Montserrat"/>
              </a:defRPr>
            </a:lvl7pPr>
            <a:lvl8pPr>
              <a:spcBef>
                <a:spcPts val="0"/>
              </a:spcBef>
              <a:spcAft>
                <a:spcPts val="0"/>
              </a:spcAft>
              <a:buSzPts val="2400"/>
              <a:buFont typeface="Montserrat"/>
              <a:buNone/>
              <a:defRPr sz="2400" b="1">
                <a:latin typeface="Montserrat"/>
                <a:ea typeface="Montserrat"/>
                <a:cs typeface="Montserrat"/>
              </a:defRPr>
            </a:lvl8pPr>
            <a:lvl9pPr>
              <a:spcBef>
                <a:spcPts val="0"/>
              </a:spcBef>
              <a:spcAft>
                <a:spcPts val="0"/>
              </a:spcAft>
              <a:buSzPts val="2400"/>
              <a:buFont typeface="Montserrat"/>
              <a:buNone/>
              <a:defRPr sz="2400" b="1">
                <a:latin typeface="Montserrat"/>
                <a:ea typeface="Montserrat"/>
                <a:cs typeface="Montserrat"/>
              </a:defRPr>
            </a:lvl9pPr>
          </a:lstStyle>
          <a:p>
            <a:endParaRPr/>
          </a:p>
        </p:txBody>
      </p:sp>
      <p:sp>
        <p:nvSpPr>
          <p:cNvPr id="648" name="Google Shape;648;p122">
            <a:extLst>
              <a:ext uri="{FF2B5EF4-FFF2-40B4-BE49-F238E27FC236}">
                <a16:creationId xmlns:a16="http://schemas.microsoft.com/office/drawing/2014/main" id="{160637BB-93D5-490D-8184-722F2E3F603F}"/>
              </a:ext>
            </a:extLst>
          </p:cNvPr>
          <p:cNvSpPr>
            <a:spLocks noGrp="1"/>
          </p:cNvSpPr>
          <p:nvPr>
            <p:ph type="body" idx="1"/>
          </p:nvPr>
        </p:nvSpPr>
        <p:spPr>
          <a:xfrm>
            <a:off x="342900" y="987670"/>
            <a:ext cx="8458200" cy="3497400"/>
          </a:xfrm>
          <a:prstGeom prst="rect">
            <a:avLst/>
          </a:prstGeom>
          <a:noFill/>
          <a:ln>
            <a:noFill/>
          </a:ln>
        </p:spPr>
        <p:txBody>
          <a:bodyPr spcFirstLastPara="1" wrap="square" lIns="0" tIns="45700" rIns="91425" bIns="45700" anchor="t">
            <a:noAutofit/>
          </a:bodyPr>
          <a:lstStyle>
            <a:lvl1pPr marL="457200" marR="0" indent="-317500">
              <a:lnSpc>
                <a:spcPct val="100000"/>
              </a:lnSpc>
              <a:spcBef>
                <a:spcPts val="750"/>
              </a:spcBef>
              <a:spcAft>
                <a:spcPts val="0"/>
              </a:spcAft>
              <a:buClr>
                <a:schemeClr val="dk1"/>
              </a:buClr>
              <a:buSzPts val="1400"/>
              <a:buFont typeface="Montserrat"/>
              <a:buChar char="•"/>
              <a:defRPr i="0" u="none" cap="none">
                <a:solidFill>
                  <a:schemeClr val="dk1"/>
                </a:solidFill>
                <a:latin typeface="Montserrat"/>
                <a:ea typeface="Montserrat"/>
                <a:cs typeface="Montserrat"/>
              </a:defRPr>
            </a:lvl1pPr>
            <a:lvl2pPr marL="914400" marR="0" indent="-228600">
              <a:lnSpc>
                <a:spcPct val="100000"/>
              </a:lnSpc>
              <a:spcBef>
                <a:spcPts val="375"/>
              </a:spcBef>
              <a:spcAft>
                <a:spcPts val="0"/>
              </a:spcAft>
              <a:buClr>
                <a:schemeClr val="dk1"/>
              </a:buClr>
              <a:buSzPts val="1400"/>
              <a:buFont typeface="Montserrat"/>
              <a:buNone/>
              <a:defRPr i="0" u="none" cap="none">
                <a:solidFill>
                  <a:schemeClr val="dk1"/>
                </a:solidFill>
                <a:latin typeface="Montserrat"/>
                <a:ea typeface="Montserrat"/>
                <a:cs typeface="Montserrat"/>
              </a:defRPr>
            </a:lvl2pPr>
            <a:lvl3pPr marL="13716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3pPr>
            <a:lvl4pPr marL="18288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4pPr>
            <a:lvl5pPr marL="22860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5pPr>
            <a:lvl6pPr marL="27432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6pPr>
            <a:lvl7pPr marL="32004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7pPr>
            <a:lvl8pPr marL="36576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8pPr>
            <a:lvl9pPr marL="41148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09" r:id="rId39"/>
    <p:sldLayoutId id="2147483810" r:id="rId40"/>
    <p:sldLayoutId id="2147483811" r:id="rId41"/>
    <p:sldLayoutId id="2147483812" r:id="rId42"/>
    <p:sldLayoutId id="2147483813" r:id="rId43"/>
    <p:sldLayoutId id="2147483814" r:id="rId44"/>
    <p:sldLayoutId id="2147483815" r:id="rId45"/>
    <p:sldLayoutId id="2147483816" r:id="rId46"/>
    <p:sldLayoutId id="2147483817" r:id="rId47"/>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216">
          <p15:clr>
            <a:srgbClr val="F26B43"/>
          </p15:clr>
        </p15:guide>
        <p15:guide id="2" orient="horz" pos="198">
          <p15:clr>
            <a:srgbClr val="F26B43"/>
          </p15:clr>
        </p15:guide>
        <p15:guide id="3" pos="5544">
          <p15:clr>
            <a:srgbClr val="F26B43"/>
          </p15:clr>
        </p15:guide>
        <p15:guide id="4" orient="horz" pos="302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69" name="Google Shape;869;p170">
            <a:extLst>
              <a:ext uri="{FF2B5EF4-FFF2-40B4-BE49-F238E27FC236}">
                <a16:creationId xmlns:a16="http://schemas.microsoft.com/office/drawing/2014/main" id="{0C067A7E-6695-4C1D-ADAE-FD9B86F85BDF}"/>
              </a:ext>
            </a:extLst>
          </p:cNvPr>
          <p:cNvSpPr>
            <a:spLocks noGrp="1"/>
          </p:cNvSpPr>
          <p:nvPr>
            <p:ph type="title"/>
          </p:nvPr>
        </p:nvSpPr>
        <p:spPr>
          <a:xfrm>
            <a:off x="342902" y="325538"/>
            <a:ext cx="7991100" cy="424800"/>
          </a:xfrm>
          <a:prstGeom prst="rect">
            <a:avLst/>
          </a:prstGeom>
          <a:noFill/>
          <a:ln>
            <a:noFill/>
          </a:ln>
        </p:spPr>
        <p:txBody>
          <a:bodyPr spcFirstLastPara="1" wrap="square" lIns="0" tIns="45700" rIns="91425" bIns="45700" anchor="t">
            <a:noAutofit/>
          </a:bodyPr>
          <a:lstStyle>
            <a:lvl1pPr marR="0" algn="l">
              <a:lnSpc>
                <a:spcPct val="90000"/>
              </a:lnSpc>
              <a:spcBef>
                <a:spcPts val="0"/>
              </a:spcBef>
              <a:spcAft>
                <a:spcPts val="0"/>
              </a:spcAft>
              <a:buClr>
                <a:schemeClr val="dk2"/>
              </a:buClr>
              <a:buSzPts val="2400"/>
              <a:buFont typeface="Montserrat"/>
              <a:buNone/>
              <a:defRPr sz="2400" b="1" i="0" u="none" cap="none">
                <a:solidFill>
                  <a:schemeClr val="dk2"/>
                </a:solidFill>
                <a:latin typeface="Montserrat"/>
                <a:ea typeface="Montserrat"/>
                <a:cs typeface="Montserrat"/>
              </a:defRPr>
            </a:lvl1pPr>
            <a:lvl2pPr>
              <a:spcBef>
                <a:spcPts val="0"/>
              </a:spcBef>
              <a:spcAft>
                <a:spcPts val="0"/>
              </a:spcAft>
              <a:buSzPts val="2400"/>
              <a:buFont typeface="Montserrat"/>
              <a:buNone/>
              <a:defRPr sz="2400" b="1">
                <a:latin typeface="Montserrat"/>
                <a:ea typeface="Montserrat"/>
                <a:cs typeface="Montserrat"/>
              </a:defRPr>
            </a:lvl2pPr>
            <a:lvl3pPr>
              <a:spcBef>
                <a:spcPts val="0"/>
              </a:spcBef>
              <a:spcAft>
                <a:spcPts val="0"/>
              </a:spcAft>
              <a:buSzPts val="2400"/>
              <a:buFont typeface="Montserrat"/>
              <a:buNone/>
              <a:defRPr sz="2400" b="1">
                <a:latin typeface="Montserrat"/>
                <a:ea typeface="Montserrat"/>
                <a:cs typeface="Montserrat"/>
              </a:defRPr>
            </a:lvl3pPr>
            <a:lvl4pPr>
              <a:spcBef>
                <a:spcPts val="0"/>
              </a:spcBef>
              <a:spcAft>
                <a:spcPts val="0"/>
              </a:spcAft>
              <a:buSzPts val="2400"/>
              <a:buFont typeface="Montserrat"/>
              <a:buNone/>
              <a:defRPr sz="2400" b="1">
                <a:latin typeface="Montserrat"/>
                <a:ea typeface="Montserrat"/>
                <a:cs typeface="Montserrat"/>
              </a:defRPr>
            </a:lvl4pPr>
            <a:lvl5pPr>
              <a:spcBef>
                <a:spcPts val="0"/>
              </a:spcBef>
              <a:spcAft>
                <a:spcPts val="0"/>
              </a:spcAft>
              <a:buSzPts val="2400"/>
              <a:buFont typeface="Montserrat"/>
              <a:buNone/>
              <a:defRPr sz="2400" b="1">
                <a:latin typeface="Montserrat"/>
                <a:ea typeface="Montserrat"/>
                <a:cs typeface="Montserrat"/>
              </a:defRPr>
            </a:lvl5pPr>
            <a:lvl6pPr>
              <a:spcBef>
                <a:spcPts val="0"/>
              </a:spcBef>
              <a:spcAft>
                <a:spcPts val="0"/>
              </a:spcAft>
              <a:buSzPts val="2400"/>
              <a:buFont typeface="Montserrat"/>
              <a:buNone/>
              <a:defRPr sz="2400" b="1">
                <a:latin typeface="Montserrat"/>
                <a:ea typeface="Montserrat"/>
                <a:cs typeface="Montserrat"/>
              </a:defRPr>
            </a:lvl6pPr>
            <a:lvl7pPr>
              <a:spcBef>
                <a:spcPts val="0"/>
              </a:spcBef>
              <a:spcAft>
                <a:spcPts val="0"/>
              </a:spcAft>
              <a:buSzPts val="2400"/>
              <a:buFont typeface="Montserrat"/>
              <a:buNone/>
              <a:defRPr sz="2400" b="1">
                <a:latin typeface="Montserrat"/>
                <a:ea typeface="Montserrat"/>
                <a:cs typeface="Montserrat"/>
              </a:defRPr>
            </a:lvl7pPr>
            <a:lvl8pPr>
              <a:spcBef>
                <a:spcPts val="0"/>
              </a:spcBef>
              <a:spcAft>
                <a:spcPts val="0"/>
              </a:spcAft>
              <a:buSzPts val="2400"/>
              <a:buFont typeface="Montserrat"/>
              <a:buNone/>
              <a:defRPr sz="2400" b="1">
                <a:latin typeface="Montserrat"/>
                <a:ea typeface="Montserrat"/>
                <a:cs typeface="Montserrat"/>
              </a:defRPr>
            </a:lvl8pPr>
            <a:lvl9pPr>
              <a:spcBef>
                <a:spcPts val="0"/>
              </a:spcBef>
              <a:spcAft>
                <a:spcPts val="0"/>
              </a:spcAft>
              <a:buSzPts val="2400"/>
              <a:buFont typeface="Montserrat"/>
              <a:buNone/>
              <a:defRPr sz="2400" b="1">
                <a:latin typeface="Montserrat"/>
                <a:ea typeface="Montserrat"/>
                <a:cs typeface="Montserrat"/>
              </a:defRPr>
            </a:lvl9pPr>
          </a:lstStyle>
          <a:p>
            <a:endParaRPr/>
          </a:p>
        </p:txBody>
      </p:sp>
      <p:sp>
        <p:nvSpPr>
          <p:cNvPr id="870" name="Google Shape;870;p170">
            <a:extLst>
              <a:ext uri="{FF2B5EF4-FFF2-40B4-BE49-F238E27FC236}">
                <a16:creationId xmlns:a16="http://schemas.microsoft.com/office/drawing/2014/main" id="{3783DBD9-CECC-4F8C-AFC1-3A0DFF9DD0D5}"/>
              </a:ext>
            </a:extLst>
          </p:cNvPr>
          <p:cNvSpPr>
            <a:spLocks noGrp="1"/>
          </p:cNvSpPr>
          <p:nvPr>
            <p:ph type="body" idx="1"/>
          </p:nvPr>
        </p:nvSpPr>
        <p:spPr>
          <a:xfrm>
            <a:off x="342900" y="987670"/>
            <a:ext cx="8458200" cy="3497400"/>
          </a:xfrm>
          <a:prstGeom prst="rect">
            <a:avLst/>
          </a:prstGeom>
          <a:noFill/>
          <a:ln>
            <a:noFill/>
          </a:ln>
        </p:spPr>
        <p:txBody>
          <a:bodyPr spcFirstLastPara="1" wrap="square" lIns="0" tIns="45700" rIns="91425" bIns="45700" anchor="t">
            <a:noAutofit/>
          </a:bodyPr>
          <a:lstStyle>
            <a:lvl1pPr marL="457200" marR="0" indent="-317500">
              <a:lnSpc>
                <a:spcPct val="100000"/>
              </a:lnSpc>
              <a:spcBef>
                <a:spcPts val="750"/>
              </a:spcBef>
              <a:spcAft>
                <a:spcPts val="0"/>
              </a:spcAft>
              <a:buClr>
                <a:schemeClr val="dk1"/>
              </a:buClr>
              <a:buSzPts val="1400"/>
              <a:buFont typeface="Montserrat"/>
              <a:buChar char="•"/>
              <a:defRPr i="0" u="none" cap="none">
                <a:solidFill>
                  <a:schemeClr val="dk1"/>
                </a:solidFill>
                <a:latin typeface="Montserrat"/>
                <a:ea typeface="Montserrat"/>
                <a:cs typeface="Montserrat"/>
              </a:defRPr>
            </a:lvl1pPr>
            <a:lvl2pPr marL="914400" marR="0" indent="-228600">
              <a:lnSpc>
                <a:spcPct val="100000"/>
              </a:lnSpc>
              <a:spcBef>
                <a:spcPts val="375"/>
              </a:spcBef>
              <a:spcAft>
                <a:spcPts val="0"/>
              </a:spcAft>
              <a:buClr>
                <a:schemeClr val="dk1"/>
              </a:buClr>
              <a:buSzPts val="1400"/>
              <a:buFont typeface="Montserrat"/>
              <a:buNone/>
              <a:defRPr i="0" u="none" cap="none">
                <a:solidFill>
                  <a:schemeClr val="dk1"/>
                </a:solidFill>
                <a:latin typeface="Montserrat"/>
                <a:ea typeface="Montserrat"/>
                <a:cs typeface="Montserrat"/>
              </a:defRPr>
            </a:lvl2pPr>
            <a:lvl3pPr marL="13716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3pPr>
            <a:lvl4pPr marL="18288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4pPr>
            <a:lvl5pPr marL="22860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5pPr>
            <a:lvl6pPr marL="27432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6pPr>
            <a:lvl7pPr marL="32004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7pPr>
            <a:lvl8pPr marL="36576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8pPr>
            <a:lvl9pPr marL="4114800" marR="0" indent="-317500">
              <a:lnSpc>
                <a:spcPct val="100000"/>
              </a:lnSpc>
              <a:spcBef>
                <a:spcPts val="375"/>
              </a:spcBef>
              <a:spcAft>
                <a:spcPts val="0"/>
              </a:spcAft>
              <a:buClr>
                <a:schemeClr val="dk1"/>
              </a:buClr>
              <a:buSzPts val="1400"/>
              <a:buFont typeface="Montserrat"/>
              <a:buChar char="•"/>
              <a:defRPr i="0" u="none" cap="none">
                <a:solidFill>
                  <a:schemeClr val="dk1"/>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 id="2147483835" r:id="rId17"/>
    <p:sldLayoutId id="2147483836" r:id="rId18"/>
    <p:sldLayoutId id="2147483837" r:id="rId19"/>
    <p:sldLayoutId id="2147483838" r:id="rId20"/>
    <p:sldLayoutId id="2147483839" r:id="rId21"/>
    <p:sldLayoutId id="2147483840" r:id="rId22"/>
    <p:sldLayoutId id="2147483841" r:id="rId23"/>
    <p:sldLayoutId id="2147483842" r:id="rId24"/>
    <p:sldLayoutId id="2147483843"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3" r:id="rId35"/>
    <p:sldLayoutId id="2147483854" r:id="rId36"/>
    <p:sldLayoutId id="2147483855" r:id="rId37"/>
    <p:sldLayoutId id="2147483856" r:id="rId38"/>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216">
          <p15:clr>
            <a:srgbClr val="F26B43"/>
          </p15:clr>
        </p15:guide>
        <p15:guide id="2" orient="horz" pos="198">
          <p15:clr>
            <a:srgbClr val="F26B43"/>
          </p15:clr>
        </p15:guide>
        <p15:guide id="3" pos="5544">
          <p15:clr>
            <a:srgbClr val="F26B43"/>
          </p15:clr>
        </p15:guide>
        <p15:guide id="4" orient="horz" pos="302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4.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4.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4.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4.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44.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44.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4.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44.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44.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1" name="Google Shape;1021;p209">
            <a:extLst>
              <a:ext uri="{FF2B5EF4-FFF2-40B4-BE49-F238E27FC236}">
                <a16:creationId xmlns:a16="http://schemas.microsoft.com/office/drawing/2014/main" id="{CC5524AA-6275-411F-9817-7B9B0ADA78DF}"/>
              </a:ext>
            </a:extLst>
          </p:cNvPr>
          <p:cNvSpPr>
            <a:spLocks noGrp="1"/>
          </p:cNvSpPr>
          <p:nvPr>
            <p:ph type="title"/>
          </p:nvPr>
        </p:nvSpPr>
        <p:spPr>
          <a:xfrm>
            <a:off x="590550" y="1952625"/>
            <a:ext cx="4953000" cy="8191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3150" b="1">
                <a:solidFill>
                  <a:srgbClr val="041E42"/>
                </a:solidFill>
                <a:latin typeface="Roboto"/>
                <a:ea typeface="Roboto"/>
                <a:cs typeface="Roboto"/>
              </a:defRPr>
            </a:pPr>
            <a:r>
              <a:rPr sz="3150" b="1">
                <a:solidFill>
                  <a:srgbClr val="041E42"/>
                </a:solidFill>
                <a:latin typeface="Roboto"/>
                <a:ea typeface="Roboto"/>
                <a:cs typeface="Roboto"/>
              </a:rPr>
              <a:t>Confluent Platform Services Basics</a:t>
            </a:r>
            <a:endParaRPr/>
          </a:p>
        </p:txBody>
      </p:sp>
      <p:sp>
        <p:nvSpPr>
          <p:cNvPr id="1022" name="title-orange-rail">
            <a:extLst>
              <a:ext uri="{FF2B5EF4-FFF2-40B4-BE49-F238E27FC236}">
                <a16:creationId xmlns:a16="http://schemas.microsoft.com/office/drawing/2014/main" id="{B51F9750-234B-47E8-A376-6612AE65E115}"/>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023" name="title-navy-panel">
            <a:extLst>
              <a:ext uri="{FF2B5EF4-FFF2-40B4-BE49-F238E27FC236}">
                <a16:creationId xmlns:a16="http://schemas.microsoft.com/office/drawing/2014/main" id="{239DFEB3-945B-4808-9416-040F2099A056}"/>
              </a:ext>
            </a:extLst>
          </p:cNvPr>
          <p:cNvSpPr>
            <a:spLocks noGrp="1"/>
          </p:cNvSpPr>
          <p:nvPr/>
        </p:nvSpPr>
        <p:spPr>
          <a:xfrm>
            <a:off x="6286500" y="0"/>
            <a:ext cx="2857500" cy="5143500"/>
          </a:xfrm>
          <a:prstGeom prst="rect">
            <a:avLst/>
          </a:prstGeom>
          <a:solidFill>
            <a:srgbClr val="041E42"/>
          </a:solidFill>
          <a:ln w="0">
            <a:solidFill>
              <a:srgbClr val="041E42"/>
            </a:solidFill>
            <a:prstDash val="solid"/>
          </a:ln>
        </p:spPr>
        <p:txBody>
          <a:bodyPr/>
          <a:lstStyle/>
          <a:p>
            <a:endParaRPr lang="en-US"/>
          </a:p>
        </p:txBody>
      </p:sp>
      <p:sp>
        <p:nvSpPr>
          <p:cNvPr id="1024" name="title-eyebrow">
            <a:extLst>
              <a:ext uri="{FF2B5EF4-FFF2-40B4-BE49-F238E27FC236}">
                <a16:creationId xmlns:a16="http://schemas.microsoft.com/office/drawing/2014/main" id="{F4F9BDED-5ACE-4A1D-89B6-9D7B183C88AD}"/>
              </a:ext>
            </a:extLst>
          </p:cNvPr>
          <p:cNvSpPr>
            <a:spLocks noGrp="1"/>
          </p:cNvSpPr>
          <p:nvPr/>
        </p:nvSpPr>
        <p:spPr>
          <a:xfrm>
            <a:off x="609600" y="1619250"/>
            <a:ext cx="2857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FOUNDATIONAL ALIGNMENT</a:t>
            </a:r>
          </a:p>
        </p:txBody>
      </p:sp>
      <p:sp>
        <p:nvSpPr>
          <p:cNvPr id="1025" name="title-subtitle">
            <a:extLst>
              <a:ext uri="{FF2B5EF4-FFF2-40B4-BE49-F238E27FC236}">
                <a16:creationId xmlns:a16="http://schemas.microsoft.com/office/drawing/2014/main" id="{AB2F7D18-C1F6-49B3-826E-791E731EC6DD}"/>
              </a:ext>
            </a:extLst>
          </p:cNvPr>
          <p:cNvSpPr>
            <a:spLocks noGrp="1"/>
          </p:cNvSpPr>
          <p:nvPr/>
        </p:nvSpPr>
        <p:spPr>
          <a:xfrm>
            <a:off x="609600" y="2857500"/>
            <a:ext cx="4953000" cy="381000"/>
          </a:xfrm>
          <a:prstGeom prst="rect">
            <a:avLst/>
          </a:prstGeom>
          <a:noFill/>
          <a:ln w="0">
            <a:noFill/>
            <a:prstDash val="solid"/>
          </a:ln>
        </p:spPr>
        <p:txBody>
          <a:bodyPr/>
          <a:lstStyle/>
          <a:p>
            <a:pPr>
              <a:buNone/>
              <a:defRPr sz="1350">
                <a:solidFill>
                  <a:srgbClr val="222222"/>
                </a:solidFill>
                <a:latin typeface="Roboto"/>
                <a:ea typeface="Roboto"/>
                <a:cs typeface="Roboto"/>
              </a:defRPr>
            </a:pPr>
            <a:r>
              <a:rPr sz="1350">
                <a:solidFill>
                  <a:srgbClr val="222222"/>
                </a:solidFill>
                <a:latin typeface="Roboto"/>
                <a:ea typeface="Roboto"/>
                <a:cs typeface="Roboto"/>
              </a:rPr>
              <a:t>A practical introduction for SVB / First Citizens Bank</a:t>
            </a:r>
          </a:p>
        </p:txBody>
      </p:sp>
      <p:pic>
        <p:nvPicPr>
          <p:cNvPr id="1034" name="Picture 1033"/>
          <p:cNvPicPr>
            <a:picLocks noChangeAspect="1"/>
          </p:cNvPicPr>
          <p:nvPr/>
        </p:nvPicPr>
        <p:blipFill>
          <a:blip r:embed="rId3"/>
          <a:stretch/>
        </p:blipFill>
        <p:spPr>
          <a:xfrm>
            <a:off x="183271" y="4848225"/>
            <a:ext cx="852659" cy="266700"/>
          </a:xfrm>
          <a:prstGeom prst="rect">
            <a:avLst/>
          </a:prstGeom>
        </p:spPr>
      </p:pic>
      <p:sp>
        <p:nvSpPr>
          <p:cNvPr id="1027" name="confidential-footer">
            <a:extLst>
              <a:ext uri="{FF2B5EF4-FFF2-40B4-BE49-F238E27FC236}">
                <a16:creationId xmlns:a16="http://schemas.microsoft.com/office/drawing/2014/main" id="{0D70BE29-7D42-4AA8-B3FF-421680B44F1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Tree>
    <p:extLst>
      <p:ext uri="{BB962C8B-B14F-4D97-AF65-F5344CB8AC3E}">
        <p14:creationId xmlns:p14="http://schemas.microsoft.com/office/powerpoint/2010/main" val="7030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What we should understand by the end</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sz="1730" b="0" i="0" u="none" cap="none" dirty="0">
                <a:solidFill>
                  <a:srgbClr val="3A3838"/>
                </a:solidFill>
                <a:latin typeface="Roboto"/>
                <a:ea typeface="Roboto"/>
                <a:cs typeface="Roboto"/>
              </a:rPr>
              <a:t>The purpose of each platform service</a:t>
            </a:r>
            <a:endParaRPr lang="en-US" sz="1730" b="0" i="0" u="none" cap="none" dirty="0">
              <a:solidFill>
                <a:srgbClr val="3A3838"/>
              </a:solidFill>
              <a:latin typeface="Roboto"/>
              <a:ea typeface="Roboto"/>
              <a:cs typeface="Roboto"/>
            </a:endParaRPr>
          </a:p>
          <a:p>
            <a:pPr marL="742950" lvl="1" indent="-285750">
              <a:lnSpc>
                <a:spcPct val="150000"/>
              </a:lnSpc>
              <a:spcBef>
                <a:spcPts val="0"/>
              </a:spcBef>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Kafka Broker</a:t>
            </a:r>
          </a:p>
          <a:p>
            <a:pPr marL="742950" lvl="1" indent="-285750">
              <a:lnSpc>
                <a:spcPct val="150000"/>
              </a:lnSpc>
              <a:spcBef>
                <a:spcPts val="0"/>
              </a:spcBef>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Schema Registry </a:t>
            </a:r>
          </a:p>
          <a:p>
            <a:pPr marL="742950" lvl="1" indent="-285750">
              <a:lnSpc>
                <a:spcPct val="150000"/>
              </a:lnSpc>
              <a:spcBef>
                <a:spcPts val="0"/>
              </a:spcBef>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Connect </a:t>
            </a:r>
          </a:p>
          <a:p>
            <a:pPr marL="742950" lvl="1" indent="-285750">
              <a:lnSpc>
                <a:spcPct val="150000"/>
              </a:lnSpc>
              <a:spcBef>
                <a:spcPts val="0"/>
              </a:spcBef>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Kafka REST Proxy</a:t>
            </a:r>
          </a:p>
          <a:p>
            <a:pPr marL="742950" lvl="1" indent="-285750">
              <a:lnSpc>
                <a:spcPct val="150000"/>
              </a:lnSpc>
              <a:spcBef>
                <a:spcPts val="0"/>
              </a:spcBef>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KSQLDB / Flink</a:t>
            </a:r>
            <a:endParaRPr sz="1730" dirty="0"/>
          </a:p>
          <a:p>
            <a:pPr marL="285750" marR="0" lvl="0" indent="-285750" algn="l">
              <a:lnSpc>
                <a:spcPct val="150000"/>
              </a:lnSpc>
              <a:spcBef>
                <a:spcPts val="60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sz="1730" b="0" i="0" u="none" cap="none" dirty="0">
                <a:solidFill>
                  <a:srgbClr val="3A3838"/>
                </a:solidFill>
                <a:latin typeface="Roboto"/>
                <a:ea typeface="Roboto"/>
                <a:cs typeface="Roboto"/>
              </a:rPr>
              <a:t>How the services work together</a:t>
            </a:r>
            <a:endParaRPr sz="1730" dirty="0"/>
          </a:p>
          <a:p>
            <a:pPr marL="285750" marR="0" lvl="0" indent="-285750" algn="l">
              <a:lnSpc>
                <a:spcPct val="150000"/>
              </a:lnSpc>
              <a:spcBef>
                <a:spcPts val="60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sz="1730" b="0" i="0" u="none" cap="none" dirty="0">
                <a:solidFill>
                  <a:srgbClr val="3A3838"/>
                </a:solidFill>
                <a:latin typeface="Roboto"/>
                <a:ea typeface="Roboto"/>
                <a:cs typeface="Roboto"/>
              </a:rPr>
              <a:t>Where each service fits in an enterprise solution</a:t>
            </a:r>
            <a:endParaRPr sz="1730"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One event can use several platform services</a:t>
            </a:r>
            <a:endParaRPr sz="3300" b="0" i="0" u="none" cap="none">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5" name="Picture 4">
            <a:extLst>
              <a:ext uri="{FF2B5EF4-FFF2-40B4-BE49-F238E27FC236}">
                <a16:creationId xmlns:a16="http://schemas.microsoft.com/office/drawing/2014/main" id="{3F9D8189-F857-D517-429A-259EE6D49D5B}"/>
              </a:ext>
            </a:extLst>
          </p:cNvPr>
          <p:cNvPicPr>
            <a:picLocks noChangeAspect="1"/>
          </p:cNvPicPr>
          <p:nvPr/>
        </p:nvPicPr>
        <p:blipFill>
          <a:blip r:embed="rId4"/>
          <a:stretch>
            <a:fillRect/>
          </a:stretch>
        </p:blipFill>
        <p:spPr>
          <a:xfrm>
            <a:off x="373828" y="522415"/>
            <a:ext cx="7772400" cy="4369651"/>
          </a:xfrm>
          <a:prstGeom prst="rect">
            <a:avLst/>
          </a:prstGeom>
        </p:spPr>
      </p:pic>
    </p:spTree>
    <p:extLst>
      <p:ext uri="{BB962C8B-B14F-4D97-AF65-F5344CB8AC3E}">
        <p14:creationId xmlns:p14="http://schemas.microsoft.com/office/powerpoint/2010/main" val="1168914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1178" name="Google Shape;1178;p218">
            <a:extLst>
              <a:ext uri="{FF2B5EF4-FFF2-40B4-BE49-F238E27FC236}">
                <a16:creationId xmlns:a16="http://schemas.microsoft.com/office/drawing/2014/main" id="{4DEDD146-A3B1-4785-A333-5091F68B5AD1}"/>
              </a:ext>
            </a:extLst>
          </p:cNvPr>
          <p:cNvSpPr>
            <a:spLocks noGrp="1"/>
          </p:cNvSpPr>
          <p:nvPr>
            <p:ph type="title"/>
          </p:nvPr>
        </p:nvSpPr>
        <p:spPr>
          <a:xfrm>
            <a:off x="552450" y="1971675"/>
            <a:ext cx="6191250" cy="5905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2850" b="1">
                <a:solidFill>
                  <a:srgbClr val="FFFFFF"/>
                </a:solidFill>
                <a:latin typeface="Roboto"/>
                <a:ea typeface="Roboto"/>
                <a:cs typeface="Roboto"/>
              </a:defRPr>
            </a:pPr>
            <a:r>
              <a:rPr sz="2850" b="1">
                <a:solidFill>
                  <a:srgbClr val="FFFFFF"/>
                </a:solidFill>
                <a:latin typeface="Roboto"/>
                <a:ea typeface="Roboto"/>
                <a:cs typeface="Roboto"/>
              </a:rPr>
              <a:t>Kafka Brokers</a:t>
            </a:r>
            <a:endParaRPr/>
          </a:p>
        </p:txBody>
      </p:sp>
      <p:sp>
        <p:nvSpPr>
          <p:cNvPr id="1179" name="divider-orange-rail">
            <a:extLst>
              <a:ext uri="{FF2B5EF4-FFF2-40B4-BE49-F238E27FC236}">
                <a16:creationId xmlns:a16="http://schemas.microsoft.com/office/drawing/2014/main" id="{99649611-61C3-4E8C-8606-96A3EBCB752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180" name="divider-accent-line">
            <a:extLst>
              <a:ext uri="{FF2B5EF4-FFF2-40B4-BE49-F238E27FC236}">
                <a16:creationId xmlns:a16="http://schemas.microsoft.com/office/drawing/2014/main" id="{6C5859CF-696B-4614-A02D-1ABFA15E435C}"/>
              </a:ext>
            </a:extLst>
          </p:cNvPr>
          <p:cNvSpPr>
            <a:spLocks noGrp="1"/>
          </p:cNvSpPr>
          <p:nvPr/>
        </p:nvSpPr>
        <p:spPr>
          <a:xfrm>
            <a:off x="552450" y="2667000"/>
            <a:ext cx="1428750" cy="38100"/>
          </a:xfrm>
          <a:prstGeom prst="rect">
            <a:avLst/>
          </a:prstGeom>
          <a:solidFill>
            <a:srgbClr val="BF5700"/>
          </a:solidFill>
          <a:ln w="0">
            <a:solidFill>
              <a:srgbClr val="BF5700"/>
            </a:solidFill>
            <a:prstDash val="solid"/>
          </a:ln>
        </p:spPr>
        <p:txBody>
          <a:bodyPr/>
          <a:lstStyle/>
          <a:p>
            <a:endParaRPr lang="en-US"/>
          </a:p>
        </p:txBody>
      </p:sp>
      <p:sp>
        <p:nvSpPr>
          <p:cNvPr id="1181" name="divider-eyebrow">
            <a:extLst>
              <a:ext uri="{FF2B5EF4-FFF2-40B4-BE49-F238E27FC236}">
                <a16:creationId xmlns:a16="http://schemas.microsoft.com/office/drawing/2014/main" id="{AE7EDFE2-0E86-4122-A3FC-25702110E791}"/>
              </a:ext>
            </a:extLst>
          </p:cNvPr>
          <p:cNvSpPr>
            <a:spLocks noGrp="1"/>
          </p:cNvSpPr>
          <p:nvPr/>
        </p:nvSpPr>
        <p:spPr>
          <a:xfrm>
            <a:off x="571500" y="1666875"/>
            <a:ext cx="1714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PLATFORM FOUNDATION</a:t>
            </a:r>
          </a:p>
        </p:txBody>
      </p:sp>
      <p:pic>
        <p:nvPicPr>
          <p:cNvPr id="1189" name="Picture 1188"/>
          <p:cNvPicPr>
            <a:picLocks noChangeAspect="1"/>
          </p:cNvPicPr>
          <p:nvPr/>
        </p:nvPicPr>
        <p:blipFill>
          <a:blip r:embed="rId3"/>
          <a:stretch/>
        </p:blipFill>
        <p:spPr>
          <a:xfrm>
            <a:off x="183271" y="4848225"/>
            <a:ext cx="852659" cy="266700"/>
          </a:xfrm>
          <a:prstGeom prst="rect">
            <a:avLst/>
          </a:prstGeom>
        </p:spPr>
      </p:pic>
      <p:sp>
        <p:nvSpPr>
          <p:cNvPr id="1183" name="confidential-footer">
            <a:extLst>
              <a:ext uri="{FF2B5EF4-FFF2-40B4-BE49-F238E27FC236}">
                <a16:creationId xmlns:a16="http://schemas.microsoft.com/office/drawing/2014/main" id="{DFC43709-7C9D-41CC-B3B4-FE8CA3A5260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1049933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Kafka is a durable distributed event log</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Events are appended to named topics</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Brokers persist and serve the records</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Consumers read at their own pace</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Retention allows replay without asking the producer</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6A72A81-3D64-8251-84D2-3F6B329342B0}"/>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DC9ABBDB-8BFB-A20C-E4DB-776A0AEDA6B3}"/>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Kafka </a:t>
            </a:r>
            <a:r>
              <a:rPr lang="en-US" sz="2250" b="1" dirty="0">
                <a:solidFill>
                  <a:srgbClr val="041E42"/>
                </a:solidFill>
                <a:latin typeface="Roboto"/>
                <a:ea typeface="Roboto"/>
                <a:cs typeface="Roboto"/>
              </a:rPr>
              <a:t> Broker and Listeners</a:t>
            </a:r>
            <a:endParaRPr sz="3300" b="0" i="0" u="none" cap="none" dirty="0">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91274DF7-80E4-A990-6371-2C9C52ADE992}"/>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FD7CEF3B-4676-3046-F1DA-798D9AF292BD}"/>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C0CBDF06-A742-C926-B02A-2A7ABD2FACC1}"/>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780EF341-FAE4-2B1F-509A-9C5747757D4B}"/>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009D708D-0FFA-5FD6-C918-CF91C06C1FCB}"/>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4" name="Picture 3">
            <a:extLst>
              <a:ext uri="{FF2B5EF4-FFF2-40B4-BE49-F238E27FC236}">
                <a16:creationId xmlns:a16="http://schemas.microsoft.com/office/drawing/2014/main" id="{3219496F-E871-906B-4CD6-DFC0A23375E5}"/>
              </a:ext>
            </a:extLst>
          </p:cNvPr>
          <p:cNvPicPr>
            <a:picLocks noChangeAspect="1"/>
          </p:cNvPicPr>
          <p:nvPr/>
        </p:nvPicPr>
        <p:blipFill>
          <a:blip r:embed="rId4"/>
          <a:stretch>
            <a:fillRect/>
          </a:stretch>
        </p:blipFill>
        <p:spPr>
          <a:xfrm>
            <a:off x="1521201" y="655656"/>
            <a:ext cx="6288853" cy="4192569"/>
          </a:xfrm>
          <a:prstGeom prst="rect">
            <a:avLst/>
          </a:prstGeom>
        </p:spPr>
      </p:pic>
    </p:spTree>
    <p:extLst>
      <p:ext uri="{BB962C8B-B14F-4D97-AF65-F5344CB8AC3E}">
        <p14:creationId xmlns:p14="http://schemas.microsoft.com/office/powerpoint/2010/main" val="3996061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543ACB-DCCA-6CE0-E247-FF183E76A6C5}"/>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C6FD9A0D-DB7D-FFC5-09EA-46A1798494D5}"/>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lang="en-US" sz="2250" b="1" dirty="0">
                <a:solidFill>
                  <a:srgbClr val="041E42"/>
                </a:solidFill>
                <a:latin typeface="Roboto"/>
                <a:ea typeface="Roboto"/>
                <a:cs typeface="Roboto"/>
              </a:rPr>
              <a:t>Confluent Platform Cluster Internal Network Communication</a:t>
            </a:r>
            <a:endParaRPr sz="3300" b="0" i="0" u="none" cap="none" dirty="0">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CD675CE1-DEF0-5202-992A-F45A09EC51C8}"/>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2A662D2B-08A4-93B5-6C8F-E3A186E22D55}"/>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70B4469B-326F-42F1-C0A7-1C59D2CDD815}"/>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160DBE4F-4B8D-1041-1124-92CFE953E4ED}"/>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2F117355-3C77-44FB-6474-460CEABEF29D}"/>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2" name="Picture 1">
            <a:extLst>
              <a:ext uri="{FF2B5EF4-FFF2-40B4-BE49-F238E27FC236}">
                <a16:creationId xmlns:a16="http://schemas.microsoft.com/office/drawing/2014/main" id="{624F93D8-CAA1-7F9A-AAA6-AD67EF1D2A77}"/>
              </a:ext>
            </a:extLst>
          </p:cNvPr>
          <p:cNvPicPr>
            <a:picLocks noChangeAspect="1"/>
          </p:cNvPicPr>
          <p:nvPr/>
        </p:nvPicPr>
        <p:blipFill>
          <a:blip r:embed="rId4"/>
          <a:stretch>
            <a:fillRect/>
          </a:stretch>
        </p:blipFill>
        <p:spPr>
          <a:xfrm>
            <a:off x="1258644" y="718532"/>
            <a:ext cx="5966124" cy="3977416"/>
          </a:xfrm>
          <a:prstGeom prst="rect">
            <a:avLst/>
          </a:prstGeom>
        </p:spPr>
      </p:pic>
    </p:spTree>
    <p:extLst>
      <p:ext uri="{BB962C8B-B14F-4D97-AF65-F5344CB8AC3E}">
        <p14:creationId xmlns:p14="http://schemas.microsoft.com/office/powerpoint/2010/main" val="1414008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Partitions provide scale; replicas provide resilience</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A topic is divided into partitions</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Ordering is guaranteed within a partition</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Each partition has a leader and replicas</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Replication protects availability when a broker fails</a:t>
            </a:r>
            <a:endParaRPr/>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brand-top-rule">
            <a:extLst>
              <a:ext uri="{FF2B5EF4-FFF2-40B4-BE49-F238E27FC236}">
                <a16:creationId xmlns:a16="http://schemas.microsoft.com/office/drawing/2014/main" id="{93AF2BD6-A253-49AA-9167-D9786C8CE3B2}"/>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2" name="slide-title">
            <a:extLst>
              <a:ext uri="{FF2B5EF4-FFF2-40B4-BE49-F238E27FC236}">
                <a16:creationId xmlns:a16="http://schemas.microsoft.com/office/drawing/2014/main" id="{E05418BE-FC8F-42E5-A577-E00D6B93FE0D}"/>
              </a:ext>
            </a:extLst>
          </p:cNvPr>
          <p:cNvSpPr>
            <a:spLocks noGrp="1"/>
          </p:cNvSpPr>
          <p:nvPr/>
        </p:nvSpPr>
        <p:spPr>
          <a:xfrm>
            <a:off x="266700" y="171450"/>
            <a:ext cx="6191250" cy="419100"/>
          </a:xfrm>
          <a:prstGeom prst="rect">
            <a:avLst/>
          </a:prstGeom>
          <a:noFill/>
          <a:ln w="0">
            <a:noFill/>
            <a:prstDash val="solid"/>
          </a:ln>
        </p:spPr>
        <p:txBody>
          <a:bodyPr/>
          <a:lstStyle/>
          <a:p>
            <a:pPr>
              <a:buNone/>
              <a:defRPr sz="2025" b="1">
                <a:solidFill>
                  <a:srgbClr val="041E42"/>
                </a:solidFill>
                <a:latin typeface="Roboto"/>
                <a:ea typeface="Roboto"/>
                <a:cs typeface="Roboto"/>
              </a:defRPr>
            </a:pPr>
            <a:r>
              <a:rPr sz="2025" b="1">
                <a:solidFill>
                  <a:srgbClr val="041E42"/>
                </a:solidFill>
                <a:latin typeface="Roboto"/>
                <a:ea typeface="Roboto"/>
                <a:cs typeface="Roboto"/>
              </a:rPr>
              <a:t>Kafka Broker Architecture</a:t>
            </a:r>
          </a:p>
        </p:txBody>
      </p:sp>
      <p:sp>
        <p:nvSpPr>
          <p:cNvPr id="3" name="slide-kicker">
            <a:extLst>
              <a:ext uri="{FF2B5EF4-FFF2-40B4-BE49-F238E27FC236}">
                <a16:creationId xmlns:a16="http://schemas.microsoft.com/office/drawing/2014/main" id="{C89BB49D-6CEF-4C86-892F-BBDBEDD58523}"/>
              </a:ext>
            </a:extLst>
          </p:cNvPr>
          <p:cNvSpPr>
            <a:spLocks noGrp="1"/>
          </p:cNvSpPr>
          <p:nvPr/>
        </p:nvSpPr>
        <p:spPr>
          <a:xfrm>
            <a:off x="285750" y="600075"/>
            <a:ext cx="7239000" cy="190500"/>
          </a:xfrm>
          <a:prstGeom prst="rect">
            <a:avLst/>
          </a:prstGeom>
          <a:noFill/>
          <a:ln w="0">
            <a:noFill/>
            <a:prstDash val="solid"/>
          </a:ln>
        </p:spPr>
        <p:txBody>
          <a:bodyPr/>
          <a:lstStyle/>
          <a:p>
            <a:pPr>
              <a:buNone/>
              <a:defRPr sz="675" b="1" spc="75">
                <a:solidFill>
                  <a:srgbClr val="BF5700"/>
                </a:solidFill>
                <a:latin typeface="Roboto"/>
                <a:ea typeface="Roboto"/>
                <a:cs typeface="Roboto"/>
              </a:defRPr>
            </a:pPr>
            <a:r>
              <a:rPr sz="675" b="1" spc="75">
                <a:solidFill>
                  <a:srgbClr val="BF5700"/>
                </a:solidFill>
                <a:latin typeface="Roboto"/>
                <a:ea typeface="Roboto"/>
                <a:cs typeface="Roboto"/>
              </a:rPr>
              <a:t>THREE-BROKER CLUSTER · PARTITION LEADERS · REPLICATION · CONSUMER GROUP</a:t>
            </a:r>
          </a:p>
        </p:txBody>
      </p:sp>
      <p:sp>
        <p:nvSpPr>
          <p:cNvPr id="4" name="footer-rule">
            <a:extLst>
              <a:ext uri="{FF2B5EF4-FFF2-40B4-BE49-F238E27FC236}">
                <a16:creationId xmlns:a16="http://schemas.microsoft.com/office/drawing/2014/main" id="{4155A19F-45D3-4962-B13B-F2A37C6FBB75}"/>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65" name="Picture 64"/>
          <p:cNvPicPr>
            <a:picLocks noChangeAspect="1"/>
          </p:cNvPicPr>
          <p:nvPr/>
        </p:nvPicPr>
        <p:blipFill>
          <a:blip r:embed="rId3"/>
          <a:stretch/>
        </p:blipFill>
        <p:spPr>
          <a:xfrm>
            <a:off x="183271" y="4848225"/>
            <a:ext cx="852659" cy="266700"/>
          </a:xfrm>
          <a:prstGeom prst="rect">
            <a:avLst/>
          </a:prstGeom>
        </p:spPr>
      </p:pic>
      <p:sp>
        <p:nvSpPr>
          <p:cNvPr id="6" name="confidential-footer">
            <a:extLst>
              <a:ext uri="{FF2B5EF4-FFF2-40B4-BE49-F238E27FC236}">
                <a16:creationId xmlns:a16="http://schemas.microsoft.com/office/drawing/2014/main" id="{EAFA20B1-A510-4183-8C39-F2C699C55EAC}"/>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7" name="slide-number">
            <a:extLst>
              <a:ext uri="{FF2B5EF4-FFF2-40B4-BE49-F238E27FC236}">
                <a16:creationId xmlns:a16="http://schemas.microsoft.com/office/drawing/2014/main" id="{4D5311D0-850B-4AB6-AA94-3315901D847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
        <p:nvSpPr>
          <p:cNvPr id="8" name="producer">
            <a:extLst>
              <a:ext uri="{FF2B5EF4-FFF2-40B4-BE49-F238E27FC236}">
                <a16:creationId xmlns:a16="http://schemas.microsoft.com/office/drawing/2014/main" id="{1F68C7D1-54CF-4512-8CEB-03EBBF5890B5}"/>
              </a:ext>
            </a:extLst>
          </p:cNvPr>
          <p:cNvSpPr>
            <a:spLocks noGrp="1"/>
          </p:cNvSpPr>
          <p:nvPr/>
        </p:nvSpPr>
        <p:spPr>
          <a:xfrm>
            <a:off x="190500" y="1943100"/>
            <a:ext cx="1285875" cy="609600"/>
          </a:xfrm>
          <a:prstGeom prst="roundRect">
            <a:avLst>
              <a:gd name="adj" fmla="val 12500"/>
            </a:avLst>
          </a:prstGeom>
          <a:solidFill>
            <a:srgbClr val="FFF3E8"/>
          </a:solidFill>
          <a:ln w="19050">
            <a:solidFill>
              <a:srgbClr val="BF5700"/>
            </a:solidFill>
            <a:prstDash val="solid"/>
          </a:ln>
        </p:spPr>
        <p:txBody>
          <a:bodyPr/>
          <a:lstStyle/>
          <a:p>
            <a:endParaRPr lang="en-US"/>
          </a:p>
        </p:txBody>
      </p:sp>
      <p:sp>
        <p:nvSpPr>
          <p:cNvPr id="9" name="producer-label">
            <a:extLst>
              <a:ext uri="{FF2B5EF4-FFF2-40B4-BE49-F238E27FC236}">
                <a16:creationId xmlns:a16="http://schemas.microsoft.com/office/drawing/2014/main" id="{28177648-E448-4CD7-B20A-E316DDF526CC}"/>
              </a:ext>
            </a:extLst>
          </p:cNvPr>
          <p:cNvSpPr>
            <a:spLocks noGrp="1"/>
          </p:cNvSpPr>
          <p:nvPr/>
        </p:nvSpPr>
        <p:spPr>
          <a:xfrm>
            <a:off x="304800" y="2076450"/>
            <a:ext cx="1057275" cy="209550"/>
          </a:xfrm>
          <a:prstGeom prst="rect">
            <a:avLst/>
          </a:prstGeom>
          <a:noFill/>
          <a:ln w="0">
            <a:noFill/>
            <a:prstDash val="solid"/>
          </a:ln>
        </p:spPr>
        <p:txBody>
          <a:bodyPr/>
          <a:lstStyle/>
          <a:p>
            <a:pPr algn="ctr">
              <a:buNone/>
              <a:defRPr sz="975" b="1">
                <a:solidFill>
                  <a:srgbClr val="041E42"/>
                </a:solidFill>
                <a:latin typeface="Roboto"/>
                <a:ea typeface="Roboto"/>
                <a:cs typeface="Roboto"/>
              </a:defRPr>
            </a:pPr>
            <a:r>
              <a:rPr sz="975" b="1">
                <a:solidFill>
                  <a:srgbClr val="041E42"/>
                </a:solidFill>
                <a:latin typeface="Roboto"/>
                <a:ea typeface="Roboto"/>
                <a:cs typeface="Roboto"/>
              </a:rPr>
              <a:t>PRODUCER</a:t>
            </a:r>
          </a:p>
        </p:txBody>
      </p:sp>
      <p:sp>
        <p:nvSpPr>
          <p:cNvPr id="10" name="producer-sub">
            <a:extLst>
              <a:ext uri="{FF2B5EF4-FFF2-40B4-BE49-F238E27FC236}">
                <a16:creationId xmlns:a16="http://schemas.microsoft.com/office/drawing/2014/main" id="{99C79083-0509-4553-9EA5-F071F64F61A8}"/>
              </a:ext>
            </a:extLst>
          </p:cNvPr>
          <p:cNvSpPr>
            <a:spLocks noGrp="1"/>
          </p:cNvSpPr>
          <p:nvPr/>
        </p:nvSpPr>
        <p:spPr>
          <a:xfrm>
            <a:off x="304800" y="2305050"/>
            <a:ext cx="1057275" cy="152400"/>
          </a:xfrm>
          <a:prstGeom prst="rect">
            <a:avLst/>
          </a:prstGeom>
          <a:noFill/>
          <a:ln w="0">
            <a:noFill/>
            <a:prstDash val="solid"/>
          </a:ln>
        </p:spPr>
        <p:txBody>
          <a:bodyPr/>
          <a:lstStyle/>
          <a:p>
            <a:pPr algn="ctr">
              <a:buNone/>
              <a:defRPr sz="675">
                <a:solidFill>
                  <a:srgbClr val="667085"/>
                </a:solidFill>
                <a:latin typeface="Roboto"/>
                <a:ea typeface="Roboto"/>
                <a:cs typeface="Roboto"/>
              </a:defRPr>
            </a:pPr>
            <a:r>
              <a:rPr sz="675">
                <a:solidFill>
                  <a:srgbClr val="667085"/>
                </a:solidFill>
                <a:latin typeface="Roboto"/>
                <a:ea typeface="Roboto"/>
                <a:cs typeface="Roboto"/>
              </a:rPr>
              <a:t>writes records</a:t>
            </a:r>
          </a:p>
        </p:txBody>
      </p:sp>
      <p:sp>
        <p:nvSpPr>
          <p:cNvPr id="11" name="consumer-group">
            <a:extLst>
              <a:ext uri="{FF2B5EF4-FFF2-40B4-BE49-F238E27FC236}">
                <a16:creationId xmlns:a16="http://schemas.microsoft.com/office/drawing/2014/main" id="{6B027F52-9741-4FF0-AA64-F9DC9450E21B}"/>
              </a:ext>
            </a:extLst>
          </p:cNvPr>
          <p:cNvSpPr>
            <a:spLocks noGrp="1"/>
          </p:cNvSpPr>
          <p:nvPr/>
        </p:nvSpPr>
        <p:spPr>
          <a:xfrm>
            <a:off x="7524750" y="1447800"/>
            <a:ext cx="1381125" cy="1666875"/>
          </a:xfrm>
          <a:prstGeom prst="roundRect">
            <a:avLst>
              <a:gd name="adj" fmla="val 5517"/>
            </a:avLst>
          </a:prstGeom>
          <a:solidFill>
            <a:srgbClr val="F4F7FA"/>
          </a:solidFill>
          <a:ln w="19050">
            <a:solidFill>
              <a:srgbClr val="0D3367"/>
            </a:solidFill>
            <a:prstDash val="solid"/>
          </a:ln>
        </p:spPr>
        <p:txBody>
          <a:bodyPr/>
          <a:lstStyle/>
          <a:p>
            <a:endParaRPr lang="en-US"/>
          </a:p>
        </p:txBody>
      </p:sp>
      <p:sp>
        <p:nvSpPr>
          <p:cNvPr id="12" name="consumer-group-title">
            <a:extLst>
              <a:ext uri="{FF2B5EF4-FFF2-40B4-BE49-F238E27FC236}">
                <a16:creationId xmlns:a16="http://schemas.microsoft.com/office/drawing/2014/main" id="{FEBBDAED-F1B9-4C88-B0E5-2E9499BC8727}"/>
              </a:ext>
            </a:extLst>
          </p:cNvPr>
          <p:cNvSpPr>
            <a:spLocks noGrp="1"/>
          </p:cNvSpPr>
          <p:nvPr/>
        </p:nvSpPr>
        <p:spPr>
          <a:xfrm>
            <a:off x="7620000" y="1562100"/>
            <a:ext cx="1190625" cy="228600"/>
          </a:xfrm>
          <a:prstGeom prst="rect">
            <a:avLst/>
          </a:prstGeom>
          <a:noFill/>
          <a:ln w="0">
            <a:noFill/>
            <a:prstDash val="solid"/>
          </a:ln>
        </p:spPr>
        <p:txBody>
          <a:bodyPr/>
          <a:lstStyle/>
          <a:p>
            <a:pPr algn="ctr">
              <a:buNone/>
              <a:defRPr sz="975" b="1">
                <a:solidFill>
                  <a:srgbClr val="041E42"/>
                </a:solidFill>
                <a:latin typeface="Roboto"/>
                <a:ea typeface="Roboto"/>
                <a:cs typeface="Roboto"/>
              </a:defRPr>
            </a:pPr>
            <a:r>
              <a:rPr sz="975" b="1">
                <a:solidFill>
                  <a:srgbClr val="041E42"/>
                </a:solidFill>
                <a:latin typeface="Roboto"/>
                <a:ea typeface="Roboto"/>
                <a:cs typeface="Roboto"/>
              </a:rPr>
              <a:t>CONSUMER GROUP</a:t>
            </a:r>
          </a:p>
        </p:txBody>
      </p:sp>
      <p:sp>
        <p:nvSpPr>
          <p:cNvPr id="13" name="consumer-1">
            <a:extLst>
              <a:ext uri="{FF2B5EF4-FFF2-40B4-BE49-F238E27FC236}">
                <a16:creationId xmlns:a16="http://schemas.microsoft.com/office/drawing/2014/main" id="{35FBF223-63A6-4929-B53A-88B1035FBB59}"/>
              </a:ext>
            </a:extLst>
          </p:cNvPr>
          <p:cNvSpPr>
            <a:spLocks noGrp="1"/>
          </p:cNvSpPr>
          <p:nvPr/>
        </p:nvSpPr>
        <p:spPr>
          <a:xfrm>
            <a:off x="7743825" y="2000250"/>
            <a:ext cx="933450" cy="381000"/>
          </a:xfrm>
          <a:prstGeom prst="roundRect">
            <a:avLst>
              <a:gd name="adj" fmla="val 20000"/>
            </a:avLst>
          </a:prstGeom>
          <a:solidFill>
            <a:srgbClr val="FFFFFF"/>
          </a:solidFill>
          <a:ln w="9525">
            <a:solidFill>
              <a:srgbClr val="0D3367"/>
            </a:solidFill>
            <a:prstDash val="solid"/>
          </a:ln>
        </p:spPr>
        <p:txBody>
          <a:bodyPr/>
          <a:lstStyle/>
          <a:p>
            <a:endParaRPr lang="en-US"/>
          </a:p>
        </p:txBody>
      </p:sp>
      <p:sp>
        <p:nvSpPr>
          <p:cNvPr id="14" name="consumer-2">
            <a:extLst>
              <a:ext uri="{FF2B5EF4-FFF2-40B4-BE49-F238E27FC236}">
                <a16:creationId xmlns:a16="http://schemas.microsoft.com/office/drawing/2014/main" id="{32F9AEC5-1718-43B9-87FD-B8E540C66052}"/>
              </a:ext>
            </a:extLst>
          </p:cNvPr>
          <p:cNvSpPr>
            <a:spLocks noGrp="1"/>
          </p:cNvSpPr>
          <p:nvPr/>
        </p:nvSpPr>
        <p:spPr>
          <a:xfrm>
            <a:off x="7743825" y="2543175"/>
            <a:ext cx="933450" cy="381000"/>
          </a:xfrm>
          <a:prstGeom prst="roundRect">
            <a:avLst>
              <a:gd name="adj" fmla="val 20000"/>
            </a:avLst>
          </a:prstGeom>
          <a:solidFill>
            <a:srgbClr val="FFFFFF"/>
          </a:solidFill>
          <a:ln w="9525">
            <a:solidFill>
              <a:srgbClr val="0D3367"/>
            </a:solidFill>
            <a:prstDash val="solid"/>
          </a:ln>
        </p:spPr>
        <p:txBody>
          <a:bodyPr/>
          <a:lstStyle/>
          <a:p>
            <a:endParaRPr lang="en-US"/>
          </a:p>
        </p:txBody>
      </p:sp>
      <p:sp>
        <p:nvSpPr>
          <p:cNvPr id="15" name="consumer-1-label">
            <a:extLst>
              <a:ext uri="{FF2B5EF4-FFF2-40B4-BE49-F238E27FC236}">
                <a16:creationId xmlns:a16="http://schemas.microsoft.com/office/drawing/2014/main" id="{F94140A0-5332-4D82-B2F2-50DCAFBB797B}"/>
              </a:ext>
            </a:extLst>
          </p:cNvPr>
          <p:cNvSpPr>
            <a:spLocks noGrp="1"/>
          </p:cNvSpPr>
          <p:nvPr/>
        </p:nvSpPr>
        <p:spPr>
          <a:xfrm>
            <a:off x="7839075" y="2095500"/>
            <a:ext cx="742950" cy="17145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Consumer 1</a:t>
            </a:r>
          </a:p>
        </p:txBody>
      </p:sp>
      <p:sp>
        <p:nvSpPr>
          <p:cNvPr id="16" name="consumer-2-label">
            <a:extLst>
              <a:ext uri="{FF2B5EF4-FFF2-40B4-BE49-F238E27FC236}">
                <a16:creationId xmlns:a16="http://schemas.microsoft.com/office/drawing/2014/main" id="{662BA424-A9FF-41D0-9F45-0E39C698824B}"/>
              </a:ext>
            </a:extLst>
          </p:cNvPr>
          <p:cNvSpPr>
            <a:spLocks noGrp="1"/>
          </p:cNvSpPr>
          <p:nvPr/>
        </p:nvSpPr>
        <p:spPr>
          <a:xfrm>
            <a:off x="7839075" y="2638425"/>
            <a:ext cx="742950" cy="17145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Consumer 2</a:t>
            </a:r>
          </a:p>
        </p:txBody>
      </p:sp>
      <p:sp>
        <p:nvSpPr>
          <p:cNvPr id="17" name="broker-1">
            <a:extLst>
              <a:ext uri="{FF2B5EF4-FFF2-40B4-BE49-F238E27FC236}">
                <a16:creationId xmlns:a16="http://schemas.microsoft.com/office/drawing/2014/main" id="{6B91E52E-45C7-45D7-895B-58A4AC5E45DA}"/>
              </a:ext>
            </a:extLst>
          </p:cNvPr>
          <p:cNvSpPr>
            <a:spLocks noGrp="1"/>
          </p:cNvSpPr>
          <p:nvPr/>
        </p:nvSpPr>
        <p:spPr>
          <a:xfrm>
            <a:off x="1762125" y="1066800"/>
            <a:ext cx="1524000" cy="2781300"/>
          </a:xfrm>
          <a:prstGeom prst="roundRect">
            <a:avLst>
              <a:gd name="adj" fmla="val 5000"/>
            </a:avLst>
          </a:prstGeom>
          <a:solidFill>
            <a:srgbClr val="F8FAFC"/>
          </a:solidFill>
          <a:ln w="19050">
            <a:solidFill>
              <a:srgbClr val="041E42"/>
            </a:solidFill>
            <a:prstDash val="solid"/>
          </a:ln>
        </p:spPr>
        <p:txBody>
          <a:bodyPr/>
          <a:lstStyle/>
          <a:p>
            <a:endParaRPr lang="en-US"/>
          </a:p>
        </p:txBody>
      </p:sp>
      <p:sp>
        <p:nvSpPr>
          <p:cNvPr id="18" name="broker-1-header">
            <a:extLst>
              <a:ext uri="{FF2B5EF4-FFF2-40B4-BE49-F238E27FC236}">
                <a16:creationId xmlns:a16="http://schemas.microsoft.com/office/drawing/2014/main" id="{33F31011-6131-4DAC-BD7D-313313EDF79E}"/>
              </a:ext>
            </a:extLst>
          </p:cNvPr>
          <p:cNvSpPr>
            <a:spLocks noGrp="1"/>
          </p:cNvSpPr>
          <p:nvPr/>
        </p:nvSpPr>
        <p:spPr>
          <a:xfrm>
            <a:off x="1762125" y="1066800"/>
            <a:ext cx="1524000" cy="400050"/>
          </a:xfrm>
          <a:prstGeom prst="rect">
            <a:avLst/>
          </a:prstGeom>
          <a:solidFill>
            <a:srgbClr val="041E42"/>
          </a:solidFill>
          <a:ln w="0">
            <a:solidFill>
              <a:srgbClr val="041E42"/>
            </a:solidFill>
            <a:prstDash val="solid"/>
          </a:ln>
        </p:spPr>
        <p:txBody>
          <a:bodyPr/>
          <a:lstStyle/>
          <a:p>
            <a:endParaRPr lang="en-US"/>
          </a:p>
        </p:txBody>
      </p:sp>
      <p:sp>
        <p:nvSpPr>
          <p:cNvPr id="19" name="broker-1-title">
            <a:extLst>
              <a:ext uri="{FF2B5EF4-FFF2-40B4-BE49-F238E27FC236}">
                <a16:creationId xmlns:a16="http://schemas.microsoft.com/office/drawing/2014/main" id="{22EE538A-EA92-4553-9779-ADD5AFB1253F}"/>
              </a:ext>
            </a:extLst>
          </p:cNvPr>
          <p:cNvSpPr>
            <a:spLocks noGrp="1"/>
          </p:cNvSpPr>
          <p:nvPr/>
        </p:nvSpPr>
        <p:spPr>
          <a:xfrm>
            <a:off x="1905000" y="1171575"/>
            <a:ext cx="1238250" cy="209550"/>
          </a:xfrm>
          <a:prstGeom prst="rect">
            <a:avLst/>
          </a:prstGeom>
          <a:noFill/>
          <a:ln w="0">
            <a:noFill/>
            <a:prstDash val="solid"/>
          </a:ln>
        </p:spPr>
        <p:txBody>
          <a:bodyPr/>
          <a:lstStyle/>
          <a:p>
            <a:pPr algn="ctr">
              <a:buNone/>
              <a:defRPr sz="1125" b="1">
                <a:solidFill>
                  <a:srgbClr val="FFFFFF"/>
                </a:solidFill>
                <a:latin typeface="Roboto"/>
                <a:ea typeface="Roboto"/>
                <a:cs typeface="Roboto"/>
              </a:defRPr>
            </a:pPr>
            <a:r>
              <a:rPr sz="1125" b="1">
                <a:solidFill>
                  <a:srgbClr val="FFFFFF"/>
                </a:solidFill>
                <a:latin typeface="Roboto"/>
                <a:ea typeface="Roboto"/>
                <a:cs typeface="Roboto"/>
              </a:rPr>
              <a:t>BROKER 1</a:t>
            </a:r>
          </a:p>
        </p:txBody>
      </p:sp>
      <p:sp>
        <p:nvSpPr>
          <p:cNvPr id="20" name="broker-1-p0">
            <a:extLst>
              <a:ext uri="{FF2B5EF4-FFF2-40B4-BE49-F238E27FC236}">
                <a16:creationId xmlns:a16="http://schemas.microsoft.com/office/drawing/2014/main" id="{226B479B-AD50-4D4D-9E62-9AB36A8FABA7}"/>
              </a:ext>
            </a:extLst>
          </p:cNvPr>
          <p:cNvSpPr>
            <a:spLocks noGrp="1"/>
          </p:cNvSpPr>
          <p:nvPr/>
        </p:nvSpPr>
        <p:spPr>
          <a:xfrm>
            <a:off x="1933575" y="1695450"/>
            <a:ext cx="1181100" cy="466725"/>
          </a:xfrm>
          <a:prstGeom prst="roundRect">
            <a:avLst>
              <a:gd name="adj" fmla="val 16327"/>
            </a:avLst>
          </a:prstGeom>
          <a:solidFill>
            <a:srgbClr val="0D3367"/>
          </a:solidFill>
          <a:ln w="9525">
            <a:solidFill>
              <a:srgbClr val="0D3367"/>
            </a:solidFill>
            <a:prstDash val="solid"/>
          </a:ln>
        </p:spPr>
        <p:txBody>
          <a:bodyPr/>
          <a:lstStyle/>
          <a:p>
            <a:endParaRPr lang="en-US"/>
          </a:p>
        </p:txBody>
      </p:sp>
      <p:sp>
        <p:nvSpPr>
          <p:cNvPr id="21" name="broker-1-p0-label">
            <a:extLst>
              <a:ext uri="{FF2B5EF4-FFF2-40B4-BE49-F238E27FC236}">
                <a16:creationId xmlns:a16="http://schemas.microsoft.com/office/drawing/2014/main" id="{F29AC581-3802-493B-9DD9-6F2205978A44}"/>
              </a:ext>
            </a:extLst>
          </p:cNvPr>
          <p:cNvSpPr>
            <a:spLocks noGrp="1"/>
          </p:cNvSpPr>
          <p:nvPr/>
        </p:nvSpPr>
        <p:spPr>
          <a:xfrm>
            <a:off x="2009775" y="1819275"/>
            <a:ext cx="1028700" cy="190500"/>
          </a:xfrm>
          <a:prstGeom prst="rect">
            <a:avLst/>
          </a:prstGeom>
          <a:noFill/>
          <a:ln w="0">
            <a:noFill/>
            <a:prstDash val="solid"/>
          </a:ln>
        </p:spPr>
        <p:txBody>
          <a:bodyPr/>
          <a:lstStyle/>
          <a:p>
            <a:pPr algn="ctr">
              <a:buNone/>
              <a:defRPr sz="825" b="1">
                <a:solidFill>
                  <a:srgbClr val="FFFFFF"/>
                </a:solidFill>
                <a:latin typeface="Roboto"/>
                <a:ea typeface="Roboto"/>
                <a:cs typeface="Roboto"/>
              </a:defRPr>
            </a:pPr>
            <a:r>
              <a:rPr sz="825" b="1">
                <a:solidFill>
                  <a:srgbClr val="FFFFFF"/>
                </a:solidFill>
                <a:latin typeface="Roboto"/>
                <a:ea typeface="Roboto"/>
                <a:cs typeface="Roboto"/>
              </a:rPr>
              <a:t>P0  LEADER</a:t>
            </a:r>
          </a:p>
        </p:txBody>
      </p:sp>
      <p:sp>
        <p:nvSpPr>
          <p:cNvPr id="22" name="broker-1-p1">
            <a:extLst>
              <a:ext uri="{FF2B5EF4-FFF2-40B4-BE49-F238E27FC236}">
                <a16:creationId xmlns:a16="http://schemas.microsoft.com/office/drawing/2014/main" id="{8052AEEF-A5BA-4FFB-A246-E90688CB4717}"/>
              </a:ext>
            </a:extLst>
          </p:cNvPr>
          <p:cNvSpPr>
            <a:spLocks noGrp="1"/>
          </p:cNvSpPr>
          <p:nvPr/>
        </p:nvSpPr>
        <p:spPr>
          <a:xfrm>
            <a:off x="1933575" y="2343150"/>
            <a:ext cx="1181100" cy="466725"/>
          </a:xfrm>
          <a:prstGeom prst="roundRect">
            <a:avLst>
              <a:gd name="adj" fmla="val 16327"/>
            </a:avLst>
          </a:prstGeom>
          <a:solidFill>
            <a:srgbClr val="A9D6E5"/>
          </a:solidFill>
          <a:ln w="9525">
            <a:solidFill>
              <a:srgbClr val="5A8FA5"/>
            </a:solidFill>
            <a:prstDash val="solid"/>
          </a:ln>
        </p:spPr>
        <p:txBody>
          <a:bodyPr/>
          <a:lstStyle/>
          <a:p>
            <a:endParaRPr lang="en-US"/>
          </a:p>
        </p:txBody>
      </p:sp>
      <p:sp>
        <p:nvSpPr>
          <p:cNvPr id="23" name="broker-1-p1-label">
            <a:extLst>
              <a:ext uri="{FF2B5EF4-FFF2-40B4-BE49-F238E27FC236}">
                <a16:creationId xmlns:a16="http://schemas.microsoft.com/office/drawing/2014/main" id="{3313DEBE-FB38-4C62-8AA4-30B4D7D1ABE4}"/>
              </a:ext>
            </a:extLst>
          </p:cNvPr>
          <p:cNvSpPr>
            <a:spLocks noGrp="1"/>
          </p:cNvSpPr>
          <p:nvPr/>
        </p:nvSpPr>
        <p:spPr>
          <a:xfrm>
            <a:off x="2009775" y="2466975"/>
            <a:ext cx="1028700" cy="19050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P1  REPLICA</a:t>
            </a:r>
          </a:p>
        </p:txBody>
      </p:sp>
      <p:sp>
        <p:nvSpPr>
          <p:cNvPr id="24" name="broker-1-p2">
            <a:extLst>
              <a:ext uri="{FF2B5EF4-FFF2-40B4-BE49-F238E27FC236}">
                <a16:creationId xmlns:a16="http://schemas.microsoft.com/office/drawing/2014/main" id="{6C3D2AF1-C995-4676-8D57-4229357E5152}"/>
              </a:ext>
            </a:extLst>
          </p:cNvPr>
          <p:cNvSpPr>
            <a:spLocks noGrp="1"/>
          </p:cNvSpPr>
          <p:nvPr/>
        </p:nvSpPr>
        <p:spPr>
          <a:xfrm>
            <a:off x="1933575" y="2990850"/>
            <a:ext cx="1181100" cy="466725"/>
          </a:xfrm>
          <a:prstGeom prst="roundRect">
            <a:avLst>
              <a:gd name="adj" fmla="val 16327"/>
            </a:avLst>
          </a:prstGeom>
          <a:solidFill>
            <a:srgbClr val="A9D6E5"/>
          </a:solidFill>
          <a:ln w="9525">
            <a:solidFill>
              <a:srgbClr val="5A8FA5"/>
            </a:solidFill>
            <a:prstDash val="solid"/>
          </a:ln>
        </p:spPr>
        <p:txBody>
          <a:bodyPr/>
          <a:lstStyle/>
          <a:p>
            <a:endParaRPr lang="en-US"/>
          </a:p>
        </p:txBody>
      </p:sp>
      <p:sp>
        <p:nvSpPr>
          <p:cNvPr id="25" name="broker-1-p2-label">
            <a:extLst>
              <a:ext uri="{FF2B5EF4-FFF2-40B4-BE49-F238E27FC236}">
                <a16:creationId xmlns:a16="http://schemas.microsoft.com/office/drawing/2014/main" id="{B29038FB-DCF1-4E90-A40A-3355E47B6EA6}"/>
              </a:ext>
            </a:extLst>
          </p:cNvPr>
          <p:cNvSpPr>
            <a:spLocks noGrp="1"/>
          </p:cNvSpPr>
          <p:nvPr/>
        </p:nvSpPr>
        <p:spPr>
          <a:xfrm>
            <a:off x="2009775" y="3114675"/>
            <a:ext cx="1028700" cy="19050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P2  REPLICA</a:t>
            </a:r>
          </a:p>
        </p:txBody>
      </p:sp>
      <p:sp>
        <p:nvSpPr>
          <p:cNvPr id="26" name="broker-2">
            <a:extLst>
              <a:ext uri="{FF2B5EF4-FFF2-40B4-BE49-F238E27FC236}">
                <a16:creationId xmlns:a16="http://schemas.microsoft.com/office/drawing/2014/main" id="{1AE39397-F0A8-4BDB-AD6B-0E41ADBDA866}"/>
              </a:ext>
            </a:extLst>
          </p:cNvPr>
          <p:cNvSpPr>
            <a:spLocks noGrp="1"/>
          </p:cNvSpPr>
          <p:nvPr/>
        </p:nvSpPr>
        <p:spPr>
          <a:xfrm>
            <a:off x="3667125" y="1066800"/>
            <a:ext cx="1524000" cy="2781300"/>
          </a:xfrm>
          <a:prstGeom prst="roundRect">
            <a:avLst>
              <a:gd name="adj" fmla="val 5000"/>
            </a:avLst>
          </a:prstGeom>
          <a:solidFill>
            <a:srgbClr val="F8FAFC"/>
          </a:solidFill>
          <a:ln w="19050">
            <a:solidFill>
              <a:srgbClr val="041E42"/>
            </a:solidFill>
            <a:prstDash val="solid"/>
          </a:ln>
        </p:spPr>
        <p:txBody>
          <a:bodyPr/>
          <a:lstStyle/>
          <a:p>
            <a:endParaRPr lang="en-US"/>
          </a:p>
        </p:txBody>
      </p:sp>
      <p:sp>
        <p:nvSpPr>
          <p:cNvPr id="27" name="broker-2-header">
            <a:extLst>
              <a:ext uri="{FF2B5EF4-FFF2-40B4-BE49-F238E27FC236}">
                <a16:creationId xmlns:a16="http://schemas.microsoft.com/office/drawing/2014/main" id="{49728650-FB0F-470D-B612-ECBBEF928F8C}"/>
              </a:ext>
            </a:extLst>
          </p:cNvPr>
          <p:cNvSpPr>
            <a:spLocks noGrp="1"/>
          </p:cNvSpPr>
          <p:nvPr/>
        </p:nvSpPr>
        <p:spPr>
          <a:xfrm>
            <a:off x="3667125" y="1066800"/>
            <a:ext cx="1524000" cy="400050"/>
          </a:xfrm>
          <a:prstGeom prst="rect">
            <a:avLst/>
          </a:prstGeom>
          <a:solidFill>
            <a:srgbClr val="041E42"/>
          </a:solidFill>
          <a:ln w="0">
            <a:solidFill>
              <a:srgbClr val="041E42"/>
            </a:solidFill>
            <a:prstDash val="solid"/>
          </a:ln>
        </p:spPr>
        <p:txBody>
          <a:bodyPr/>
          <a:lstStyle/>
          <a:p>
            <a:endParaRPr lang="en-US"/>
          </a:p>
        </p:txBody>
      </p:sp>
      <p:sp>
        <p:nvSpPr>
          <p:cNvPr id="28" name="broker-2-title">
            <a:extLst>
              <a:ext uri="{FF2B5EF4-FFF2-40B4-BE49-F238E27FC236}">
                <a16:creationId xmlns:a16="http://schemas.microsoft.com/office/drawing/2014/main" id="{38FB512D-7184-4770-8230-78D75B7A62FD}"/>
              </a:ext>
            </a:extLst>
          </p:cNvPr>
          <p:cNvSpPr>
            <a:spLocks noGrp="1"/>
          </p:cNvSpPr>
          <p:nvPr/>
        </p:nvSpPr>
        <p:spPr>
          <a:xfrm>
            <a:off x="3810000" y="1171575"/>
            <a:ext cx="1238250" cy="209550"/>
          </a:xfrm>
          <a:prstGeom prst="rect">
            <a:avLst/>
          </a:prstGeom>
          <a:noFill/>
          <a:ln w="0">
            <a:noFill/>
            <a:prstDash val="solid"/>
          </a:ln>
        </p:spPr>
        <p:txBody>
          <a:bodyPr/>
          <a:lstStyle/>
          <a:p>
            <a:pPr algn="ctr">
              <a:buNone/>
              <a:defRPr sz="1125" b="1">
                <a:solidFill>
                  <a:srgbClr val="FFFFFF"/>
                </a:solidFill>
                <a:latin typeface="Roboto"/>
                <a:ea typeface="Roboto"/>
                <a:cs typeface="Roboto"/>
              </a:defRPr>
            </a:pPr>
            <a:r>
              <a:rPr sz="1125" b="1">
                <a:solidFill>
                  <a:srgbClr val="FFFFFF"/>
                </a:solidFill>
                <a:latin typeface="Roboto"/>
                <a:ea typeface="Roboto"/>
                <a:cs typeface="Roboto"/>
              </a:rPr>
              <a:t>BROKER 2</a:t>
            </a:r>
          </a:p>
        </p:txBody>
      </p:sp>
      <p:sp>
        <p:nvSpPr>
          <p:cNvPr id="29" name="broker-2-p0">
            <a:extLst>
              <a:ext uri="{FF2B5EF4-FFF2-40B4-BE49-F238E27FC236}">
                <a16:creationId xmlns:a16="http://schemas.microsoft.com/office/drawing/2014/main" id="{E1E11E9B-2D19-4C5C-97AE-33821A6082FF}"/>
              </a:ext>
            </a:extLst>
          </p:cNvPr>
          <p:cNvSpPr>
            <a:spLocks noGrp="1"/>
          </p:cNvSpPr>
          <p:nvPr/>
        </p:nvSpPr>
        <p:spPr>
          <a:xfrm>
            <a:off x="3838575" y="1695450"/>
            <a:ext cx="1181100" cy="466725"/>
          </a:xfrm>
          <a:prstGeom prst="roundRect">
            <a:avLst>
              <a:gd name="adj" fmla="val 16327"/>
            </a:avLst>
          </a:prstGeom>
          <a:solidFill>
            <a:srgbClr val="A9D6E5"/>
          </a:solidFill>
          <a:ln w="9525">
            <a:solidFill>
              <a:srgbClr val="5A8FA5"/>
            </a:solidFill>
            <a:prstDash val="solid"/>
          </a:ln>
        </p:spPr>
        <p:txBody>
          <a:bodyPr/>
          <a:lstStyle/>
          <a:p>
            <a:endParaRPr lang="en-US"/>
          </a:p>
        </p:txBody>
      </p:sp>
      <p:sp>
        <p:nvSpPr>
          <p:cNvPr id="30" name="broker-2-p0-label">
            <a:extLst>
              <a:ext uri="{FF2B5EF4-FFF2-40B4-BE49-F238E27FC236}">
                <a16:creationId xmlns:a16="http://schemas.microsoft.com/office/drawing/2014/main" id="{5CC26EFA-B887-47C3-94F8-AA91757CDC2B}"/>
              </a:ext>
            </a:extLst>
          </p:cNvPr>
          <p:cNvSpPr>
            <a:spLocks noGrp="1"/>
          </p:cNvSpPr>
          <p:nvPr/>
        </p:nvSpPr>
        <p:spPr>
          <a:xfrm>
            <a:off x="3914775" y="1819275"/>
            <a:ext cx="1028700" cy="19050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P0  REPLICA</a:t>
            </a:r>
          </a:p>
        </p:txBody>
      </p:sp>
      <p:sp>
        <p:nvSpPr>
          <p:cNvPr id="31" name="broker-2-p1">
            <a:extLst>
              <a:ext uri="{FF2B5EF4-FFF2-40B4-BE49-F238E27FC236}">
                <a16:creationId xmlns:a16="http://schemas.microsoft.com/office/drawing/2014/main" id="{27E8B61A-DB1B-4D33-81C6-3C6ABFE1D7C5}"/>
              </a:ext>
            </a:extLst>
          </p:cNvPr>
          <p:cNvSpPr>
            <a:spLocks noGrp="1"/>
          </p:cNvSpPr>
          <p:nvPr/>
        </p:nvSpPr>
        <p:spPr>
          <a:xfrm>
            <a:off x="3838575" y="2343150"/>
            <a:ext cx="1181100" cy="466725"/>
          </a:xfrm>
          <a:prstGeom prst="roundRect">
            <a:avLst>
              <a:gd name="adj" fmla="val 16327"/>
            </a:avLst>
          </a:prstGeom>
          <a:solidFill>
            <a:srgbClr val="0D3367"/>
          </a:solidFill>
          <a:ln w="9525">
            <a:solidFill>
              <a:srgbClr val="0D3367"/>
            </a:solidFill>
            <a:prstDash val="solid"/>
          </a:ln>
        </p:spPr>
        <p:txBody>
          <a:bodyPr/>
          <a:lstStyle/>
          <a:p>
            <a:endParaRPr lang="en-US"/>
          </a:p>
        </p:txBody>
      </p:sp>
      <p:sp>
        <p:nvSpPr>
          <p:cNvPr id="32" name="broker-2-p1-label">
            <a:extLst>
              <a:ext uri="{FF2B5EF4-FFF2-40B4-BE49-F238E27FC236}">
                <a16:creationId xmlns:a16="http://schemas.microsoft.com/office/drawing/2014/main" id="{0575F9CD-F53E-4A0E-9333-C61BD8F6A2D7}"/>
              </a:ext>
            </a:extLst>
          </p:cNvPr>
          <p:cNvSpPr>
            <a:spLocks noGrp="1"/>
          </p:cNvSpPr>
          <p:nvPr/>
        </p:nvSpPr>
        <p:spPr>
          <a:xfrm>
            <a:off x="3914775" y="2466975"/>
            <a:ext cx="1028700" cy="190500"/>
          </a:xfrm>
          <a:prstGeom prst="rect">
            <a:avLst/>
          </a:prstGeom>
          <a:noFill/>
          <a:ln w="0">
            <a:noFill/>
            <a:prstDash val="solid"/>
          </a:ln>
        </p:spPr>
        <p:txBody>
          <a:bodyPr/>
          <a:lstStyle/>
          <a:p>
            <a:pPr algn="ctr">
              <a:buNone/>
              <a:defRPr sz="825" b="1">
                <a:solidFill>
                  <a:srgbClr val="FFFFFF"/>
                </a:solidFill>
                <a:latin typeface="Roboto"/>
                <a:ea typeface="Roboto"/>
                <a:cs typeface="Roboto"/>
              </a:defRPr>
            </a:pPr>
            <a:r>
              <a:rPr sz="825" b="1">
                <a:solidFill>
                  <a:srgbClr val="FFFFFF"/>
                </a:solidFill>
                <a:latin typeface="Roboto"/>
                <a:ea typeface="Roboto"/>
                <a:cs typeface="Roboto"/>
              </a:rPr>
              <a:t>P1  LEADER</a:t>
            </a:r>
          </a:p>
        </p:txBody>
      </p:sp>
      <p:sp>
        <p:nvSpPr>
          <p:cNvPr id="33" name="broker-2-p2">
            <a:extLst>
              <a:ext uri="{FF2B5EF4-FFF2-40B4-BE49-F238E27FC236}">
                <a16:creationId xmlns:a16="http://schemas.microsoft.com/office/drawing/2014/main" id="{339F00BE-7C36-415C-B8D0-FA1821685596}"/>
              </a:ext>
            </a:extLst>
          </p:cNvPr>
          <p:cNvSpPr>
            <a:spLocks noGrp="1"/>
          </p:cNvSpPr>
          <p:nvPr/>
        </p:nvSpPr>
        <p:spPr>
          <a:xfrm>
            <a:off x="3838575" y="2990850"/>
            <a:ext cx="1181100" cy="466725"/>
          </a:xfrm>
          <a:prstGeom prst="roundRect">
            <a:avLst>
              <a:gd name="adj" fmla="val 16327"/>
            </a:avLst>
          </a:prstGeom>
          <a:solidFill>
            <a:srgbClr val="A9D6E5"/>
          </a:solidFill>
          <a:ln w="9525">
            <a:solidFill>
              <a:srgbClr val="5A8FA5"/>
            </a:solidFill>
            <a:prstDash val="solid"/>
          </a:ln>
        </p:spPr>
        <p:txBody>
          <a:bodyPr/>
          <a:lstStyle/>
          <a:p>
            <a:endParaRPr lang="en-US"/>
          </a:p>
        </p:txBody>
      </p:sp>
      <p:sp>
        <p:nvSpPr>
          <p:cNvPr id="34" name="broker-2-p2-label">
            <a:extLst>
              <a:ext uri="{FF2B5EF4-FFF2-40B4-BE49-F238E27FC236}">
                <a16:creationId xmlns:a16="http://schemas.microsoft.com/office/drawing/2014/main" id="{18A8026F-3CE1-4259-9239-10BB40811817}"/>
              </a:ext>
            </a:extLst>
          </p:cNvPr>
          <p:cNvSpPr>
            <a:spLocks noGrp="1"/>
          </p:cNvSpPr>
          <p:nvPr/>
        </p:nvSpPr>
        <p:spPr>
          <a:xfrm>
            <a:off x="3914775" y="3114675"/>
            <a:ext cx="1028700" cy="19050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P2  REPLICA</a:t>
            </a:r>
          </a:p>
        </p:txBody>
      </p:sp>
      <p:sp>
        <p:nvSpPr>
          <p:cNvPr id="35" name="broker-3">
            <a:extLst>
              <a:ext uri="{FF2B5EF4-FFF2-40B4-BE49-F238E27FC236}">
                <a16:creationId xmlns:a16="http://schemas.microsoft.com/office/drawing/2014/main" id="{206A46DC-BE24-4320-8CD2-BC3A5A21733D}"/>
              </a:ext>
            </a:extLst>
          </p:cNvPr>
          <p:cNvSpPr>
            <a:spLocks noGrp="1"/>
          </p:cNvSpPr>
          <p:nvPr/>
        </p:nvSpPr>
        <p:spPr>
          <a:xfrm>
            <a:off x="5572125" y="1066800"/>
            <a:ext cx="1524000" cy="2781300"/>
          </a:xfrm>
          <a:prstGeom prst="roundRect">
            <a:avLst>
              <a:gd name="adj" fmla="val 5000"/>
            </a:avLst>
          </a:prstGeom>
          <a:solidFill>
            <a:srgbClr val="F8FAFC"/>
          </a:solidFill>
          <a:ln w="19050">
            <a:solidFill>
              <a:srgbClr val="041E42"/>
            </a:solidFill>
            <a:prstDash val="solid"/>
          </a:ln>
        </p:spPr>
        <p:txBody>
          <a:bodyPr/>
          <a:lstStyle/>
          <a:p>
            <a:endParaRPr lang="en-US"/>
          </a:p>
        </p:txBody>
      </p:sp>
      <p:sp>
        <p:nvSpPr>
          <p:cNvPr id="36" name="broker-3-header">
            <a:extLst>
              <a:ext uri="{FF2B5EF4-FFF2-40B4-BE49-F238E27FC236}">
                <a16:creationId xmlns:a16="http://schemas.microsoft.com/office/drawing/2014/main" id="{4AC9068D-AD0C-4707-8133-4CFFA464E8CB}"/>
              </a:ext>
            </a:extLst>
          </p:cNvPr>
          <p:cNvSpPr>
            <a:spLocks noGrp="1"/>
          </p:cNvSpPr>
          <p:nvPr/>
        </p:nvSpPr>
        <p:spPr>
          <a:xfrm>
            <a:off x="5572125" y="1066800"/>
            <a:ext cx="1524000" cy="400050"/>
          </a:xfrm>
          <a:prstGeom prst="rect">
            <a:avLst/>
          </a:prstGeom>
          <a:solidFill>
            <a:srgbClr val="041E42"/>
          </a:solidFill>
          <a:ln w="0">
            <a:solidFill>
              <a:srgbClr val="041E42"/>
            </a:solidFill>
            <a:prstDash val="solid"/>
          </a:ln>
        </p:spPr>
        <p:txBody>
          <a:bodyPr/>
          <a:lstStyle/>
          <a:p>
            <a:endParaRPr lang="en-US"/>
          </a:p>
        </p:txBody>
      </p:sp>
      <p:sp>
        <p:nvSpPr>
          <p:cNvPr id="37" name="broker-3-title">
            <a:extLst>
              <a:ext uri="{FF2B5EF4-FFF2-40B4-BE49-F238E27FC236}">
                <a16:creationId xmlns:a16="http://schemas.microsoft.com/office/drawing/2014/main" id="{7B7F3855-35E9-4217-A11D-78F48AB55ADA}"/>
              </a:ext>
            </a:extLst>
          </p:cNvPr>
          <p:cNvSpPr>
            <a:spLocks noGrp="1"/>
          </p:cNvSpPr>
          <p:nvPr/>
        </p:nvSpPr>
        <p:spPr>
          <a:xfrm>
            <a:off x="5715000" y="1171575"/>
            <a:ext cx="1238250" cy="209550"/>
          </a:xfrm>
          <a:prstGeom prst="rect">
            <a:avLst/>
          </a:prstGeom>
          <a:noFill/>
          <a:ln w="0">
            <a:noFill/>
            <a:prstDash val="solid"/>
          </a:ln>
        </p:spPr>
        <p:txBody>
          <a:bodyPr/>
          <a:lstStyle/>
          <a:p>
            <a:pPr algn="ctr">
              <a:buNone/>
              <a:defRPr sz="1125" b="1">
                <a:solidFill>
                  <a:srgbClr val="FFFFFF"/>
                </a:solidFill>
                <a:latin typeface="Roboto"/>
                <a:ea typeface="Roboto"/>
                <a:cs typeface="Roboto"/>
              </a:defRPr>
            </a:pPr>
            <a:r>
              <a:rPr sz="1125" b="1">
                <a:solidFill>
                  <a:srgbClr val="FFFFFF"/>
                </a:solidFill>
                <a:latin typeface="Roboto"/>
                <a:ea typeface="Roboto"/>
                <a:cs typeface="Roboto"/>
              </a:rPr>
              <a:t>BROKER 3</a:t>
            </a:r>
          </a:p>
        </p:txBody>
      </p:sp>
      <p:sp>
        <p:nvSpPr>
          <p:cNvPr id="38" name="broker-3-p0">
            <a:extLst>
              <a:ext uri="{FF2B5EF4-FFF2-40B4-BE49-F238E27FC236}">
                <a16:creationId xmlns:a16="http://schemas.microsoft.com/office/drawing/2014/main" id="{B12FA0F8-B54F-43F5-8384-A16F3D84D3DB}"/>
              </a:ext>
            </a:extLst>
          </p:cNvPr>
          <p:cNvSpPr>
            <a:spLocks noGrp="1"/>
          </p:cNvSpPr>
          <p:nvPr/>
        </p:nvSpPr>
        <p:spPr>
          <a:xfrm>
            <a:off x="5743575" y="1695450"/>
            <a:ext cx="1181100" cy="466725"/>
          </a:xfrm>
          <a:prstGeom prst="roundRect">
            <a:avLst>
              <a:gd name="adj" fmla="val 16327"/>
            </a:avLst>
          </a:prstGeom>
          <a:solidFill>
            <a:srgbClr val="A9D6E5"/>
          </a:solidFill>
          <a:ln w="9525">
            <a:solidFill>
              <a:srgbClr val="5A8FA5"/>
            </a:solidFill>
            <a:prstDash val="solid"/>
          </a:ln>
        </p:spPr>
        <p:txBody>
          <a:bodyPr/>
          <a:lstStyle/>
          <a:p>
            <a:endParaRPr lang="en-US"/>
          </a:p>
        </p:txBody>
      </p:sp>
      <p:sp>
        <p:nvSpPr>
          <p:cNvPr id="39" name="broker-3-p0-label">
            <a:extLst>
              <a:ext uri="{FF2B5EF4-FFF2-40B4-BE49-F238E27FC236}">
                <a16:creationId xmlns:a16="http://schemas.microsoft.com/office/drawing/2014/main" id="{66BB1DBF-E84E-4A14-B5B3-CCADA51744A9}"/>
              </a:ext>
            </a:extLst>
          </p:cNvPr>
          <p:cNvSpPr>
            <a:spLocks noGrp="1"/>
          </p:cNvSpPr>
          <p:nvPr/>
        </p:nvSpPr>
        <p:spPr>
          <a:xfrm>
            <a:off x="5819775" y="1819275"/>
            <a:ext cx="1028700" cy="19050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P0  REPLICA</a:t>
            </a:r>
          </a:p>
        </p:txBody>
      </p:sp>
      <p:sp>
        <p:nvSpPr>
          <p:cNvPr id="40" name="broker-3-p1">
            <a:extLst>
              <a:ext uri="{FF2B5EF4-FFF2-40B4-BE49-F238E27FC236}">
                <a16:creationId xmlns:a16="http://schemas.microsoft.com/office/drawing/2014/main" id="{38CD1DAD-A461-4F01-B39D-513E6FB2E8A0}"/>
              </a:ext>
            </a:extLst>
          </p:cNvPr>
          <p:cNvSpPr>
            <a:spLocks noGrp="1"/>
          </p:cNvSpPr>
          <p:nvPr/>
        </p:nvSpPr>
        <p:spPr>
          <a:xfrm>
            <a:off x="5743575" y="2343150"/>
            <a:ext cx="1181100" cy="466725"/>
          </a:xfrm>
          <a:prstGeom prst="roundRect">
            <a:avLst>
              <a:gd name="adj" fmla="val 16327"/>
            </a:avLst>
          </a:prstGeom>
          <a:solidFill>
            <a:srgbClr val="A9D6E5"/>
          </a:solidFill>
          <a:ln w="9525">
            <a:solidFill>
              <a:srgbClr val="5A8FA5"/>
            </a:solidFill>
            <a:prstDash val="solid"/>
          </a:ln>
        </p:spPr>
        <p:txBody>
          <a:bodyPr/>
          <a:lstStyle/>
          <a:p>
            <a:endParaRPr lang="en-US"/>
          </a:p>
        </p:txBody>
      </p:sp>
      <p:sp>
        <p:nvSpPr>
          <p:cNvPr id="41" name="broker-3-p1-label">
            <a:extLst>
              <a:ext uri="{FF2B5EF4-FFF2-40B4-BE49-F238E27FC236}">
                <a16:creationId xmlns:a16="http://schemas.microsoft.com/office/drawing/2014/main" id="{0439AB10-4598-4708-B47C-A7C9C78A8415}"/>
              </a:ext>
            </a:extLst>
          </p:cNvPr>
          <p:cNvSpPr>
            <a:spLocks noGrp="1"/>
          </p:cNvSpPr>
          <p:nvPr/>
        </p:nvSpPr>
        <p:spPr>
          <a:xfrm>
            <a:off x="5819775" y="2466975"/>
            <a:ext cx="1028700" cy="190500"/>
          </a:xfrm>
          <a:prstGeom prst="rect">
            <a:avLst/>
          </a:prstGeom>
          <a:noFill/>
          <a:ln w="0">
            <a:noFill/>
            <a:prstDash val="solid"/>
          </a:ln>
        </p:spPr>
        <p:txBody>
          <a:bodyPr/>
          <a:lstStyle/>
          <a:p>
            <a:pPr algn="ctr">
              <a:buNone/>
              <a:defRPr sz="825" b="1">
                <a:solidFill>
                  <a:srgbClr val="041E42"/>
                </a:solidFill>
                <a:latin typeface="Roboto"/>
                <a:ea typeface="Roboto"/>
                <a:cs typeface="Roboto"/>
              </a:defRPr>
            </a:pPr>
            <a:r>
              <a:rPr sz="825" b="1">
                <a:solidFill>
                  <a:srgbClr val="041E42"/>
                </a:solidFill>
                <a:latin typeface="Roboto"/>
                <a:ea typeface="Roboto"/>
                <a:cs typeface="Roboto"/>
              </a:rPr>
              <a:t>P1  REPLICA</a:t>
            </a:r>
          </a:p>
        </p:txBody>
      </p:sp>
      <p:sp>
        <p:nvSpPr>
          <p:cNvPr id="42" name="broker-3-p2">
            <a:extLst>
              <a:ext uri="{FF2B5EF4-FFF2-40B4-BE49-F238E27FC236}">
                <a16:creationId xmlns:a16="http://schemas.microsoft.com/office/drawing/2014/main" id="{47CFF0AA-DE69-44C7-B145-538EFAAA8030}"/>
              </a:ext>
            </a:extLst>
          </p:cNvPr>
          <p:cNvSpPr>
            <a:spLocks noGrp="1"/>
          </p:cNvSpPr>
          <p:nvPr/>
        </p:nvSpPr>
        <p:spPr>
          <a:xfrm>
            <a:off x="5743575" y="2990850"/>
            <a:ext cx="1181100" cy="466725"/>
          </a:xfrm>
          <a:prstGeom prst="roundRect">
            <a:avLst>
              <a:gd name="adj" fmla="val 16327"/>
            </a:avLst>
          </a:prstGeom>
          <a:solidFill>
            <a:srgbClr val="0D3367"/>
          </a:solidFill>
          <a:ln w="9525">
            <a:solidFill>
              <a:srgbClr val="0D3367"/>
            </a:solidFill>
            <a:prstDash val="solid"/>
          </a:ln>
        </p:spPr>
        <p:txBody>
          <a:bodyPr/>
          <a:lstStyle/>
          <a:p>
            <a:endParaRPr lang="en-US"/>
          </a:p>
        </p:txBody>
      </p:sp>
      <p:sp>
        <p:nvSpPr>
          <p:cNvPr id="43" name="broker-3-p2-label">
            <a:extLst>
              <a:ext uri="{FF2B5EF4-FFF2-40B4-BE49-F238E27FC236}">
                <a16:creationId xmlns:a16="http://schemas.microsoft.com/office/drawing/2014/main" id="{8D1B3393-44CA-4C96-B646-7DC25ED44908}"/>
              </a:ext>
            </a:extLst>
          </p:cNvPr>
          <p:cNvSpPr>
            <a:spLocks noGrp="1"/>
          </p:cNvSpPr>
          <p:nvPr/>
        </p:nvSpPr>
        <p:spPr>
          <a:xfrm>
            <a:off x="5819775" y="3114675"/>
            <a:ext cx="1028700" cy="190500"/>
          </a:xfrm>
          <a:prstGeom prst="rect">
            <a:avLst/>
          </a:prstGeom>
          <a:noFill/>
          <a:ln w="0">
            <a:noFill/>
            <a:prstDash val="solid"/>
          </a:ln>
        </p:spPr>
        <p:txBody>
          <a:bodyPr/>
          <a:lstStyle/>
          <a:p>
            <a:pPr algn="ctr">
              <a:buNone/>
              <a:defRPr sz="825" b="1">
                <a:solidFill>
                  <a:srgbClr val="FFFFFF"/>
                </a:solidFill>
                <a:latin typeface="Roboto"/>
                <a:ea typeface="Roboto"/>
                <a:cs typeface="Roboto"/>
              </a:defRPr>
            </a:pPr>
            <a:r>
              <a:rPr sz="825" b="1">
                <a:solidFill>
                  <a:srgbClr val="FFFFFF"/>
                </a:solidFill>
                <a:latin typeface="Roboto"/>
                <a:ea typeface="Roboto"/>
                <a:cs typeface="Roboto"/>
              </a:rPr>
              <a:t>P2  LEADER</a:t>
            </a:r>
          </a:p>
        </p:txBody>
      </p:sp>
      <p:sp>
        <p:nvSpPr>
          <p:cNvPr id="44" name="produce-path">
            <a:extLst>
              <a:ext uri="{FF2B5EF4-FFF2-40B4-BE49-F238E27FC236}">
                <a16:creationId xmlns:a16="http://schemas.microsoft.com/office/drawing/2014/main" id="{1140AB5A-E21A-41F1-9C91-2FEA02AFB856}"/>
              </a:ext>
            </a:extLst>
          </p:cNvPr>
          <p:cNvSpPr>
            <a:spLocks noGrp="1"/>
          </p:cNvSpPr>
          <p:nvPr/>
        </p:nvSpPr>
        <p:spPr>
          <a:xfrm>
            <a:off x="1476375" y="1924050"/>
            <a:ext cx="457200" cy="0"/>
          </a:xfrm>
          <a:prstGeom prst="line">
            <a:avLst/>
          </a:prstGeom>
          <a:noFill/>
          <a:ln w="23813">
            <a:solidFill>
              <a:srgbClr val="BF5700"/>
            </a:solidFill>
            <a:prstDash val="solid"/>
          </a:ln>
        </p:spPr>
        <p:txBody>
          <a:bodyPr/>
          <a:lstStyle/>
          <a:p>
            <a:endParaRPr lang="en-US"/>
          </a:p>
        </p:txBody>
      </p:sp>
      <p:sp>
        <p:nvSpPr>
          <p:cNvPr id="45" name="consume-path-a">
            <a:extLst>
              <a:ext uri="{FF2B5EF4-FFF2-40B4-BE49-F238E27FC236}">
                <a16:creationId xmlns:a16="http://schemas.microsoft.com/office/drawing/2014/main" id="{2BC2BA8B-1553-4424-93B0-46585CDE6F66}"/>
              </a:ext>
            </a:extLst>
          </p:cNvPr>
          <p:cNvSpPr>
            <a:spLocks noGrp="1"/>
          </p:cNvSpPr>
          <p:nvPr/>
        </p:nvSpPr>
        <p:spPr>
          <a:xfrm>
            <a:off x="6924675" y="3219450"/>
            <a:ext cx="323850" cy="0"/>
          </a:xfrm>
          <a:prstGeom prst="line">
            <a:avLst/>
          </a:prstGeom>
          <a:noFill/>
          <a:ln w="19050">
            <a:solidFill>
              <a:srgbClr val="0D3367"/>
            </a:solidFill>
            <a:prstDash val="solid"/>
          </a:ln>
        </p:spPr>
        <p:txBody>
          <a:bodyPr/>
          <a:lstStyle/>
          <a:p>
            <a:endParaRPr lang="en-US"/>
          </a:p>
        </p:txBody>
      </p:sp>
      <p:sp>
        <p:nvSpPr>
          <p:cNvPr id="46" name="consume-path-b">
            <a:extLst>
              <a:ext uri="{FF2B5EF4-FFF2-40B4-BE49-F238E27FC236}">
                <a16:creationId xmlns:a16="http://schemas.microsoft.com/office/drawing/2014/main" id="{98589262-55B8-4847-B3FB-3BFB35E3C2D0}"/>
              </a:ext>
            </a:extLst>
          </p:cNvPr>
          <p:cNvSpPr>
            <a:spLocks noGrp="1"/>
          </p:cNvSpPr>
          <p:nvPr/>
        </p:nvSpPr>
        <p:spPr>
          <a:xfrm>
            <a:off x="7248525" y="2733675"/>
            <a:ext cx="0" cy="485775"/>
          </a:xfrm>
          <a:prstGeom prst="line">
            <a:avLst/>
          </a:prstGeom>
          <a:noFill/>
          <a:ln w="19050">
            <a:solidFill>
              <a:srgbClr val="0D3367"/>
            </a:solidFill>
            <a:prstDash val="solid"/>
          </a:ln>
        </p:spPr>
        <p:txBody>
          <a:bodyPr/>
          <a:lstStyle/>
          <a:p>
            <a:endParaRPr lang="en-US"/>
          </a:p>
        </p:txBody>
      </p:sp>
      <p:sp>
        <p:nvSpPr>
          <p:cNvPr id="47" name="consume-path-c">
            <a:extLst>
              <a:ext uri="{FF2B5EF4-FFF2-40B4-BE49-F238E27FC236}">
                <a16:creationId xmlns:a16="http://schemas.microsoft.com/office/drawing/2014/main" id="{0988D00F-3A5B-4C2F-AA9D-B8CCA4E33EBA}"/>
              </a:ext>
            </a:extLst>
          </p:cNvPr>
          <p:cNvSpPr>
            <a:spLocks noGrp="1"/>
          </p:cNvSpPr>
          <p:nvPr/>
        </p:nvSpPr>
        <p:spPr>
          <a:xfrm>
            <a:off x="7248525" y="2733675"/>
            <a:ext cx="495300" cy="0"/>
          </a:xfrm>
          <a:prstGeom prst="line">
            <a:avLst/>
          </a:prstGeom>
          <a:noFill/>
          <a:ln w="19050">
            <a:solidFill>
              <a:srgbClr val="0D3367"/>
            </a:solidFill>
            <a:prstDash val="solid"/>
          </a:ln>
        </p:spPr>
        <p:txBody>
          <a:bodyPr/>
          <a:lstStyle/>
          <a:p>
            <a:endParaRPr lang="en-US"/>
          </a:p>
        </p:txBody>
      </p:sp>
      <p:sp>
        <p:nvSpPr>
          <p:cNvPr id="48" name="replicate-p0-a">
            <a:extLst>
              <a:ext uri="{FF2B5EF4-FFF2-40B4-BE49-F238E27FC236}">
                <a16:creationId xmlns:a16="http://schemas.microsoft.com/office/drawing/2014/main" id="{25561D8F-9D39-4C9B-9342-B441BDE6835B}"/>
              </a:ext>
            </a:extLst>
          </p:cNvPr>
          <p:cNvSpPr>
            <a:spLocks noGrp="1"/>
          </p:cNvSpPr>
          <p:nvPr/>
        </p:nvSpPr>
        <p:spPr>
          <a:xfrm>
            <a:off x="3114675" y="1924050"/>
            <a:ext cx="723900" cy="0"/>
          </a:xfrm>
          <a:prstGeom prst="line">
            <a:avLst/>
          </a:prstGeom>
          <a:noFill/>
          <a:ln w="14288">
            <a:solidFill>
              <a:srgbClr val="BF5700"/>
            </a:solidFill>
            <a:prstDash val="dash"/>
          </a:ln>
        </p:spPr>
        <p:txBody>
          <a:bodyPr/>
          <a:lstStyle/>
          <a:p>
            <a:endParaRPr lang="en-US"/>
          </a:p>
        </p:txBody>
      </p:sp>
      <p:sp>
        <p:nvSpPr>
          <p:cNvPr id="49" name="replicate-p0-b">
            <a:extLst>
              <a:ext uri="{FF2B5EF4-FFF2-40B4-BE49-F238E27FC236}">
                <a16:creationId xmlns:a16="http://schemas.microsoft.com/office/drawing/2014/main" id="{366DE538-18B1-4623-B36D-CFFDD1C8FACE}"/>
              </a:ext>
            </a:extLst>
          </p:cNvPr>
          <p:cNvSpPr>
            <a:spLocks noGrp="1"/>
          </p:cNvSpPr>
          <p:nvPr/>
        </p:nvSpPr>
        <p:spPr>
          <a:xfrm>
            <a:off x="5019675" y="1924050"/>
            <a:ext cx="723900" cy="0"/>
          </a:xfrm>
          <a:prstGeom prst="line">
            <a:avLst/>
          </a:prstGeom>
          <a:noFill/>
          <a:ln w="14288">
            <a:solidFill>
              <a:srgbClr val="BF5700"/>
            </a:solidFill>
            <a:prstDash val="dash"/>
          </a:ln>
        </p:spPr>
        <p:txBody>
          <a:bodyPr/>
          <a:lstStyle/>
          <a:p>
            <a:endParaRPr lang="en-US"/>
          </a:p>
        </p:txBody>
      </p:sp>
      <p:sp>
        <p:nvSpPr>
          <p:cNvPr id="50" name="replicate-p1-a">
            <a:extLst>
              <a:ext uri="{FF2B5EF4-FFF2-40B4-BE49-F238E27FC236}">
                <a16:creationId xmlns:a16="http://schemas.microsoft.com/office/drawing/2014/main" id="{797391C1-C4CD-441C-89FB-103C82F33057}"/>
              </a:ext>
            </a:extLst>
          </p:cNvPr>
          <p:cNvSpPr>
            <a:spLocks noGrp="1"/>
          </p:cNvSpPr>
          <p:nvPr/>
        </p:nvSpPr>
        <p:spPr>
          <a:xfrm>
            <a:off x="3114675" y="2571750"/>
            <a:ext cx="723900" cy="0"/>
          </a:xfrm>
          <a:prstGeom prst="line">
            <a:avLst/>
          </a:prstGeom>
          <a:noFill/>
          <a:ln w="14288">
            <a:solidFill>
              <a:srgbClr val="BF5700"/>
            </a:solidFill>
            <a:prstDash val="dash"/>
          </a:ln>
        </p:spPr>
        <p:txBody>
          <a:bodyPr/>
          <a:lstStyle/>
          <a:p>
            <a:endParaRPr lang="en-US"/>
          </a:p>
        </p:txBody>
      </p:sp>
      <p:sp>
        <p:nvSpPr>
          <p:cNvPr id="51" name="replicate-p1-b">
            <a:extLst>
              <a:ext uri="{FF2B5EF4-FFF2-40B4-BE49-F238E27FC236}">
                <a16:creationId xmlns:a16="http://schemas.microsoft.com/office/drawing/2014/main" id="{13E6A286-E485-4E72-8752-531A73CFCB01}"/>
              </a:ext>
            </a:extLst>
          </p:cNvPr>
          <p:cNvSpPr>
            <a:spLocks noGrp="1"/>
          </p:cNvSpPr>
          <p:nvPr/>
        </p:nvSpPr>
        <p:spPr>
          <a:xfrm>
            <a:off x="5019675" y="2571750"/>
            <a:ext cx="723900" cy="0"/>
          </a:xfrm>
          <a:prstGeom prst="line">
            <a:avLst/>
          </a:prstGeom>
          <a:noFill/>
          <a:ln w="14288">
            <a:solidFill>
              <a:srgbClr val="BF5700"/>
            </a:solidFill>
            <a:prstDash val="dash"/>
          </a:ln>
        </p:spPr>
        <p:txBody>
          <a:bodyPr/>
          <a:lstStyle/>
          <a:p>
            <a:endParaRPr lang="en-US"/>
          </a:p>
        </p:txBody>
      </p:sp>
      <p:sp>
        <p:nvSpPr>
          <p:cNvPr id="52" name="replicate-p2-a">
            <a:extLst>
              <a:ext uri="{FF2B5EF4-FFF2-40B4-BE49-F238E27FC236}">
                <a16:creationId xmlns:a16="http://schemas.microsoft.com/office/drawing/2014/main" id="{44B4CFC1-C98E-4DE8-8EF4-519147DD877D}"/>
              </a:ext>
            </a:extLst>
          </p:cNvPr>
          <p:cNvSpPr>
            <a:spLocks noGrp="1"/>
          </p:cNvSpPr>
          <p:nvPr/>
        </p:nvSpPr>
        <p:spPr>
          <a:xfrm>
            <a:off x="3114675" y="3219450"/>
            <a:ext cx="723900" cy="0"/>
          </a:xfrm>
          <a:prstGeom prst="line">
            <a:avLst/>
          </a:prstGeom>
          <a:noFill/>
          <a:ln w="14288">
            <a:solidFill>
              <a:srgbClr val="BF5700"/>
            </a:solidFill>
            <a:prstDash val="dash"/>
          </a:ln>
        </p:spPr>
        <p:txBody>
          <a:bodyPr/>
          <a:lstStyle/>
          <a:p>
            <a:endParaRPr lang="en-US"/>
          </a:p>
        </p:txBody>
      </p:sp>
      <p:sp>
        <p:nvSpPr>
          <p:cNvPr id="53" name="replicate-p2-b">
            <a:extLst>
              <a:ext uri="{FF2B5EF4-FFF2-40B4-BE49-F238E27FC236}">
                <a16:creationId xmlns:a16="http://schemas.microsoft.com/office/drawing/2014/main" id="{C5684EC6-79F2-48BC-BD5F-5CAD15AF1D5A}"/>
              </a:ext>
            </a:extLst>
          </p:cNvPr>
          <p:cNvSpPr>
            <a:spLocks noGrp="1"/>
          </p:cNvSpPr>
          <p:nvPr/>
        </p:nvSpPr>
        <p:spPr>
          <a:xfrm>
            <a:off x="5019675" y="3219450"/>
            <a:ext cx="723900" cy="0"/>
          </a:xfrm>
          <a:prstGeom prst="line">
            <a:avLst/>
          </a:prstGeom>
          <a:noFill/>
          <a:ln w="14288">
            <a:solidFill>
              <a:srgbClr val="BF5700"/>
            </a:solidFill>
            <a:prstDash val="dash"/>
          </a:ln>
        </p:spPr>
        <p:txBody>
          <a:bodyPr/>
          <a:lstStyle/>
          <a:p>
            <a:endParaRPr lang="en-US"/>
          </a:p>
        </p:txBody>
      </p:sp>
      <p:sp>
        <p:nvSpPr>
          <p:cNvPr id="54" name="produce-label">
            <a:extLst>
              <a:ext uri="{FF2B5EF4-FFF2-40B4-BE49-F238E27FC236}">
                <a16:creationId xmlns:a16="http://schemas.microsoft.com/office/drawing/2014/main" id="{46F7F584-DB97-4FC2-8F59-A1BBE94B51F9}"/>
              </a:ext>
            </a:extLst>
          </p:cNvPr>
          <p:cNvSpPr>
            <a:spLocks noGrp="1"/>
          </p:cNvSpPr>
          <p:nvPr/>
        </p:nvSpPr>
        <p:spPr>
          <a:xfrm>
            <a:off x="1409700" y="1752600"/>
            <a:ext cx="619125" cy="152400"/>
          </a:xfrm>
          <a:prstGeom prst="rect">
            <a:avLst/>
          </a:prstGeom>
          <a:noFill/>
          <a:ln w="0">
            <a:noFill/>
            <a:prstDash val="solid"/>
          </a:ln>
        </p:spPr>
        <p:txBody>
          <a:bodyPr/>
          <a:lstStyle/>
          <a:p>
            <a:pPr algn="ctr">
              <a:buNone/>
              <a:defRPr sz="600" b="1">
                <a:solidFill>
                  <a:srgbClr val="BF5700"/>
                </a:solidFill>
                <a:latin typeface="Roboto"/>
                <a:ea typeface="Roboto"/>
                <a:cs typeface="Roboto"/>
              </a:defRPr>
            </a:pPr>
            <a:r>
              <a:rPr sz="600" b="1">
                <a:solidFill>
                  <a:srgbClr val="BF5700"/>
                </a:solidFill>
                <a:latin typeface="Roboto"/>
                <a:ea typeface="Roboto"/>
                <a:cs typeface="Roboto"/>
              </a:rPr>
              <a:t>produce</a:t>
            </a:r>
          </a:p>
        </p:txBody>
      </p:sp>
      <p:sp>
        <p:nvSpPr>
          <p:cNvPr id="55" name="consume-label">
            <a:extLst>
              <a:ext uri="{FF2B5EF4-FFF2-40B4-BE49-F238E27FC236}">
                <a16:creationId xmlns:a16="http://schemas.microsoft.com/office/drawing/2014/main" id="{56C67D7A-7BB5-4E22-A8A8-334E9364451E}"/>
              </a:ext>
            </a:extLst>
          </p:cNvPr>
          <p:cNvSpPr>
            <a:spLocks noGrp="1"/>
          </p:cNvSpPr>
          <p:nvPr/>
        </p:nvSpPr>
        <p:spPr>
          <a:xfrm>
            <a:off x="7239000" y="2552700"/>
            <a:ext cx="552450" cy="152400"/>
          </a:xfrm>
          <a:prstGeom prst="rect">
            <a:avLst/>
          </a:prstGeom>
          <a:noFill/>
          <a:ln w="0">
            <a:noFill/>
            <a:prstDash val="solid"/>
          </a:ln>
        </p:spPr>
        <p:txBody>
          <a:bodyPr/>
          <a:lstStyle/>
          <a:p>
            <a:pPr algn="ctr">
              <a:buNone/>
              <a:defRPr sz="600" b="1">
                <a:solidFill>
                  <a:srgbClr val="0D3367"/>
                </a:solidFill>
                <a:latin typeface="Roboto"/>
                <a:ea typeface="Roboto"/>
                <a:cs typeface="Roboto"/>
              </a:defRPr>
            </a:pPr>
            <a:r>
              <a:rPr sz="600" b="1">
                <a:solidFill>
                  <a:srgbClr val="0D3367"/>
                </a:solidFill>
                <a:latin typeface="Roboto"/>
                <a:ea typeface="Roboto"/>
                <a:cs typeface="Roboto"/>
              </a:rPr>
              <a:t>consume</a:t>
            </a:r>
          </a:p>
        </p:txBody>
      </p:sp>
      <p:sp>
        <p:nvSpPr>
          <p:cNvPr id="56" name="legend-leader">
            <a:extLst>
              <a:ext uri="{FF2B5EF4-FFF2-40B4-BE49-F238E27FC236}">
                <a16:creationId xmlns:a16="http://schemas.microsoft.com/office/drawing/2014/main" id="{92C6ABA5-69E9-4960-97FA-64B1D5FB8FD8}"/>
              </a:ext>
            </a:extLst>
          </p:cNvPr>
          <p:cNvSpPr>
            <a:spLocks noGrp="1"/>
          </p:cNvSpPr>
          <p:nvPr/>
        </p:nvSpPr>
        <p:spPr>
          <a:xfrm>
            <a:off x="1809750" y="4057650"/>
            <a:ext cx="2714625" cy="171450"/>
          </a:xfrm>
          <a:prstGeom prst="rect">
            <a:avLst/>
          </a:prstGeom>
          <a:noFill/>
          <a:ln w="0">
            <a:noFill/>
            <a:prstDash val="solid"/>
          </a:ln>
        </p:spPr>
        <p:txBody>
          <a:bodyPr/>
          <a:lstStyle/>
          <a:p>
            <a:pPr>
              <a:buNone/>
              <a:defRPr sz="750" b="1">
                <a:solidFill>
                  <a:srgbClr val="0D3367"/>
                </a:solidFill>
                <a:latin typeface="Roboto"/>
                <a:ea typeface="Roboto"/>
                <a:cs typeface="Roboto"/>
              </a:defRPr>
            </a:pPr>
            <a:r>
              <a:rPr sz="750" b="1">
                <a:solidFill>
                  <a:srgbClr val="0D3367"/>
                </a:solidFill>
                <a:latin typeface="Roboto"/>
                <a:ea typeface="Roboto"/>
                <a:cs typeface="Roboto"/>
              </a:rPr>
              <a:t>Leader: serves producer and consumer traffic</a:t>
            </a:r>
          </a:p>
        </p:txBody>
      </p:sp>
      <p:sp>
        <p:nvSpPr>
          <p:cNvPr id="57" name="legend-replica">
            <a:extLst>
              <a:ext uri="{FF2B5EF4-FFF2-40B4-BE49-F238E27FC236}">
                <a16:creationId xmlns:a16="http://schemas.microsoft.com/office/drawing/2014/main" id="{9D1120DB-49ED-4F5F-87FE-CF40B7AA2D52}"/>
              </a:ext>
            </a:extLst>
          </p:cNvPr>
          <p:cNvSpPr>
            <a:spLocks noGrp="1"/>
          </p:cNvSpPr>
          <p:nvPr/>
        </p:nvSpPr>
        <p:spPr>
          <a:xfrm>
            <a:off x="4762500" y="4057650"/>
            <a:ext cx="2857500" cy="171450"/>
          </a:xfrm>
          <a:prstGeom prst="rect">
            <a:avLst/>
          </a:prstGeom>
          <a:noFill/>
          <a:ln w="0">
            <a:noFill/>
            <a:prstDash val="solid"/>
          </a:ln>
        </p:spPr>
        <p:txBody>
          <a:bodyPr/>
          <a:lstStyle/>
          <a:p>
            <a:pPr>
              <a:buNone/>
              <a:defRPr sz="750" b="1">
                <a:solidFill>
                  <a:srgbClr val="BF5700"/>
                </a:solidFill>
                <a:latin typeface="Roboto"/>
                <a:ea typeface="Roboto"/>
                <a:cs typeface="Roboto"/>
              </a:defRPr>
            </a:pPr>
            <a:r>
              <a:rPr sz="750" b="1">
                <a:solidFill>
                  <a:srgbClr val="BF5700"/>
                </a:solidFill>
                <a:latin typeface="Roboto"/>
                <a:ea typeface="Roboto"/>
                <a:cs typeface="Roboto"/>
              </a:rPr>
              <a:t>Dashed orange: broker-to-broker replication</a:t>
            </a:r>
          </a:p>
        </p:txBody>
      </p:sp>
      <p:sp>
        <p:nvSpPr>
          <p:cNvPr id="58" name="failure-note">
            <a:extLst>
              <a:ext uri="{FF2B5EF4-FFF2-40B4-BE49-F238E27FC236}">
                <a16:creationId xmlns:a16="http://schemas.microsoft.com/office/drawing/2014/main" id="{593A88CE-E871-4BCC-9CC2-9A57F994D051}"/>
              </a:ext>
            </a:extLst>
          </p:cNvPr>
          <p:cNvSpPr>
            <a:spLocks noGrp="1"/>
          </p:cNvSpPr>
          <p:nvPr/>
        </p:nvSpPr>
        <p:spPr>
          <a:xfrm>
            <a:off x="1809750" y="4295775"/>
            <a:ext cx="5810250" cy="209550"/>
          </a:xfrm>
          <a:prstGeom prst="rect">
            <a:avLst/>
          </a:prstGeom>
          <a:noFill/>
          <a:ln w="0">
            <a:noFill/>
            <a:prstDash val="solid"/>
          </a:ln>
        </p:spPr>
        <p:txBody>
          <a:bodyPr/>
          <a:lstStyle/>
          <a:p>
            <a:pPr algn="ctr">
              <a:buNone/>
              <a:defRPr sz="825">
                <a:solidFill>
                  <a:srgbClr val="222222"/>
                </a:solidFill>
                <a:latin typeface="Roboto"/>
                <a:ea typeface="Roboto"/>
                <a:cs typeface="Roboto"/>
              </a:defRPr>
            </a:pPr>
            <a:r>
              <a:rPr sz="825">
                <a:solidFill>
                  <a:srgbClr val="222222"/>
                </a:solidFill>
                <a:latin typeface="Roboto"/>
                <a:ea typeface="Roboto"/>
                <a:cs typeface="Roboto"/>
              </a:rPr>
              <a:t>If a leader broker fails, an in-sync replica can be elected leader.</a:t>
            </a:r>
          </a:p>
        </p:txBody>
      </p:sp>
    </p:spTree>
    <p:extLst>
      <p:ext uri="{BB962C8B-B14F-4D97-AF65-F5344CB8AC3E}">
        <p14:creationId xmlns:p14="http://schemas.microsoft.com/office/powerpoint/2010/main" val="992794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510AD2-95E7-AFF1-76C0-51B58B1B9EF4}"/>
            </a:ext>
          </a:extLst>
        </p:cNvPr>
        <p:cNvGrpSpPr/>
        <p:nvPr/>
      </p:nvGrpSpPr>
      <p:grpSpPr>
        <a:xfrm>
          <a:off x="0" y="0"/>
          <a:ext cx="0" cy="0"/>
          <a:chOff x="0" y="0"/>
          <a:chExt cx="0" cy="0"/>
        </a:xfrm>
      </p:grpSpPr>
      <p:sp>
        <p:nvSpPr>
          <p:cNvPr id="59" name="brand-top-rule">
            <a:extLst>
              <a:ext uri="{FF2B5EF4-FFF2-40B4-BE49-F238E27FC236}">
                <a16:creationId xmlns:a16="http://schemas.microsoft.com/office/drawing/2014/main" id="{08400840-161A-B7CB-0DF1-B1352D5D9C6F}"/>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4" name="footer-rule">
            <a:extLst>
              <a:ext uri="{FF2B5EF4-FFF2-40B4-BE49-F238E27FC236}">
                <a16:creationId xmlns:a16="http://schemas.microsoft.com/office/drawing/2014/main" id="{6A499154-94AB-DCC4-F1DC-B01EA21DA3CE}"/>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65" name="Picture 64">
            <a:extLst>
              <a:ext uri="{FF2B5EF4-FFF2-40B4-BE49-F238E27FC236}">
                <a16:creationId xmlns:a16="http://schemas.microsoft.com/office/drawing/2014/main" id="{C9928C80-7711-440B-CF98-2C0BEF3C353C}"/>
              </a:ext>
            </a:extLst>
          </p:cNvPr>
          <p:cNvPicPr>
            <a:picLocks noChangeAspect="1"/>
          </p:cNvPicPr>
          <p:nvPr/>
        </p:nvPicPr>
        <p:blipFill>
          <a:blip r:embed="rId3"/>
          <a:stretch/>
        </p:blipFill>
        <p:spPr>
          <a:xfrm>
            <a:off x="183271" y="4848225"/>
            <a:ext cx="852659" cy="266700"/>
          </a:xfrm>
          <a:prstGeom prst="rect">
            <a:avLst/>
          </a:prstGeom>
        </p:spPr>
      </p:pic>
      <p:sp>
        <p:nvSpPr>
          <p:cNvPr id="6" name="confidential-footer">
            <a:extLst>
              <a:ext uri="{FF2B5EF4-FFF2-40B4-BE49-F238E27FC236}">
                <a16:creationId xmlns:a16="http://schemas.microsoft.com/office/drawing/2014/main" id="{9BF31D82-34FE-614B-D6E3-F5FA568E338A}"/>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7" name="slide-number">
            <a:extLst>
              <a:ext uri="{FF2B5EF4-FFF2-40B4-BE49-F238E27FC236}">
                <a16:creationId xmlns:a16="http://schemas.microsoft.com/office/drawing/2014/main" id="{47A6BF25-7220-DA98-0E1E-89543EB3A4A9}"/>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
        <p:nvSpPr>
          <p:cNvPr id="58" name="failure-note">
            <a:extLst>
              <a:ext uri="{FF2B5EF4-FFF2-40B4-BE49-F238E27FC236}">
                <a16:creationId xmlns:a16="http://schemas.microsoft.com/office/drawing/2014/main" id="{8057B086-AF66-461B-B243-1748C9EDBB1C}"/>
              </a:ext>
            </a:extLst>
          </p:cNvPr>
          <p:cNvSpPr>
            <a:spLocks noGrp="1"/>
          </p:cNvSpPr>
          <p:nvPr/>
        </p:nvSpPr>
        <p:spPr>
          <a:xfrm>
            <a:off x="1809750" y="4295775"/>
            <a:ext cx="5810250" cy="209550"/>
          </a:xfrm>
          <a:prstGeom prst="rect">
            <a:avLst/>
          </a:prstGeom>
          <a:noFill/>
          <a:ln w="0">
            <a:noFill/>
            <a:prstDash val="solid"/>
          </a:ln>
        </p:spPr>
        <p:txBody>
          <a:bodyPr/>
          <a:lstStyle/>
          <a:p>
            <a:pPr algn="ctr">
              <a:buNone/>
              <a:defRPr sz="825">
                <a:solidFill>
                  <a:srgbClr val="222222"/>
                </a:solidFill>
                <a:latin typeface="Roboto"/>
                <a:ea typeface="Roboto"/>
                <a:cs typeface="Roboto"/>
              </a:defRPr>
            </a:pPr>
            <a:r>
              <a:rPr sz="825">
                <a:solidFill>
                  <a:srgbClr val="222222"/>
                </a:solidFill>
                <a:latin typeface="Roboto"/>
                <a:ea typeface="Roboto"/>
                <a:cs typeface="Roboto"/>
              </a:rPr>
              <a:t>If a leader broker fails, an in-sync replica can be elected leader.</a:t>
            </a:r>
          </a:p>
        </p:txBody>
      </p:sp>
      <p:pic>
        <p:nvPicPr>
          <p:cNvPr id="5" name="Picture 4">
            <a:extLst>
              <a:ext uri="{FF2B5EF4-FFF2-40B4-BE49-F238E27FC236}">
                <a16:creationId xmlns:a16="http://schemas.microsoft.com/office/drawing/2014/main" id="{AE4DDD9B-AC33-208F-E917-53C146E1C121}"/>
              </a:ext>
            </a:extLst>
          </p:cNvPr>
          <p:cNvPicPr>
            <a:picLocks noChangeAspect="1"/>
          </p:cNvPicPr>
          <p:nvPr/>
        </p:nvPicPr>
        <p:blipFill>
          <a:blip r:embed="rId4"/>
          <a:stretch>
            <a:fillRect/>
          </a:stretch>
        </p:blipFill>
        <p:spPr>
          <a:xfrm>
            <a:off x="1035930" y="268530"/>
            <a:ext cx="6812392" cy="4541595"/>
          </a:xfrm>
          <a:prstGeom prst="rect">
            <a:avLst/>
          </a:prstGeom>
        </p:spPr>
      </p:pic>
    </p:spTree>
    <p:extLst>
      <p:ext uri="{BB962C8B-B14F-4D97-AF65-F5344CB8AC3E}">
        <p14:creationId xmlns:p14="http://schemas.microsoft.com/office/powerpoint/2010/main" val="4047001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Producers and consumers control different behaviors</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Keys influence partition selection and ordering</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Acknowledgments determine write durability</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Consumer groups share partition work</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Offsets record each group’s reading position</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1178" name="Google Shape;1178;p218">
            <a:extLst>
              <a:ext uri="{FF2B5EF4-FFF2-40B4-BE49-F238E27FC236}">
                <a16:creationId xmlns:a16="http://schemas.microsoft.com/office/drawing/2014/main" id="{4DEDD146-A3B1-4785-A333-5091F68B5AD1}"/>
              </a:ext>
            </a:extLst>
          </p:cNvPr>
          <p:cNvSpPr>
            <a:spLocks noGrp="1"/>
          </p:cNvSpPr>
          <p:nvPr>
            <p:ph type="title"/>
          </p:nvPr>
        </p:nvSpPr>
        <p:spPr>
          <a:xfrm>
            <a:off x="552450" y="1971675"/>
            <a:ext cx="6191250" cy="5905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2850" b="1">
                <a:solidFill>
                  <a:srgbClr val="FFFFFF"/>
                </a:solidFill>
                <a:latin typeface="Roboto"/>
                <a:ea typeface="Roboto"/>
                <a:cs typeface="Roboto"/>
              </a:defRPr>
            </a:pPr>
            <a:r>
              <a:rPr sz="2850" b="1">
                <a:solidFill>
                  <a:srgbClr val="FFFFFF"/>
                </a:solidFill>
                <a:latin typeface="Roboto"/>
                <a:ea typeface="Roboto"/>
                <a:cs typeface="Roboto"/>
              </a:rPr>
              <a:t>Schema Registry</a:t>
            </a:r>
            <a:endParaRPr/>
          </a:p>
        </p:txBody>
      </p:sp>
      <p:sp>
        <p:nvSpPr>
          <p:cNvPr id="1179" name="divider-orange-rail">
            <a:extLst>
              <a:ext uri="{FF2B5EF4-FFF2-40B4-BE49-F238E27FC236}">
                <a16:creationId xmlns:a16="http://schemas.microsoft.com/office/drawing/2014/main" id="{99649611-61C3-4E8C-8606-96A3EBCB752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180" name="divider-accent-line">
            <a:extLst>
              <a:ext uri="{FF2B5EF4-FFF2-40B4-BE49-F238E27FC236}">
                <a16:creationId xmlns:a16="http://schemas.microsoft.com/office/drawing/2014/main" id="{6C5859CF-696B-4614-A02D-1ABFA15E435C}"/>
              </a:ext>
            </a:extLst>
          </p:cNvPr>
          <p:cNvSpPr>
            <a:spLocks noGrp="1"/>
          </p:cNvSpPr>
          <p:nvPr/>
        </p:nvSpPr>
        <p:spPr>
          <a:xfrm>
            <a:off x="552450" y="2667000"/>
            <a:ext cx="1428750" cy="38100"/>
          </a:xfrm>
          <a:prstGeom prst="rect">
            <a:avLst/>
          </a:prstGeom>
          <a:solidFill>
            <a:srgbClr val="BF5700"/>
          </a:solidFill>
          <a:ln w="0">
            <a:solidFill>
              <a:srgbClr val="BF5700"/>
            </a:solidFill>
            <a:prstDash val="solid"/>
          </a:ln>
        </p:spPr>
        <p:txBody>
          <a:bodyPr/>
          <a:lstStyle/>
          <a:p>
            <a:endParaRPr lang="en-US"/>
          </a:p>
        </p:txBody>
      </p:sp>
      <p:sp>
        <p:nvSpPr>
          <p:cNvPr id="1181" name="divider-eyebrow">
            <a:extLst>
              <a:ext uri="{FF2B5EF4-FFF2-40B4-BE49-F238E27FC236}">
                <a16:creationId xmlns:a16="http://schemas.microsoft.com/office/drawing/2014/main" id="{AE7EDFE2-0E86-4122-A3FC-25702110E791}"/>
              </a:ext>
            </a:extLst>
          </p:cNvPr>
          <p:cNvSpPr>
            <a:spLocks noGrp="1"/>
          </p:cNvSpPr>
          <p:nvPr/>
        </p:nvSpPr>
        <p:spPr>
          <a:xfrm>
            <a:off x="571500" y="1666875"/>
            <a:ext cx="1714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DATA CONTRACTS</a:t>
            </a:r>
          </a:p>
        </p:txBody>
      </p:sp>
      <p:pic>
        <p:nvPicPr>
          <p:cNvPr id="1189" name="Picture 1188"/>
          <p:cNvPicPr>
            <a:picLocks noChangeAspect="1"/>
          </p:cNvPicPr>
          <p:nvPr/>
        </p:nvPicPr>
        <p:blipFill>
          <a:blip r:embed="rId3"/>
          <a:stretch/>
        </p:blipFill>
        <p:spPr>
          <a:xfrm>
            <a:off x="183271" y="4848225"/>
            <a:ext cx="852659" cy="266700"/>
          </a:xfrm>
          <a:prstGeom prst="rect">
            <a:avLst/>
          </a:prstGeom>
        </p:spPr>
      </p:pic>
      <p:sp>
        <p:nvSpPr>
          <p:cNvPr id="1183" name="confidential-footer">
            <a:extLst>
              <a:ext uri="{FF2B5EF4-FFF2-40B4-BE49-F238E27FC236}">
                <a16:creationId xmlns:a16="http://schemas.microsoft.com/office/drawing/2014/main" id="{DFC43709-7C9D-41CC-B3B4-FE8CA3A5260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1049933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Schemas turn events into governed contracts</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Schemas define fields, types and structure</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Subjects organize schema versions</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Schema IDs travel with serialized records</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Avro, JSON Schema and </a:t>
            </a:r>
            <a:r>
              <a:rPr sz="1725" b="0" i="0" u="none" cap="none" dirty="0" err="1">
                <a:solidFill>
                  <a:srgbClr val="3A3838"/>
                </a:solidFill>
                <a:latin typeface="Roboto"/>
                <a:ea typeface="Roboto"/>
                <a:cs typeface="Roboto"/>
              </a:rPr>
              <a:t>Protobuf</a:t>
            </a:r>
            <a:r>
              <a:rPr sz="1725" b="0" i="0" u="none" cap="none" dirty="0">
                <a:solidFill>
                  <a:srgbClr val="3A3838"/>
                </a:solidFill>
                <a:latin typeface="Roboto"/>
                <a:ea typeface="Roboto"/>
                <a:cs typeface="Roboto"/>
              </a:rPr>
              <a:t> are supported</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FA150B-EE91-0575-152B-EB723DC45488}"/>
            </a:ext>
          </a:extLst>
        </p:cNvPr>
        <p:cNvGrpSpPr/>
        <p:nvPr/>
      </p:nvGrpSpPr>
      <p:grpSpPr>
        <a:xfrm>
          <a:off x="0" y="0"/>
          <a:ext cx="0" cy="0"/>
          <a:chOff x="0" y="0"/>
          <a:chExt cx="0" cy="0"/>
        </a:xfrm>
      </p:grpSpPr>
      <p:sp>
        <p:nvSpPr>
          <p:cNvPr id="1229" name="brand-top-rule">
            <a:extLst>
              <a:ext uri="{FF2B5EF4-FFF2-40B4-BE49-F238E27FC236}">
                <a16:creationId xmlns:a16="http://schemas.microsoft.com/office/drawing/2014/main" id="{4A7C9052-7C6B-4A5C-E777-A774D5E2EAE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8EA68B23-8755-B3EA-7D2D-E10650536039}"/>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27A85BB5-01A8-C673-4FB2-8A6A70C0D0BC}"/>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CCD6F748-FD10-01A1-C117-C2C7C5D09581}"/>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C7D3C2C5-6B6A-A710-9560-1187F86CA673}"/>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8" name="Picture 7">
            <a:extLst>
              <a:ext uri="{FF2B5EF4-FFF2-40B4-BE49-F238E27FC236}">
                <a16:creationId xmlns:a16="http://schemas.microsoft.com/office/drawing/2014/main" id="{2A549A37-AC31-4A9E-5DF8-EC60060341AB}"/>
              </a:ext>
            </a:extLst>
          </p:cNvPr>
          <p:cNvPicPr>
            <a:picLocks noChangeAspect="1"/>
          </p:cNvPicPr>
          <p:nvPr/>
        </p:nvPicPr>
        <p:blipFill>
          <a:blip r:embed="rId4"/>
          <a:stretch>
            <a:fillRect/>
          </a:stretch>
        </p:blipFill>
        <p:spPr>
          <a:xfrm>
            <a:off x="183271" y="104402"/>
            <a:ext cx="8274929" cy="4652173"/>
          </a:xfrm>
          <a:prstGeom prst="rect">
            <a:avLst/>
          </a:prstGeom>
        </p:spPr>
      </p:pic>
    </p:spTree>
    <p:extLst>
      <p:ext uri="{BB962C8B-B14F-4D97-AF65-F5344CB8AC3E}">
        <p14:creationId xmlns:p14="http://schemas.microsoft.com/office/powerpoint/2010/main" val="4038058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D52010-2C5C-E1A4-12C9-678698B8C434}"/>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3225D145-D367-6655-3D28-82EB81A4F00F}"/>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Schemas </a:t>
            </a:r>
            <a:r>
              <a:rPr lang="en-US" sz="2250" b="1" i="0" u="none" cap="none" dirty="0">
                <a:solidFill>
                  <a:srgbClr val="041E42"/>
                </a:solidFill>
                <a:latin typeface="Roboto"/>
                <a:ea typeface="Roboto"/>
                <a:cs typeface="Roboto"/>
              </a:rPr>
              <a:t>Compatibility</a:t>
            </a:r>
            <a:endParaRPr sz="3300" b="0" i="0" u="none" cap="none" dirty="0">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29E425E7-1C7E-445B-68FA-BAA4E07B99DA}"/>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1435BD72-A64C-03B8-C09C-68C34837CA4D}"/>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B3E6DD77-76CB-23A4-DE0A-E3740619695F}"/>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6D5F07EB-346F-4D79-F931-2E4C4CFA3CD1}"/>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2D4DD2AF-48C4-5D14-F429-20F20E9BD115}"/>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4" name="Picture 3">
            <a:extLst>
              <a:ext uri="{FF2B5EF4-FFF2-40B4-BE49-F238E27FC236}">
                <a16:creationId xmlns:a16="http://schemas.microsoft.com/office/drawing/2014/main" id="{36E4CE22-8EB5-29EB-B321-A85B063703F9}"/>
              </a:ext>
            </a:extLst>
          </p:cNvPr>
          <p:cNvPicPr>
            <a:picLocks noChangeAspect="1"/>
          </p:cNvPicPr>
          <p:nvPr/>
        </p:nvPicPr>
        <p:blipFill>
          <a:blip r:embed="rId4"/>
          <a:stretch>
            <a:fillRect/>
          </a:stretch>
        </p:blipFill>
        <p:spPr>
          <a:xfrm>
            <a:off x="609600" y="820289"/>
            <a:ext cx="6995160" cy="3932686"/>
          </a:xfrm>
          <a:prstGeom prst="rect">
            <a:avLst/>
          </a:prstGeom>
        </p:spPr>
      </p:pic>
    </p:spTree>
    <p:extLst>
      <p:ext uri="{BB962C8B-B14F-4D97-AF65-F5344CB8AC3E}">
        <p14:creationId xmlns:p14="http://schemas.microsoft.com/office/powerpoint/2010/main" val="439058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C22EE5-A4AD-3D69-72F1-D74773CF45B0}"/>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7D81BE39-15FE-F5CE-C530-752CCE6E8FFB}"/>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Schemas </a:t>
            </a:r>
            <a:r>
              <a:rPr lang="en-US" sz="2250" b="1" i="0" u="none" cap="none" dirty="0">
                <a:solidFill>
                  <a:srgbClr val="041E42"/>
                </a:solidFill>
                <a:latin typeface="Roboto"/>
                <a:ea typeface="Roboto"/>
                <a:cs typeface="Roboto"/>
              </a:rPr>
              <a:t>Registry Best Practices</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7B2C31C1-2CB3-73F3-FD5A-2C427F5231EE}"/>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514350" lvl="0" indent="-285750">
              <a:buFont typeface="Arial" panose="020B0604020202020204" pitchFamily="34" charset="0"/>
              <a:buChar char="•"/>
            </a:pPr>
            <a:r>
              <a:rPr lang="en-US" sz="1725" dirty="0">
                <a:latin typeface="Roboto"/>
                <a:ea typeface="Roboto"/>
                <a:cs typeface="Roboto"/>
              </a:rPr>
              <a:t>Adopt one </a:t>
            </a:r>
            <a:r>
              <a:rPr lang="en-US" sz="1725" b="1" dirty="0">
                <a:latin typeface="Roboto"/>
                <a:ea typeface="Roboto"/>
                <a:cs typeface="Roboto"/>
              </a:rPr>
              <a:t>naming strategy </a:t>
            </a:r>
            <a:r>
              <a:rPr lang="en-US" sz="1725" dirty="0">
                <a:latin typeface="Roboto"/>
                <a:ea typeface="Roboto"/>
                <a:cs typeface="Roboto"/>
              </a:rPr>
              <a:t>and apply it consistently. </a:t>
            </a:r>
          </a:p>
          <a:p>
            <a:pPr marL="514350" lvl="0" indent="-285750">
              <a:buFont typeface="Arial" panose="020B0604020202020204" pitchFamily="34" charset="0"/>
              <a:buChar char="•"/>
            </a:pPr>
            <a:r>
              <a:rPr lang="en-US" sz="1725" dirty="0">
                <a:latin typeface="Roboto"/>
                <a:ea typeface="Roboto"/>
                <a:cs typeface="Roboto"/>
              </a:rPr>
              <a:t>Default: </a:t>
            </a:r>
            <a:r>
              <a:rPr lang="en-US" sz="1725" b="1" dirty="0">
                <a:latin typeface="Roboto"/>
                <a:ea typeface="Roboto"/>
                <a:cs typeface="Roboto"/>
              </a:rPr>
              <a:t>&lt;topic-name&gt;-key and &lt;topic-name&gt;-value</a:t>
            </a:r>
            <a:r>
              <a:rPr lang="en-US" sz="1725" dirty="0">
                <a:latin typeface="Roboto"/>
                <a:ea typeface="Roboto"/>
                <a:cs typeface="Roboto"/>
              </a:rPr>
              <a:t>. </a:t>
            </a:r>
          </a:p>
          <a:p>
            <a:pPr marL="514350" lvl="0" indent="-285750">
              <a:buFont typeface="Arial" panose="020B0604020202020204" pitchFamily="34" charset="0"/>
              <a:buChar char="•"/>
            </a:pPr>
            <a:r>
              <a:rPr lang="en-US" sz="1725" dirty="0">
                <a:latin typeface="Roboto"/>
                <a:ea typeface="Roboto"/>
                <a:cs typeface="Roboto"/>
              </a:rPr>
              <a:t>Use lowercase, descriptive, domain-aligned topic names. </a:t>
            </a:r>
          </a:p>
          <a:p>
            <a:pPr marL="514350" lvl="0" indent="-285750">
              <a:buFont typeface="Arial" panose="020B0604020202020204" pitchFamily="34" charset="0"/>
              <a:buChar char="•"/>
            </a:pPr>
            <a:r>
              <a:rPr lang="en-US" sz="1725" dirty="0">
                <a:latin typeface="Roboto"/>
                <a:ea typeface="Roboto"/>
                <a:cs typeface="Roboto"/>
              </a:rPr>
              <a:t>Clearly distinguish key schemas from value schemas. </a:t>
            </a:r>
          </a:p>
          <a:p>
            <a:pPr marL="514350" lvl="0" indent="-285750">
              <a:buFont typeface="Arial" panose="020B0604020202020204" pitchFamily="34" charset="0"/>
              <a:buChar char="•"/>
            </a:pPr>
            <a:r>
              <a:rPr lang="en-US" sz="1725" dirty="0">
                <a:latin typeface="Roboto"/>
                <a:ea typeface="Roboto"/>
                <a:cs typeface="Roboto"/>
              </a:rPr>
              <a:t>Use </a:t>
            </a:r>
            <a:r>
              <a:rPr lang="en-US" sz="1725" b="1" dirty="0" err="1">
                <a:latin typeface="Roboto"/>
                <a:ea typeface="Roboto"/>
                <a:cs typeface="Roboto"/>
              </a:rPr>
              <a:t>RecordNameStrategy</a:t>
            </a:r>
            <a:r>
              <a:rPr lang="en-US" sz="1725" dirty="0">
                <a:latin typeface="Roboto"/>
                <a:ea typeface="Roboto"/>
                <a:cs typeface="Roboto"/>
              </a:rPr>
              <a:t> when multiple record types share a topic. </a:t>
            </a:r>
          </a:p>
          <a:p>
            <a:pPr marL="514350" lvl="0" indent="-285750">
              <a:buFont typeface="Arial" panose="020B0604020202020204" pitchFamily="34" charset="0"/>
              <a:buChar char="•"/>
            </a:pPr>
            <a:r>
              <a:rPr lang="en-US" sz="1725" dirty="0">
                <a:latin typeface="Roboto"/>
                <a:ea typeface="Roboto"/>
                <a:cs typeface="Roboto"/>
              </a:rPr>
              <a:t>Use </a:t>
            </a:r>
            <a:r>
              <a:rPr lang="en-US" sz="1725" b="1" dirty="0" err="1">
                <a:latin typeface="Roboto"/>
                <a:ea typeface="Roboto"/>
                <a:cs typeface="Roboto"/>
              </a:rPr>
              <a:t>TopicRecordNameStrategy</a:t>
            </a:r>
            <a:r>
              <a:rPr lang="en-US" sz="1725" dirty="0">
                <a:latin typeface="Roboto"/>
                <a:ea typeface="Roboto"/>
                <a:cs typeface="Roboto"/>
              </a:rPr>
              <a:t> when record names must remain topic-specific.  </a:t>
            </a:r>
          </a:p>
          <a:p>
            <a:pPr marL="514350" lvl="0" indent="-285750">
              <a:buFont typeface="Arial" panose="020B0604020202020204" pitchFamily="34" charset="0"/>
              <a:buChar char="•"/>
            </a:pPr>
            <a:r>
              <a:rPr lang="en-US" sz="1725" b="1" dirty="0">
                <a:latin typeface="Roboto"/>
                <a:ea typeface="Roboto"/>
                <a:cs typeface="Roboto"/>
              </a:rPr>
              <a:t>Do not mix naming strategies</a:t>
            </a:r>
            <a:r>
              <a:rPr lang="en-US" sz="1725" dirty="0">
                <a:latin typeface="Roboto"/>
                <a:ea typeface="Roboto"/>
                <a:cs typeface="Roboto"/>
              </a:rPr>
              <a:t>. </a:t>
            </a:r>
          </a:p>
          <a:p>
            <a:pPr marL="514350" lvl="0" indent="-285750">
              <a:buFont typeface="Arial" panose="020B0604020202020204" pitchFamily="34" charset="0"/>
              <a:buChar char="•"/>
            </a:pPr>
            <a:r>
              <a:rPr lang="en-US" sz="1725" dirty="0">
                <a:latin typeface="Roboto"/>
                <a:ea typeface="Roboto"/>
                <a:cs typeface="Roboto"/>
              </a:rPr>
              <a:t>Document the subject owner, business domain, and associated topic. </a:t>
            </a:r>
          </a:p>
          <a:p>
            <a:pPr marL="514350" lvl="0" indent="-285750">
              <a:buFont typeface="Arial" panose="020B0604020202020204" pitchFamily="34" charset="0"/>
              <a:buChar char="•"/>
            </a:pPr>
            <a:r>
              <a:rPr lang="en-US" sz="1725" dirty="0">
                <a:latin typeface="Roboto"/>
                <a:ea typeface="Roboto"/>
                <a:cs typeface="Roboto"/>
              </a:rPr>
              <a:t>Validate subject names and compatibility through CI/CD.</a:t>
            </a:r>
          </a:p>
        </p:txBody>
      </p:sp>
      <p:sp>
        <p:nvSpPr>
          <p:cNvPr id="1229" name="brand-top-rule">
            <a:extLst>
              <a:ext uri="{FF2B5EF4-FFF2-40B4-BE49-F238E27FC236}">
                <a16:creationId xmlns:a16="http://schemas.microsoft.com/office/drawing/2014/main" id="{29BCEF94-5B30-3BA9-B2BC-DF502B47C1D3}"/>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CE590C01-DDFB-350E-FC0B-21F343ECF40D}"/>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9142728E-EBB3-780E-B6C5-2B8FB0D077D7}"/>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39273458-BEE9-FDEE-5E39-08012C631969}"/>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3F769F96-5B4B-E942-A1CA-BC119C6BCA68}"/>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229152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1178" name="Google Shape;1178;p218">
            <a:extLst>
              <a:ext uri="{FF2B5EF4-FFF2-40B4-BE49-F238E27FC236}">
                <a16:creationId xmlns:a16="http://schemas.microsoft.com/office/drawing/2014/main" id="{4DEDD146-A3B1-4785-A333-5091F68B5AD1}"/>
              </a:ext>
            </a:extLst>
          </p:cNvPr>
          <p:cNvSpPr>
            <a:spLocks noGrp="1"/>
          </p:cNvSpPr>
          <p:nvPr>
            <p:ph type="title"/>
          </p:nvPr>
        </p:nvSpPr>
        <p:spPr>
          <a:xfrm>
            <a:off x="552450" y="1971675"/>
            <a:ext cx="6191250" cy="5905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2850" b="1">
                <a:solidFill>
                  <a:srgbClr val="FFFFFF"/>
                </a:solidFill>
                <a:latin typeface="Roboto"/>
                <a:ea typeface="Roboto"/>
                <a:cs typeface="Roboto"/>
              </a:defRPr>
            </a:pPr>
            <a:r>
              <a:rPr sz="2850" b="1">
                <a:solidFill>
                  <a:srgbClr val="FFFFFF"/>
                </a:solidFill>
                <a:latin typeface="Roboto"/>
                <a:ea typeface="Roboto"/>
                <a:cs typeface="Roboto"/>
              </a:rPr>
              <a:t>Kafka Connect</a:t>
            </a:r>
            <a:endParaRPr/>
          </a:p>
        </p:txBody>
      </p:sp>
      <p:sp>
        <p:nvSpPr>
          <p:cNvPr id="1179" name="divider-orange-rail">
            <a:extLst>
              <a:ext uri="{FF2B5EF4-FFF2-40B4-BE49-F238E27FC236}">
                <a16:creationId xmlns:a16="http://schemas.microsoft.com/office/drawing/2014/main" id="{99649611-61C3-4E8C-8606-96A3EBCB752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180" name="divider-accent-line">
            <a:extLst>
              <a:ext uri="{FF2B5EF4-FFF2-40B4-BE49-F238E27FC236}">
                <a16:creationId xmlns:a16="http://schemas.microsoft.com/office/drawing/2014/main" id="{6C5859CF-696B-4614-A02D-1ABFA15E435C}"/>
              </a:ext>
            </a:extLst>
          </p:cNvPr>
          <p:cNvSpPr>
            <a:spLocks noGrp="1"/>
          </p:cNvSpPr>
          <p:nvPr/>
        </p:nvSpPr>
        <p:spPr>
          <a:xfrm>
            <a:off x="552450" y="2667000"/>
            <a:ext cx="1428750" cy="38100"/>
          </a:xfrm>
          <a:prstGeom prst="rect">
            <a:avLst/>
          </a:prstGeom>
          <a:solidFill>
            <a:srgbClr val="BF5700"/>
          </a:solidFill>
          <a:ln w="0">
            <a:solidFill>
              <a:srgbClr val="BF5700"/>
            </a:solidFill>
            <a:prstDash val="solid"/>
          </a:ln>
        </p:spPr>
        <p:txBody>
          <a:bodyPr/>
          <a:lstStyle/>
          <a:p>
            <a:endParaRPr lang="en-US"/>
          </a:p>
        </p:txBody>
      </p:sp>
      <p:sp>
        <p:nvSpPr>
          <p:cNvPr id="1181" name="divider-eyebrow">
            <a:extLst>
              <a:ext uri="{FF2B5EF4-FFF2-40B4-BE49-F238E27FC236}">
                <a16:creationId xmlns:a16="http://schemas.microsoft.com/office/drawing/2014/main" id="{AE7EDFE2-0E86-4122-A3FC-25702110E791}"/>
              </a:ext>
            </a:extLst>
          </p:cNvPr>
          <p:cNvSpPr>
            <a:spLocks noGrp="1"/>
          </p:cNvSpPr>
          <p:nvPr/>
        </p:nvSpPr>
        <p:spPr>
          <a:xfrm>
            <a:off x="571500" y="1666875"/>
            <a:ext cx="1714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REUSABLE INTEGRATION</a:t>
            </a:r>
          </a:p>
        </p:txBody>
      </p:sp>
      <p:pic>
        <p:nvPicPr>
          <p:cNvPr id="1189" name="Picture 1188"/>
          <p:cNvPicPr>
            <a:picLocks noChangeAspect="1"/>
          </p:cNvPicPr>
          <p:nvPr/>
        </p:nvPicPr>
        <p:blipFill>
          <a:blip r:embed="rId3"/>
          <a:stretch/>
        </p:blipFill>
        <p:spPr>
          <a:xfrm>
            <a:off x="183271" y="4848225"/>
            <a:ext cx="852659" cy="266700"/>
          </a:xfrm>
          <a:prstGeom prst="rect">
            <a:avLst/>
          </a:prstGeom>
        </p:spPr>
      </p:pic>
      <p:sp>
        <p:nvSpPr>
          <p:cNvPr id="1183" name="confidential-footer">
            <a:extLst>
              <a:ext uri="{FF2B5EF4-FFF2-40B4-BE49-F238E27FC236}">
                <a16:creationId xmlns:a16="http://schemas.microsoft.com/office/drawing/2014/main" id="{DFC43709-7C9D-41CC-B3B4-FE8CA3A5260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1049933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Connect standardizes movement into and out of Kafka</a:t>
            </a:r>
            <a:endParaRPr sz="3300" b="0" i="0" u="none" cap="none" dirty="0">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4" name="Picture 3">
            <a:extLst>
              <a:ext uri="{FF2B5EF4-FFF2-40B4-BE49-F238E27FC236}">
                <a16:creationId xmlns:a16="http://schemas.microsoft.com/office/drawing/2014/main" id="{07040E0A-15B7-A618-DF0F-20733642EEF6}"/>
              </a:ext>
            </a:extLst>
          </p:cNvPr>
          <p:cNvPicPr>
            <a:picLocks noChangeAspect="1"/>
          </p:cNvPicPr>
          <p:nvPr/>
        </p:nvPicPr>
        <p:blipFill>
          <a:blip r:embed="rId4"/>
          <a:stretch>
            <a:fillRect/>
          </a:stretch>
        </p:blipFill>
        <p:spPr>
          <a:xfrm>
            <a:off x="839095" y="661506"/>
            <a:ext cx="7196867" cy="4046086"/>
          </a:xfrm>
          <a:prstGeom prst="rect">
            <a:avLst/>
          </a:prstGeom>
        </p:spPr>
      </p:pic>
    </p:spTree>
    <p:extLst>
      <p:ext uri="{BB962C8B-B14F-4D97-AF65-F5344CB8AC3E}">
        <p14:creationId xmlns:p14="http://schemas.microsoft.com/office/powerpoint/2010/main" val="1168914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8D3913-E6D4-18D9-4F74-AD0E2C21C57F}"/>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A8FD2F80-F02F-E1A6-B2A9-A816CCED1FE4}"/>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Connect standardizes movement into and out of Kafka</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95636168-D2D3-3E61-93B0-590472AB8D6A}"/>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Source connectors bring data into Kafka</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Sink connectors deliver Kafka data outward</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Plugins encapsulate system-specific integration</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Configuration replaces much custom plumbing code</a:t>
            </a:r>
            <a:endParaRPr/>
          </a:p>
        </p:txBody>
      </p:sp>
      <p:sp>
        <p:nvSpPr>
          <p:cNvPr id="1229" name="brand-top-rule">
            <a:extLst>
              <a:ext uri="{FF2B5EF4-FFF2-40B4-BE49-F238E27FC236}">
                <a16:creationId xmlns:a16="http://schemas.microsoft.com/office/drawing/2014/main" id="{40B4BB18-F2FE-97BC-9C5D-727C7F3CB654}"/>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F74CEC3-7DAC-05EE-7E80-A8B55D4C39F2}"/>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6EF74C20-3B9C-0850-0C76-0486DD7435E4}"/>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18A13EF9-6CC3-11AD-8369-3601E6E2C04F}"/>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CB0AEE46-E055-0277-0930-15E3BAF87E2D}"/>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379636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A2C1F3F-08AF-4C7F-7A00-994379281237}"/>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AA5D159A-ED30-0882-7EE2-7FED5E8A7663}"/>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Connect standardizes movement into and out of Kafka</a:t>
            </a:r>
            <a:endParaRPr sz="3300" b="0" i="0" u="none" cap="none">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C5F3F6CC-8E07-B403-8892-BC1C5F898300}"/>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79630B5-0EDF-8DA3-EA06-9E52B068DAFE}"/>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48FA7A29-AC03-FC4F-00F6-5F86808AB6EB}"/>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4427865C-2290-57AD-2DD8-DC1833BCBEE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E605FFA5-D8EF-0390-5370-617BD23B1409}"/>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4" name="Picture 3">
            <a:extLst>
              <a:ext uri="{FF2B5EF4-FFF2-40B4-BE49-F238E27FC236}">
                <a16:creationId xmlns:a16="http://schemas.microsoft.com/office/drawing/2014/main" id="{0BB37532-1A1A-DD06-25A4-B9D948837544}"/>
              </a:ext>
            </a:extLst>
          </p:cNvPr>
          <p:cNvPicPr>
            <a:picLocks noChangeAspect="1"/>
          </p:cNvPicPr>
          <p:nvPr/>
        </p:nvPicPr>
        <p:blipFill>
          <a:blip r:embed="rId4"/>
          <a:stretch>
            <a:fillRect/>
          </a:stretch>
        </p:blipFill>
        <p:spPr>
          <a:xfrm>
            <a:off x="1301674" y="733170"/>
            <a:ext cx="7156525" cy="4023405"/>
          </a:xfrm>
          <a:prstGeom prst="rect">
            <a:avLst/>
          </a:prstGeom>
        </p:spPr>
      </p:pic>
    </p:spTree>
    <p:extLst>
      <p:ext uri="{BB962C8B-B14F-4D97-AF65-F5344CB8AC3E}">
        <p14:creationId xmlns:p14="http://schemas.microsoft.com/office/powerpoint/2010/main" val="3577357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Reliability must be designed into each connector</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Retries handle temporary failures</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Dead-letter queues isolate problematic records</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Offsets support restart and recovery</a:t>
            </a:r>
            <a:endParaRPr/>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a:solidFill>
                  <a:srgbClr val="3A3838"/>
                </a:solidFill>
                <a:latin typeface="Roboto"/>
                <a:ea typeface="Roboto"/>
                <a:cs typeface="Roboto"/>
              </a:rPr>
              <a:t>External-system behavior determines end-to-end guarantees</a:t>
            </a:r>
            <a:endParaRPr/>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Workers, connectors and tasks scale independently</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2600661"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Workers form the Connect runtime cluster</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A connector represents one integration</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Tasks perform the parallel work</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Internal topics store configuration, status and offsets</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2" name="Picture 1">
            <a:extLst>
              <a:ext uri="{FF2B5EF4-FFF2-40B4-BE49-F238E27FC236}">
                <a16:creationId xmlns:a16="http://schemas.microsoft.com/office/drawing/2014/main" id="{886EE86C-E4DD-BEE6-4D1A-DFEE8F1FA835}"/>
              </a:ext>
            </a:extLst>
          </p:cNvPr>
          <p:cNvPicPr>
            <a:picLocks noChangeAspect="1"/>
          </p:cNvPicPr>
          <p:nvPr/>
        </p:nvPicPr>
        <p:blipFill>
          <a:blip r:embed="rId4"/>
          <a:stretch>
            <a:fillRect/>
          </a:stretch>
        </p:blipFill>
        <p:spPr>
          <a:xfrm>
            <a:off x="2829261" y="846122"/>
            <a:ext cx="6145306" cy="3454897"/>
          </a:xfrm>
          <a:prstGeom prst="rect">
            <a:avLst/>
          </a:prstGeom>
        </p:spPr>
      </p:pic>
    </p:spTree>
    <p:extLst>
      <p:ext uri="{BB962C8B-B14F-4D97-AF65-F5344CB8AC3E}">
        <p14:creationId xmlns:p14="http://schemas.microsoft.com/office/powerpoint/2010/main" val="1168914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1178" name="Google Shape;1178;p218">
            <a:extLst>
              <a:ext uri="{FF2B5EF4-FFF2-40B4-BE49-F238E27FC236}">
                <a16:creationId xmlns:a16="http://schemas.microsoft.com/office/drawing/2014/main" id="{4DEDD146-A3B1-4785-A333-5091F68B5AD1}"/>
              </a:ext>
            </a:extLst>
          </p:cNvPr>
          <p:cNvSpPr>
            <a:spLocks noGrp="1"/>
          </p:cNvSpPr>
          <p:nvPr>
            <p:ph type="title"/>
          </p:nvPr>
        </p:nvSpPr>
        <p:spPr>
          <a:xfrm>
            <a:off x="552450" y="1971675"/>
            <a:ext cx="6191250" cy="5905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2850" b="1">
                <a:solidFill>
                  <a:srgbClr val="FFFFFF"/>
                </a:solidFill>
                <a:latin typeface="Roboto"/>
                <a:ea typeface="Roboto"/>
                <a:cs typeface="Roboto"/>
              </a:defRPr>
            </a:pPr>
            <a:r>
              <a:rPr sz="2850" b="1">
                <a:solidFill>
                  <a:srgbClr val="FFFFFF"/>
                </a:solidFill>
                <a:latin typeface="Roboto"/>
                <a:ea typeface="Roboto"/>
                <a:cs typeface="Roboto"/>
              </a:rPr>
              <a:t>Kafka REST Proxy</a:t>
            </a:r>
            <a:endParaRPr/>
          </a:p>
        </p:txBody>
      </p:sp>
      <p:sp>
        <p:nvSpPr>
          <p:cNvPr id="1179" name="divider-orange-rail">
            <a:extLst>
              <a:ext uri="{FF2B5EF4-FFF2-40B4-BE49-F238E27FC236}">
                <a16:creationId xmlns:a16="http://schemas.microsoft.com/office/drawing/2014/main" id="{99649611-61C3-4E8C-8606-96A3EBCB752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180" name="divider-accent-line">
            <a:extLst>
              <a:ext uri="{FF2B5EF4-FFF2-40B4-BE49-F238E27FC236}">
                <a16:creationId xmlns:a16="http://schemas.microsoft.com/office/drawing/2014/main" id="{6C5859CF-696B-4614-A02D-1ABFA15E435C}"/>
              </a:ext>
            </a:extLst>
          </p:cNvPr>
          <p:cNvSpPr>
            <a:spLocks noGrp="1"/>
          </p:cNvSpPr>
          <p:nvPr/>
        </p:nvSpPr>
        <p:spPr>
          <a:xfrm>
            <a:off x="552450" y="2667000"/>
            <a:ext cx="1428750" cy="38100"/>
          </a:xfrm>
          <a:prstGeom prst="rect">
            <a:avLst/>
          </a:prstGeom>
          <a:solidFill>
            <a:srgbClr val="BF5700"/>
          </a:solidFill>
          <a:ln w="0">
            <a:solidFill>
              <a:srgbClr val="BF5700"/>
            </a:solidFill>
            <a:prstDash val="solid"/>
          </a:ln>
        </p:spPr>
        <p:txBody>
          <a:bodyPr/>
          <a:lstStyle/>
          <a:p>
            <a:endParaRPr lang="en-US"/>
          </a:p>
        </p:txBody>
      </p:sp>
      <p:sp>
        <p:nvSpPr>
          <p:cNvPr id="1181" name="divider-eyebrow">
            <a:extLst>
              <a:ext uri="{FF2B5EF4-FFF2-40B4-BE49-F238E27FC236}">
                <a16:creationId xmlns:a16="http://schemas.microsoft.com/office/drawing/2014/main" id="{AE7EDFE2-0E86-4122-A3FC-25702110E791}"/>
              </a:ext>
            </a:extLst>
          </p:cNvPr>
          <p:cNvSpPr>
            <a:spLocks noGrp="1"/>
          </p:cNvSpPr>
          <p:nvPr/>
        </p:nvSpPr>
        <p:spPr>
          <a:xfrm>
            <a:off x="571500" y="1666875"/>
            <a:ext cx="1714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HTTP ACCESS</a:t>
            </a:r>
          </a:p>
        </p:txBody>
      </p:sp>
      <p:pic>
        <p:nvPicPr>
          <p:cNvPr id="1189" name="Picture 1188"/>
          <p:cNvPicPr>
            <a:picLocks noChangeAspect="1"/>
          </p:cNvPicPr>
          <p:nvPr/>
        </p:nvPicPr>
        <p:blipFill>
          <a:blip r:embed="rId3"/>
          <a:stretch/>
        </p:blipFill>
        <p:spPr>
          <a:xfrm>
            <a:off x="183271" y="4848225"/>
            <a:ext cx="852659" cy="266700"/>
          </a:xfrm>
          <a:prstGeom prst="rect">
            <a:avLst/>
          </a:prstGeom>
        </p:spPr>
      </p:pic>
      <p:sp>
        <p:nvSpPr>
          <p:cNvPr id="1183" name="confidential-footer">
            <a:extLst>
              <a:ext uri="{FF2B5EF4-FFF2-40B4-BE49-F238E27FC236}">
                <a16:creationId xmlns:a16="http://schemas.microsoft.com/office/drawing/2014/main" id="{DFC43709-7C9D-41CC-B3B4-FE8CA3A5260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1049933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REST Proxy brings Kafka access to HTTP clients</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183271" y="995590"/>
            <a:ext cx="3095513" cy="3423300"/>
          </a:xfrm>
          <a:prstGeom prst="rect">
            <a:avLst/>
          </a:prstGeom>
          <a:noFill/>
          <a:ln>
            <a:noFill/>
          </a:ln>
        </p:spPr>
        <p:txBody>
          <a:bodyPr spcFirstLastPara="1" wrap="square" lIns="68575" tIns="34275" rIns="68575" bIns="34275" anchor="t">
            <a:noAutofit/>
          </a:bodyPr>
          <a:lstStyle/>
          <a:p>
            <a:pPr marL="255588" marR="0" lvl="0" indent="-255588"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Applications produce records through HTTP</a:t>
            </a:r>
            <a:endParaRPr dirty="0"/>
          </a:p>
          <a:p>
            <a:pPr marL="255588" marR="0" lvl="0" indent="-255588"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dirty="0">
                <a:latin typeface="Roboto"/>
                <a:ea typeface="Roboto"/>
                <a:cs typeface="Roboto"/>
              </a:rPr>
              <a:t>REST consumers can read topic records</a:t>
            </a:r>
          </a:p>
          <a:p>
            <a:pPr marL="255588" marR="0" lvl="0" indent="-255588"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dirty="0">
                <a:latin typeface="Roboto"/>
                <a:ea typeface="Roboto"/>
                <a:cs typeface="Roboto"/>
              </a:rPr>
              <a:t>Schema-aware formats integrate with Schema Registry</a:t>
            </a:r>
          </a:p>
          <a:p>
            <a:pPr marL="255588" marR="0" lvl="0" indent="-255588"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dirty="0">
                <a:latin typeface="Roboto"/>
                <a:ea typeface="Roboto"/>
                <a:cs typeface="Roboto"/>
              </a:rPr>
              <a:t>TLS and authorization still protect Kafka resources</a:t>
            </a:r>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4" name="Picture 3">
            <a:extLst>
              <a:ext uri="{FF2B5EF4-FFF2-40B4-BE49-F238E27FC236}">
                <a16:creationId xmlns:a16="http://schemas.microsoft.com/office/drawing/2014/main" id="{9638C446-9519-AE3D-52CE-A877DD586A2C}"/>
              </a:ext>
            </a:extLst>
          </p:cNvPr>
          <p:cNvPicPr>
            <a:picLocks noChangeAspect="1"/>
          </p:cNvPicPr>
          <p:nvPr/>
        </p:nvPicPr>
        <p:blipFill>
          <a:blip r:embed="rId4"/>
          <a:stretch>
            <a:fillRect/>
          </a:stretch>
        </p:blipFill>
        <p:spPr>
          <a:xfrm>
            <a:off x="3201843" y="919390"/>
            <a:ext cx="5326750" cy="2994704"/>
          </a:xfrm>
          <a:prstGeom prst="rect">
            <a:avLst/>
          </a:prstGeom>
        </p:spPr>
      </p:pic>
    </p:spTree>
    <p:extLst>
      <p:ext uri="{BB962C8B-B14F-4D97-AF65-F5344CB8AC3E}">
        <p14:creationId xmlns:p14="http://schemas.microsoft.com/office/powerpoint/2010/main" val="1168914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Use REST Proxy selectively</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Good fit: lightweight or legacy HTTP integration</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dirty="0">
                <a:latin typeface="Roboto"/>
                <a:ea typeface="Roboto"/>
                <a:cs typeface="Roboto"/>
              </a:rPr>
              <a:t>Tradeoff</a:t>
            </a:r>
            <a:r>
              <a:rPr sz="1725" b="0" i="0" u="none" cap="none" dirty="0">
                <a:solidFill>
                  <a:srgbClr val="3A3838"/>
                </a:solidFill>
                <a:latin typeface="Roboto"/>
                <a:ea typeface="Roboto"/>
                <a:cs typeface="Roboto"/>
              </a:rPr>
              <a:t>: an extra network and serialization hop</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Native clients offer richer control and efficiency</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REST Proxy is not an API-management replacement</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9FA03D-1F69-9EA4-0541-241BDAF4D48C}"/>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D977A150-FB1D-AF24-1E11-E75582217742}"/>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lvl="0">
              <a:buSzPts val="3300"/>
              <a:defRPr sz="2250" b="1">
                <a:solidFill>
                  <a:srgbClr val="041E42"/>
                </a:solidFill>
                <a:latin typeface="Roboto"/>
                <a:ea typeface="Roboto"/>
                <a:cs typeface="Roboto"/>
              </a:defRPr>
            </a:pPr>
            <a:r>
              <a:rPr lang="en-US" sz="2250" b="1" dirty="0">
                <a:solidFill>
                  <a:srgbClr val="041E42"/>
                </a:solidFill>
                <a:latin typeface="Roboto"/>
              </a:rPr>
              <a:t>REST Consumer Instance Limitations</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395F1678-EE2D-99E3-827E-33934FC5F309}"/>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514350" lvl="0" indent="-285750">
              <a:buFont typeface="Arial" panose="020B0604020202020204" pitchFamily="34" charset="0"/>
              <a:buChar char="•"/>
            </a:pPr>
            <a:r>
              <a:rPr lang="en-US" sz="1600" dirty="0">
                <a:latin typeface="Roboto"/>
                <a:ea typeface="Roboto"/>
                <a:cs typeface="Roboto"/>
              </a:rPr>
              <a:t>REST consumers are </a:t>
            </a:r>
            <a:r>
              <a:rPr lang="en-US" sz="1725" b="1" dirty="0">
                <a:latin typeface="Roboto"/>
                <a:ea typeface="Roboto"/>
                <a:cs typeface="Roboto"/>
              </a:rPr>
              <a:t>stateful server-side instances </a:t>
            </a:r>
            <a:r>
              <a:rPr lang="en-US" sz="1600" dirty="0">
                <a:latin typeface="Roboto"/>
                <a:ea typeface="Roboto"/>
                <a:cs typeface="Roboto"/>
              </a:rPr>
              <a:t>that must be created and maintained. </a:t>
            </a:r>
          </a:p>
          <a:p>
            <a:pPr marL="514350" lvl="0" indent="-285750">
              <a:buFont typeface="Arial" panose="020B0604020202020204" pitchFamily="34" charset="0"/>
              <a:buChar char="•"/>
            </a:pPr>
            <a:r>
              <a:rPr lang="en-US" sz="1600" dirty="0">
                <a:latin typeface="Roboto"/>
                <a:ea typeface="Roboto"/>
                <a:cs typeface="Roboto"/>
              </a:rPr>
              <a:t>Clients must use the returned consumer instance URL for subsequent subscribe and poll requests. </a:t>
            </a:r>
          </a:p>
          <a:p>
            <a:pPr marL="514350" lvl="0" indent="-285750">
              <a:buFont typeface="Arial" panose="020B0604020202020204" pitchFamily="34" charset="0"/>
              <a:buChar char="•"/>
            </a:pPr>
            <a:r>
              <a:rPr lang="en-US" sz="1600" dirty="0">
                <a:latin typeface="Roboto"/>
                <a:ea typeface="Roboto"/>
                <a:cs typeface="Roboto"/>
              </a:rPr>
              <a:t>Consumer instances can expire after inactivity and require recreation. </a:t>
            </a:r>
          </a:p>
          <a:p>
            <a:pPr marL="514350" lvl="0" indent="-285750">
              <a:buFont typeface="Arial" panose="020B0604020202020204" pitchFamily="34" charset="0"/>
              <a:buChar char="•"/>
            </a:pPr>
            <a:r>
              <a:rPr lang="en-US" sz="1600" dirty="0">
                <a:latin typeface="Roboto"/>
                <a:ea typeface="Roboto"/>
                <a:cs typeface="Roboto"/>
              </a:rPr>
              <a:t>HTTP polling adds latency and protocol overhead compared with native Kafka consumers. </a:t>
            </a:r>
          </a:p>
          <a:p>
            <a:pPr marL="514350" lvl="0" indent="-285750">
              <a:buFont typeface="Arial" panose="020B0604020202020204" pitchFamily="34" charset="0"/>
              <a:buChar char="•"/>
            </a:pPr>
            <a:r>
              <a:rPr lang="en-US" sz="1600" dirty="0">
                <a:latin typeface="Roboto"/>
                <a:ea typeface="Roboto"/>
                <a:cs typeface="Roboto"/>
              </a:rPr>
              <a:t>Offset commits, retries, rebalances, and instance cleanup remain the client’s responsibility. </a:t>
            </a:r>
          </a:p>
          <a:p>
            <a:pPr marL="514350" lvl="0" indent="-285750">
              <a:buFont typeface="Arial" panose="020B0604020202020204" pitchFamily="34" charset="0"/>
              <a:buChar char="•"/>
            </a:pPr>
            <a:r>
              <a:rPr lang="en-US" sz="1600" dirty="0">
                <a:latin typeface="Roboto"/>
                <a:ea typeface="Roboto"/>
                <a:cs typeface="Roboto"/>
              </a:rPr>
              <a:t>Best suited to moderate-volume integration, not high-throughput streaming workloads. </a:t>
            </a:r>
          </a:p>
          <a:p>
            <a:pPr marL="514350" lvl="0" indent="-285750">
              <a:buFont typeface="Arial" panose="020B0604020202020204" pitchFamily="34" charset="0"/>
              <a:buChar char="•"/>
            </a:pPr>
            <a:r>
              <a:rPr lang="en-US" sz="1600" dirty="0">
                <a:latin typeface="Roboto"/>
                <a:ea typeface="Roboto"/>
                <a:cs typeface="Roboto"/>
              </a:rPr>
              <a:t>Native Kafka consumers provide better performance, control, and delivery semantics.</a:t>
            </a:r>
          </a:p>
        </p:txBody>
      </p:sp>
      <p:sp>
        <p:nvSpPr>
          <p:cNvPr id="1229" name="brand-top-rule">
            <a:extLst>
              <a:ext uri="{FF2B5EF4-FFF2-40B4-BE49-F238E27FC236}">
                <a16:creationId xmlns:a16="http://schemas.microsoft.com/office/drawing/2014/main" id="{D7E463CD-E546-54E2-CB01-B0669B2106F5}"/>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DDBC2074-AE13-47A0-49C9-AFE745E0C7D6}"/>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60E671E6-7AE0-F78A-0B7F-D4F99F332F73}"/>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3F91D13-5B11-A7D7-4610-C30E4E1652E1}"/>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3307822E-D5AB-4341-6D84-16DE5D7691D5}"/>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32123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11418B-C418-A1E9-D50A-BE8930DABD4D}"/>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6F66CABA-BC9B-2B16-3CD0-13E6FD70F744}"/>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lvl="0">
              <a:buSzPts val="3300"/>
              <a:defRPr sz="2250" b="1">
                <a:solidFill>
                  <a:srgbClr val="041E42"/>
                </a:solidFill>
                <a:latin typeface="Roboto"/>
                <a:ea typeface="Roboto"/>
                <a:cs typeface="Roboto"/>
              </a:defRPr>
            </a:pPr>
            <a:r>
              <a:rPr lang="en-US" sz="2250" b="1" dirty="0">
                <a:solidFill>
                  <a:srgbClr val="041E42"/>
                </a:solidFill>
                <a:latin typeface="Roboto"/>
              </a:rPr>
              <a:t>REST Producer/Consumer Instance</a:t>
            </a:r>
            <a:endParaRPr sz="3300" b="0" i="0" u="none" cap="none" dirty="0">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C1A153CB-EA04-3F5D-8152-1A9384227F77}"/>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45F47383-B0A2-F403-79DC-B15A4CE7154B}"/>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B15EA410-A8E5-47A6-3910-41926BC0F88C}"/>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6BB77564-58A0-129E-59B1-57D3D7951849}"/>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5B5D41BF-81D8-CE79-5E54-64E3F25D819B}"/>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4" name="Picture 3">
            <a:extLst>
              <a:ext uri="{FF2B5EF4-FFF2-40B4-BE49-F238E27FC236}">
                <a16:creationId xmlns:a16="http://schemas.microsoft.com/office/drawing/2014/main" id="{335B9F8F-69BC-B64F-F155-78E4DC52D70C}"/>
              </a:ext>
            </a:extLst>
          </p:cNvPr>
          <p:cNvPicPr>
            <a:picLocks noChangeAspect="1"/>
          </p:cNvPicPr>
          <p:nvPr/>
        </p:nvPicPr>
        <p:blipFill>
          <a:blip r:embed="rId4"/>
          <a:stretch>
            <a:fillRect/>
          </a:stretch>
        </p:blipFill>
        <p:spPr>
          <a:xfrm>
            <a:off x="1035930" y="834641"/>
            <a:ext cx="6661673" cy="3745199"/>
          </a:xfrm>
          <a:prstGeom prst="rect">
            <a:avLst/>
          </a:prstGeom>
        </p:spPr>
      </p:pic>
    </p:spTree>
    <p:extLst>
      <p:ext uri="{BB962C8B-B14F-4D97-AF65-F5344CB8AC3E}">
        <p14:creationId xmlns:p14="http://schemas.microsoft.com/office/powerpoint/2010/main" val="2645209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1178" name="Google Shape;1178;p218">
            <a:extLst>
              <a:ext uri="{FF2B5EF4-FFF2-40B4-BE49-F238E27FC236}">
                <a16:creationId xmlns:a16="http://schemas.microsoft.com/office/drawing/2014/main" id="{4DEDD146-A3B1-4785-A333-5091F68B5AD1}"/>
              </a:ext>
            </a:extLst>
          </p:cNvPr>
          <p:cNvSpPr>
            <a:spLocks noGrp="1"/>
          </p:cNvSpPr>
          <p:nvPr>
            <p:ph type="title"/>
          </p:nvPr>
        </p:nvSpPr>
        <p:spPr>
          <a:xfrm>
            <a:off x="552450" y="1971675"/>
            <a:ext cx="6191250" cy="5905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2850" b="1">
                <a:solidFill>
                  <a:srgbClr val="FFFFFF"/>
                </a:solidFill>
                <a:latin typeface="Roboto"/>
                <a:ea typeface="Roboto"/>
                <a:cs typeface="Roboto"/>
              </a:defRPr>
            </a:pPr>
            <a:r>
              <a:rPr sz="2850" b="1">
                <a:solidFill>
                  <a:srgbClr val="FFFFFF"/>
                </a:solidFill>
                <a:latin typeface="Roboto"/>
                <a:ea typeface="Roboto"/>
                <a:cs typeface="Roboto"/>
              </a:rPr>
              <a:t>Stream Processing</a:t>
            </a:r>
            <a:endParaRPr/>
          </a:p>
        </p:txBody>
      </p:sp>
      <p:sp>
        <p:nvSpPr>
          <p:cNvPr id="1179" name="divider-orange-rail">
            <a:extLst>
              <a:ext uri="{FF2B5EF4-FFF2-40B4-BE49-F238E27FC236}">
                <a16:creationId xmlns:a16="http://schemas.microsoft.com/office/drawing/2014/main" id="{99649611-61C3-4E8C-8606-96A3EBCB752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180" name="divider-accent-line">
            <a:extLst>
              <a:ext uri="{FF2B5EF4-FFF2-40B4-BE49-F238E27FC236}">
                <a16:creationId xmlns:a16="http://schemas.microsoft.com/office/drawing/2014/main" id="{6C5859CF-696B-4614-A02D-1ABFA15E435C}"/>
              </a:ext>
            </a:extLst>
          </p:cNvPr>
          <p:cNvSpPr>
            <a:spLocks noGrp="1"/>
          </p:cNvSpPr>
          <p:nvPr/>
        </p:nvSpPr>
        <p:spPr>
          <a:xfrm>
            <a:off x="552450" y="2667000"/>
            <a:ext cx="1428750" cy="38100"/>
          </a:xfrm>
          <a:prstGeom prst="rect">
            <a:avLst/>
          </a:prstGeom>
          <a:solidFill>
            <a:srgbClr val="BF5700"/>
          </a:solidFill>
          <a:ln w="0">
            <a:solidFill>
              <a:srgbClr val="BF5700"/>
            </a:solidFill>
            <a:prstDash val="solid"/>
          </a:ln>
        </p:spPr>
        <p:txBody>
          <a:bodyPr/>
          <a:lstStyle/>
          <a:p>
            <a:endParaRPr lang="en-US"/>
          </a:p>
        </p:txBody>
      </p:sp>
      <p:sp>
        <p:nvSpPr>
          <p:cNvPr id="1181" name="divider-eyebrow">
            <a:extLst>
              <a:ext uri="{FF2B5EF4-FFF2-40B4-BE49-F238E27FC236}">
                <a16:creationId xmlns:a16="http://schemas.microsoft.com/office/drawing/2014/main" id="{AE7EDFE2-0E86-4122-A3FC-25702110E791}"/>
              </a:ext>
            </a:extLst>
          </p:cNvPr>
          <p:cNvSpPr>
            <a:spLocks noGrp="1"/>
          </p:cNvSpPr>
          <p:nvPr/>
        </p:nvSpPr>
        <p:spPr>
          <a:xfrm>
            <a:off x="571500" y="1666875"/>
            <a:ext cx="1714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KSQLDB AND FLINK</a:t>
            </a:r>
          </a:p>
        </p:txBody>
      </p:sp>
      <p:pic>
        <p:nvPicPr>
          <p:cNvPr id="1189" name="Picture 1188"/>
          <p:cNvPicPr>
            <a:picLocks noChangeAspect="1"/>
          </p:cNvPicPr>
          <p:nvPr/>
        </p:nvPicPr>
        <p:blipFill>
          <a:blip r:embed="rId3"/>
          <a:stretch/>
        </p:blipFill>
        <p:spPr>
          <a:xfrm>
            <a:off x="183271" y="4848225"/>
            <a:ext cx="852659" cy="266700"/>
          </a:xfrm>
          <a:prstGeom prst="rect">
            <a:avLst/>
          </a:prstGeom>
        </p:spPr>
      </p:pic>
      <p:sp>
        <p:nvSpPr>
          <p:cNvPr id="1183" name="confidential-footer">
            <a:extLst>
              <a:ext uri="{FF2B5EF4-FFF2-40B4-BE49-F238E27FC236}">
                <a16:creationId xmlns:a16="http://schemas.microsoft.com/office/drawing/2014/main" id="{DFC43709-7C9D-41CC-B3B4-FE8CA3A5260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1049933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err="1">
                <a:solidFill>
                  <a:srgbClr val="041E42"/>
                </a:solidFill>
                <a:latin typeface="Roboto"/>
                <a:ea typeface="Roboto"/>
                <a:cs typeface="Roboto"/>
              </a:rPr>
              <a:t>ksqlDB</a:t>
            </a:r>
            <a:r>
              <a:rPr sz="2250" b="1" i="0" u="none" cap="none" dirty="0">
                <a:solidFill>
                  <a:srgbClr val="041E42"/>
                </a:solidFill>
                <a:latin typeface="Roboto"/>
                <a:ea typeface="Roboto"/>
                <a:cs typeface="Roboto"/>
              </a:rPr>
              <a:t> makes common stream processing approachable</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2747443" cy="3423300"/>
          </a:xfrm>
          <a:prstGeom prst="rect">
            <a:avLst/>
          </a:prstGeom>
          <a:noFill/>
          <a:ln>
            <a:noFill/>
          </a:ln>
        </p:spPr>
        <p:txBody>
          <a:bodyPr spcFirstLastPara="1" wrap="square" lIns="68575" tIns="34275" rIns="68575" bIns="34275" anchor="t">
            <a:noAutofit/>
          </a:bodyPr>
          <a:lstStyle/>
          <a:p>
            <a:pPr marL="201613" marR="0" lvl="0" indent="-201613"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Streams represent sequences of facts</a:t>
            </a:r>
            <a:endParaRPr dirty="0"/>
          </a:p>
          <a:p>
            <a:pPr marL="201613" marR="0" lvl="0" indent="-201613"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Tables represent current state by key</a:t>
            </a:r>
            <a:endParaRPr dirty="0"/>
          </a:p>
          <a:p>
            <a:pPr marL="201613" marR="0" lvl="0" indent="-201613"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Persistent queries continuously transform data</a:t>
            </a:r>
            <a:endParaRPr dirty="0"/>
          </a:p>
          <a:p>
            <a:pPr marL="201613" marR="0" lvl="0" indent="-201613"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Push and pull queries serve different access patterns</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2" name="Picture 1">
            <a:extLst>
              <a:ext uri="{FF2B5EF4-FFF2-40B4-BE49-F238E27FC236}">
                <a16:creationId xmlns:a16="http://schemas.microsoft.com/office/drawing/2014/main" id="{881AFB67-2B94-87C1-CDBE-8C41C870508B}"/>
              </a:ext>
            </a:extLst>
          </p:cNvPr>
          <p:cNvPicPr>
            <a:picLocks noChangeAspect="1"/>
          </p:cNvPicPr>
          <p:nvPr/>
        </p:nvPicPr>
        <p:blipFill>
          <a:blip r:embed="rId4"/>
          <a:stretch>
            <a:fillRect/>
          </a:stretch>
        </p:blipFill>
        <p:spPr>
          <a:xfrm>
            <a:off x="2976043" y="1024796"/>
            <a:ext cx="6106046" cy="3432825"/>
          </a:xfrm>
          <a:prstGeom prst="rect">
            <a:avLst/>
          </a:prstGeom>
        </p:spPr>
      </p:pic>
    </p:spTree>
    <p:extLst>
      <p:ext uri="{BB962C8B-B14F-4D97-AF65-F5344CB8AC3E}">
        <p14:creationId xmlns:p14="http://schemas.microsoft.com/office/powerpoint/2010/main" val="1168914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Flink supports advanced stateful processing</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1" y="1034321"/>
            <a:ext cx="7549178" cy="3423300"/>
          </a:xfrm>
          <a:prstGeom prst="rect">
            <a:avLst/>
          </a:prstGeom>
          <a:noFill/>
          <a:ln>
            <a:noFill/>
          </a:ln>
        </p:spPr>
        <p:txBody>
          <a:bodyPr spcFirstLastPara="1" wrap="square" lIns="68575" tIns="34275" rIns="68575" bIns="34275" anchor="t">
            <a:noAutofit/>
          </a:bodyPr>
          <a:lstStyle/>
          <a:p>
            <a:pPr marL="201613" marR="0" lvl="0" indent="-201613"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Event time and watermarks handle delayed events</a:t>
            </a:r>
            <a:endParaRPr dirty="0"/>
          </a:p>
          <a:p>
            <a:pPr marL="201613" marR="0" lvl="0" indent="-201613"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Managed state supports complex computations</a:t>
            </a:r>
            <a:endParaRPr dirty="0"/>
          </a:p>
          <a:p>
            <a:pPr marL="201613" marR="0" lvl="0" indent="-201613"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Checkpoints provide automatic fault recovery</a:t>
            </a:r>
            <a:endParaRPr dirty="0"/>
          </a:p>
          <a:p>
            <a:pPr marL="201613" marR="0" lvl="0" indent="-201613"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err="1">
                <a:solidFill>
                  <a:srgbClr val="3A3838"/>
                </a:solidFill>
                <a:latin typeface="Roboto"/>
                <a:ea typeface="Roboto"/>
                <a:cs typeface="Roboto"/>
              </a:rPr>
              <a:t>Savepoints</a:t>
            </a:r>
            <a:r>
              <a:rPr sz="1725" b="0" i="0" u="none" cap="none" dirty="0">
                <a:solidFill>
                  <a:srgbClr val="3A3838"/>
                </a:solidFill>
                <a:latin typeface="Roboto"/>
                <a:ea typeface="Roboto"/>
                <a:cs typeface="Roboto"/>
              </a:rPr>
              <a:t> support controlled operational changes</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5895CF5-7251-AF08-535D-79CDE6722649}"/>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E0DC3394-FB52-8716-5C6F-B9787B0B4A75}"/>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Flink supports advanced stateful processing</a:t>
            </a:r>
            <a:endParaRPr sz="3300" b="0" i="0" u="none" cap="none" dirty="0">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26F3B366-FEE0-7AFF-119A-E84CEDE72845}"/>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96C4F547-49F7-E635-CE32-CC42CAE7DAFE}"/>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109C44D8-F4E5-0D3E-2C66-B773D36C1104}"/>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99EDDC93-6BC7-62D8-DB9F-73A0EF719E6D}"/>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54D047B6-865D-EB9A-7BD1-1A367A00198B}"/>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2" name="Picture 1">
            <a:extLst>
              <a:ext uri="{FF2B5EF4-FFF2-40B4-BE49-F238E27FC236}">
                <a16:creationId xmlns:a16="http://schemas.microsoft.com/office/drawing/2014/main" id="{95D6E035-EF60-E56C-8974-2B2E85DBA205}"/>
              </a:ext>
            </a:extLst>
          </p:cNvPr>
          <p:cNvPicPr>
            <a:picLocks noChangeAspect="1"/>
          </p:cNvPicPr>
          <p:nvPr/>
        </p:nvPicPr>
        <p:blipFill>
          <a:blip r:embed="rId4"/>
          <a:stretch>
            <a:fillRect/>
          </a:stretch>
        </p:blipFill>
        <p:spPr>
          <a:xfrm>
            <a:off x="685800" y="684786"/>
            <a:ext cx="7242586" cy="4071789"/>
          </a:xfrm>
          <a:prstGeom prst="rect">
            <a:avLst/>
          </a:prstGeom>
        </p:spPr>
      </p:pic>
    </p:spTree>
    <p:extLst>
      <p:ext uri="{BB962C8B-B14F-4D97-AF65-F5344CB8AC3E}">
        <p14:creationId xmlns:p14="http://schemas.microsoft.com/office/powerpoint/2010/main" val="3327905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Choose the simplest engine that meets the requirement</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r>
              <a:rPr lang="en-US" sz="1050" b="1" dirty="0" err="1">
                <a:latin typeface="Roboto"/>
                <a:ea typeface="Roboto"/>
                <a:cs typeface="Roboto"/>
              </a:rPr>
              <a:t>ksqlDB</a:t>
            </a:r>
            <a:endParaRPr lang="en-US" sz="1050" b="1" dirty="0">
              <a:latin typeface="Roboto"/>
              <a:ea typeface="Roboto"/>
              <a:cs typeface="Roboto"/>
            </a:endParaRPr>
          </a:p>
          <a:p>
            <a:pPr lvl="1">
              <a:buClr>
                <a:schemeClr val="tx1"/>
              </a:buClr>
              <a:buFont typeface="Arial" panose="020B0604020202020204" pitchFamily="34" charset="0"/>
              <a:buChar char="•"/>
            </a:pPr>
            <a:r>
              <a:rPr lang="en-US" sz="950" dirty="0">
                <a:latin typeface="Roboto"/>
                <a:ea typeface="Roboto"/>
                <a:cs typeface="Roboto"/>
              </a:rPr>
              <a:t>Kafka-native stream processing using familiar SQL </a:t>
            </a:r>
          </a:p>
          <a:p>
            <a:pPr lvl="1">
              <a:buClr>
                <a:schemeClr val="tx1"/>
              </a:buClr>
              <a:buFont typeface="Arial" panose="020B0604020202020204" pitchFamily="34" charset="0"/>
              <a:buChar char="•"/>
            </a:pPr>
            <a:r>
              <a:rPr lang="en-US" sz="950" dirty="0">
                <a:latin typeface="Roboto"/>
                <a:ea typeface="Roboto"/>
                <a:cs typeface="Roboto"/>
              </a:rPr>
              <a:t>Best for filtering, joining, aggregating, and enriching Kafka data </a:t>
            </a:r>
          </a:p>
          <a:p>
            <a:pPr lvl="1">
              <a:buClr>
                <a:schemeClr val="tx1"/>
              </a:buClr>
              <a:buFont typeface="Arial" panose="020B0604020202020204" pitchFamily="34" charset="0"/>
              <a:buChar char="•"/>
            </a:pPr>
            <a:r>
              <a:rPr lang="en-US" sz="950" dirty="0">
                <a:latin typeface="Roboto"/>
                <a:ea typeface="Roboto"/>
                <a:cs typeface="Roboto"/>
              </a:rPr>
              <a:t>Simple development and lower operational complexity </a:t>
            </a:r>
          </a:p>
          <a:p>
            <a:pPr lvl="1">
              <a:buClr>
                <a:schemeClr val="tx1"/>
              </a:buClr>
              <a:buFont typeface="Arial" panose="020B0604020202020204" pitchFamily="34" charset="0"/>
              <a:buChar char="•"/>
            </a:pPr>
            <a:r>
              <a:rPr lang="en-US" sz="950" dirty="0">
                <a:latin typeface="Roboto"/>
                <a:ea typeface="Roboto"/>
                <a:cs typeface="Roboto"/>
              </a:rPr>
              <a:t>Streams and tables provide intuitive event-processing abstractions </a:t>
            </a:r>
          </a:p>
          <a:p>
            <a:pPr lvl="1">
              <a:buClr>
                <a:schemeClr val="tx1"/>
              </a:buClr>
              <a:buFont typeface="Arial" panose="020B0604020202020204" pitchFamily="34" charset="0"/>
              <a:buChar char="•"/>
            </a:pPr>
            <a:r>
              <a:rPr lang="en-US" sz="950" dirty="0">
                <a:latin typeface="Roboto"/>
                <a:ea typeface="Roboto"/>
                <a:cs typeface="Roboto"/>
              </a:rPr>
              <a:t>Persistent queries run continuously </a:t>
            </a:r>
          </a:p>
          <a:p>
            <a:pPr lvl="1">
              <a:buClr>
                <a:schemeClr val="tx1"/>
              </a:buClr>
              <a:buFont typeface="Arial" panose="020B0604020202020204" pitchFamily="34" charset="0"/>
              <a:buChar char="•"/>
            </a:pPr>
            <a:r>
              <a:rPr lang="en-US" sz="950" dirty="0">
                <a:latin typeface="Roboto"/>
                <a:ea typeface="Roboto"/>
                <a:cs typeface="Roboto"/>
              </a:rPr>
              <a:t>Best for straightforward Kafka-centric transformations </a:t>
            </a:r>
          </a:p>
          <a:p>
            <a:r>
              <a:rPr lang="en-US" sz="1050" b="1" dirty="0">
                <a:latin typeface="Roboto"/>
                <a:ea typeface="Roboto"/>
                <a:cs typeface="Roboto"/>
              </a:rPr>
              <a:t>Apache Flink</a:t>
            </a:r>
          </a:p>
          <a:p>
            <a:pPr lvl="1">
              <a:buClr>
                <a:schemeClr val="tx1"/>
              </a:buClr>
              <a:buFont typeface="Arial" panose="020B0604020202020204" pitchFamily="34" charset="0"/>
              <a:buChar char="•"/>
            </a:pPr>
            <a:r>
              <a:rPr lang="en-US" sz="950" dirty="0">
                <a:latin typeface="Roboto"/>
                <a:ea typeface="Roboto"/>
                <a:cs typeface="Roboto"/>
              </a:rPr>
              <a:t>Advanced distributed engine for stateful stream processing </a:t>
            </a:r>
          </a:p>
          <a:p>
            <a:pPr lvl="1">
              <a:buClr>
                <a:schemeClr val="tx1"/>
              </a:buClr>
              <a:buFont typeface="Arial" panose="020B0604020202020204" pitchFamily="34" charset="0"/>
              <a:buChar char="•"/>
            </a:pPr>
            <a:r>
              <a:rPr lang="en-US" sz="950" dirty="0">
                <a:latin typeface="Roboto"/>
                <a:ea typeface="Roboto"/>
                <a:cs typeface="Roboto"/>
              </a:rPr>
              <a:t>Supports SQL and application APIs </a:t>
            </a:r>
          </a:p>
          <a:p>
            <a:pPr lvl="1">
              <a:buClr>
                <a:schemeClr val="tx1"/>
              </a:buClr>
              <a:buFont typeface="Arial" panose="020B0604020202020204" pitchFamily="34" charset="0"/>
              <a:buChar char="•"/>
            </a:pPr>
            <a:r>
              <a:rPr lang="en-US" sz="950" dirty="0">
                <a:latin typeface="Roboto"/>
                <a:ea typeface="Roboto"/>
                <a:cs typeface="Roboto"/>
              </a:rPr>
              <a:t>Strong event-time, watermark, windowing, and late-event handling </a:t>
            </a:r>
          </a:p>
          <a:p>
            <a:pPr lvl="1">
              <a:buClr>
                <a:schemeClr val="tx1"/>
              </a:buClr>
              <a:buFont typeface="Arial" panose="020B0604020202020204" pitchFamily="34" charset="0"/>
              <a:buChar char="•"/>
            </a:pPr>
            <a:r>
              <a:rPr lang="en-US" sz="950" dirty="0">
                <a:latin typeface="Roboto"/>
                <a:ea typeface="Roboto"/>
                <a:cs typeface="Roboto"/>
              </a:rPr>
              <a:t>Managed state supports complex, long-running computations </a:t>
            </a:r>
          </a:p>
          <a:p>
            <a:pPr lvl="1">
              <a:buClr>
                <a:schemeClr val="tx1"/>
              </a:buClr>
              <a:buFont typeface="Arial" panose="020B0604020202020204" pitchFamily="34" charset="0"/>
              <a:buChar char="•"/>
            </a:pPr>
            <a:r>
              <a:rPr lang="en-US" sz="950" dirty="0">
                <a:latin typeface="Roboto"/>
                <a:ea typeface="Roboto"/>
                <a:cs typeface="Roboto"/>
              </a:rPr>
              <a:t>Checkpoints and </a:t>
            </a:r>
            <a:r>
              <a:rPr lang="en-US" sz="950" dirty="0" err="1">
                <a:latin typeface="Roboto"/>
                <a:ea typeface="Roboto"/>
                <a:cs typeface="Roboto"/>
              </a:rPr>
              <a:t>savepoints</a:t>
            </a:r>
            <a:r>
              <a:rPr lang="en-US" sz="950" dirty="0">
                <a:latin typeface="Roboto"/>
                <a:ea typeface="Roboto"/>
                <a:cs typeface="Roboto"/>
              </a:rPr>
              <a:t> provide recovery and operational control </a:t>
            </a:r>
          </a:p>
          <a:p>
            <a:pPr lvl="1">
              <a:buClr>
                <a:schemeClr val="tx1"/>
              </a:buClr>
              <a:buFont typeface="Arial" panose="020B0604020202020204" pitchFamily="34" charset="0"/>
              <a:buChar char="•"/>
            </a:pPr>
            <a:r>
              <a:rPr lang="en-US" sz="950" dirty="0">
                <a:latin typeface="Roboto"/>
                <a:ea typeface="Roboto"/>
                <a:cs typeface="Roboto"/>
              </a:rPr>
              <a:t>Best for sophisticated, high-scale, low-latency processing </a:t>
            </a:r>
          </a:p>
          <a:p>
            <a:r>
              <a:rPr lang="en-US" sz="1050" b="1" dirty="0">
                <a:latin typeface="Roboto"/>
                <a:ea typeface="Roboto"/>
                <a:cs typeface="Roboto"/>
              </a:rPr>
              <a:t>Rule of thumb: </a:t>
            </a:r>
          </a:p>
          <a:p>
            <a:pPr lvl="1">
              <a:buClr>
                <a:schemeClr val="tx1"/>
              </a:buClr>
              <a:buFont typeface="Arial" panose="020B0604020202020204" pitchFamily="34" charset="0"/>
              <a:buChar char="•"/>
            </a:pPr>
            <a:r>
              <a:rPr lang="en-US" sz="950" dirty="0">
                <a:latin typeface="Roboto"/>
                <a:ea typeface="Roboto"/>
                <a:cs typeface="Roboto"/>
              </a:rPr>
              <a:t>Use </a:t>
            </a:r>
            <a:r>
              <a:rPr lang="en-US" sz="950" dirty="0" err="1">
                <a:latin typeface="Roboto"/>
                <a:ea typeface="Roboto"/>
                <a:cs typeface="Roboto"/>
              </a:rPr>
              <a:t>ksqlDB</a:t>
            </a:r>
            <a:r>
              <a:rPr lang="en-US" sz="950" dirty="0">
                <a:latin typeface="Roboto"/>
                <a:ea typeface="Roboto"/>
                <a:cs typeface="Roboto"/>
              </a:rPr>
              <a:t> for approachable Kafka-native SQL transformations; </a:t>
            </a:r>
          </a:p>
          <a:p>
            <a:pPr lvl="1">
              <a:buClr>
                <a:schemeClr val="tx1"/>
              </a:buClr>
              <a:buFont typeface="Arial" panose="020B0604020202020204" pitchFamily="34" charset="0"/>
              <a:buChar char="•"/>
            </a:pPr>
            <a:r>
              <a:rPr lang="en-US" sz="950" dirty="0">
                <a:latin typeface="Roboto"/>
                <a:ea typeface="Roboto"/>
                <a:cs typeface="Roboto"/>
              </a:rPr>
              <a:t>Use Flink when processing requires advanced state, time semantics, or greater computational flexibility.</a:t>
            </a:r>
          </a:p>
          <a:p>
            <a:pPr marL="0" marR="0" lvl="0" indent="0" algn="l">
              <a:lnSpc>
                <a:spcPct val="90000"/>
              </a:lnSpc>
              <a:spcBef>
                <a:spcPts val="0"/>
              </a:spcBef>
              <a:spcAft>
                <a:spcPts val="0"/>
              </a:spcAft>
              <a:buClr>
                <a:srgbClr val="3A3838"/>
              </a:buClr>
              <a:buSzPts val="4100"/>
              <a:defRPr sz="1725">
                <a:solidFill>
                  <a:srgbClr val="3A3838"/>
                </a:solidFill>
                <a:latin typeface="Roboto"/>
                <a:ea typeface="Roboto"/>
                <a:cs typeface="Roboto"/>
              </a:defRPr>
            </a:pP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1168914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1178" name="Google Shape;1178;p218">
            <a:extLst>
              <a:ext uri="{FF2B5EF4-FFF2-40B4-BE49-F238E27FC236}">
                <a16:creationId xmlns:a16="http://schemas.microsoft.com/office/drawing/2014/main" id="{4DEDD146-A3B1-4785-A333-5091F68B5AD1}"/>
              </a:ext>
            </a:extLst>
          </p:cNvPr>
          <p:cNvSpPr>
            <a:spLocks noGrp="1"/>
          </p:cNvSpPr>
          <p:nvPr>
            <p:ph type="title"/>
          </p:nvPr>
        </p:nvSpPr>
        <p:spPr>
          <a:xfrm>
            <a:off x="552450" y="1971675"/>
            <a:ext cx="6191250" cy="590550"/>
          </a:xfrm>
          <a:prstGeom prst="rect">
            <a:avLst/>
          </a:prstGeom>
        </p:spPr>
        <p:txBody>
          <a:bodyPr spcFirstLastPara="1" wrap="square" lIns="0" tIns="45700" rIns="91425" bIns="45700" anchor="ctr">
            <a:noAutofit/>
          </a:bodyPr>
          <a:lstStyle/>
          <a:p>
            <a:pPr marL="0" lvl="0" indent="0" algn="l">
              <a:spcBef>
                <a:spcPts val="0"/>
              </a:spcBef>
              <a:spcAft>
                <a:spcPts val="0"/>
              </a:spcAft>
              <a:buNone/>
              <a:defRPr sz="2850" b="1">
                <a:solidFill>
                  <a:srgbClr val="FFFFFF"/>
                </a:solidFill>
                <a:latin typeface="Roboto"/>
                <a:ea typeface="Roboto"/>
                <a:cs typeface="Roboto"/>
              </a:defRPr>
            </a:pPr>
            <a:r>
              <a:rPr sz="2850" b="1">
                <a:solidFill>
                  <a:srgbClr val="FFFFFF"/>
                </a:solidFill>
                <a:latin typeface="Roboto"/>
                <a:ea typeface="Roboto"/>
                <a:cs typeface="Roboto"/>
              </a:rPr>
              <a:t>Control Center</a:t>
            </a:r>
            <a:endParaRPr/>
          </a:p>
        </p:txBody>
      </p:sp>
      <p:sp>
        <p:nvSpPr>
          <p:cNvPr id="1179" name="divider-orange-rail">
            <a:extLst>
              <a:ext uri="{FF2B5EF4-FFF2-40B4-BE49-F238E27FC236}">
                <a16:creationId xmlns:a16="http://schemas.microsoft.com/office/drawing/2014/main" id="{99649611-61C3-4E8C-8606-96A3EBCB752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sp>
        <p:nvSpPr>
          <p:cNvPr id="1180" name="divider-accent-line">
            <a:extLst>
              <a:ext uri="{FF2B5EF4-FFF2-40B4-BE49-F238E27FC236}">
                <a16:creationId xmlns:a16="http://schemas.microsoft.com/office/drawing/2014/main" id="{6C5859CF-696B-4614-A02D-1ABFA15E435C}"/>
              </a:ext>
            </a:extLst>
          </p:cNvPr>
          <p:cNvSpPr>
            <a:spLocks noGrp="1"/>
          </p:cNvSpPr>
          <p:nvPr/>
        </p:nvSpPr>
        <p:spPr>
          <a:xfrm>
            <a:off x="552450" y="2667000"/>
            <a:ext cx="1428750" cy="38100"/>
          </a:xfrm>
          <a:prstGeom prst="rect">
            <a:avLst/>
          </a:prstGeom>
          <a:solidFill>
            <a:srgbClr val="BF5700"/>
          </a:solidFill>
          <a:ln w="0">
            <a:solidFill>
              <a:srgbClr val="BF5700"/>
            </a:solidFill>
            <a:prstDash val="solid"/>
          </a:ln>
        </p:spPr>
        <p:txBody>
          <a:bodyPr/>
          <a:lstStyle/>
          <a:p>
            <a:endParaRPr lang="en-US"/>
          </a:p>
        </p:txBody>
      </p:sp>
      <p:sp>
        <p:nvSpPr>
          <p:cNvPr id="1181" name="divider-eyebrow">
            <a:extLst>
              <a:ext uri="{FF2B5EF4-FFF2-40B4-BE49-F238E27FC236}">
                <a16:creationId xmlns:a16="http://schemas.microsoft.com/office/drawing/2014/main" id="{AE7EDFE2-0E86-4122-A3FC-25702110E791}"/>
              </a:ext>
            </a:extLst>
          </p:cNvPr>
          <p:cNvSpPr>
            <a:spLocks noGrp="1"/>
          </p:cNvSpPr>
          <p:nvPr/>
        </p:nvSpPr>
        <p:spPr>
          <a:xfrm>
            <a:off x="571500" y="1666875"/>
            <a:ext cx="1714500" cy="228600"/>
          </a:xfrm>
          <a:prstGeom prst="rect">
            <a:avLst/>
          </a:prstGeom>
          <a:noFill/>
          <a:ln w="0">
            <a:noFill/>
            <a:prstDash val="solid"/>
          </a:ln>
        </p:spPr>
        <p:txBody>
          <a:bodyPr/>
          <a:lstStyle/>
          <a:p>
            <a:pPr>
              <a:buNone/>
              <a:defRPr sz="900" b="1" spc="120">
                <a:solidFill>
                  <a:srgbClr val="BF5700"/>
                </a:solidFill>
                <a:latin typeface="Roboto"/>
                <a:ea typeface="Roboto"/>
                <a:cs typeface="Roboto"/>
              </a:defRPr>
            </a:pPr>
            <a:r>
              <a:rPr sz="900" b="1" spc="120">
                <a:solidFill>
                  <a:srgbClr val="BF5700"/>
                </a:solidFill>
                <a:latin typeface="Roboto"/>
                <a:ea typeface="Roboto"/>
                <a:cs typeface="Roboto"/>
              </a:rPr>
              <a:t>PLATFORM OPERATIONS</a:t>
            </a:r>
          </a:p>
        </p:txBody>
      </p:sp>
      <p:pic>
        <p:nvPicPr>
          <p:cNvPr id="1189" name="Picture 1188"/>
          <p:cNvPicPr>
            <a:picLocks noChangeAspect="1"/>
          </p:cNvPicPr>
          <p:nvPr/>
        </p:nvPicPr>
        <p:blipFill>
          <a:blip r:embed="rId3"/>
          <a:stretch/>
        </p:blipFill>
        <p:spPr>
          <a:xfrm>
            <a:off x="183271" y="4848225"/>
            <a:ext cx="852659" cy="266700"/>
          </a:xfrm>
          <a:prstGeom prst="rect">
            <a:avLst/>
          </a:prstGeom>
        </p:spPr>
      </p:pic>
      <p:sp>
        <p:nvSpPr>
          <p:cNvPr id="1183" name="confidential-footer">
            <a:extLst>
              <a:ext uri="{FF2B5EF4-FFF2-40B4-BE49-F238E27FC236}">
                <a16:creationId xmlns:a16="http://schemas.microsoft.com/office/drawing/2014/main" id="{DFC43709-7C9D-41CC-B3B4-FE8CA3A52607}"/>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1049933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0F3F1E60-6165-4977-B402-BA436D2014A1}"/>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Control Center provides a Kafka-focused operator view</a:t>
            </a:r>
            <a:endParaRPr sz="3300" b="0" i="0" u="none" cap="none">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C64B46CA-E622-4292-97A9-553B945CDC07}"/>
              </a:ext>
            </a:extLst>
          </p:cNvPr>
          <p:cNvSpPr>
            <a:spLocks noGrp="1"/>
          </p:cNvSpPr>
          <p:nvPr>
            <p:ph type="body" idx="1"/>
          </p:nvPr>
        </p:nvSpPr>
        <p:spPr>
          <a:xfrm>
            <a:off x="228600" y="1034321"/>
            <a:ext cx="8686800" cy="3423300"/>
          </a:xfrm>
          <a:prstGeom prst="rect">
            <a:avLst/>
          </a:prstGeom>
          <a:noFill/>
          <a:ln>
            <a:noFill/>
          </a:ln>
        </p:spPr>
        <p:txBody>
          <a:bodyPr spcFirstLastPara="1" wrap="square" lIns="68575" tIns="34275" rIns="68575" bIns="34275" anchor="t">
            <a:noAutofit/>
          </a:bodyPr>
          <a:lstStyle/>
          <a:p>
            <a:pPr marL="647700" marR="0" lvl="0" indent="-654050" algn="l">
              <a:lnSpc>
                <a:spcPct val="90000"/>
              </a:lnSpc>
              <a:spcBef>
                <a:spcPts val="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Cluster health, brokers, topics and partitions</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Consumer-group lag and client activity</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Connect, Schema Registry and </a:t>
            </a:r>
            <a:r>
              <a:rPr sz="1725" b="0" i="0" u="none" cap="none" dirty="0" err="1">
                <a:solidFill>
                  <a:srgbClr val="3A3838"/>
                </a:solidFill>
                <a:latin typeface="Roboto"/>
                <a:ea typeface="Roboto"/>
                <a:cs typeface="Roboto"/>
              </a:rPr>
              <a:t>ksqlDB</a:t>
            </a:r>
            <a:r>
              <a:rPr sz="1725" b="0" i="0" u="none" cap="none" dirty="0">
                <a:solidFill>
                  <a:srgbClr val="3A3838"/>
                </a:solidFill>
                <a:latin typeface="Roboto"/>
                <a:ea typeface="Roboto"/>
                <a:cs typeface="Roboto"/>
              </a:rPr>
              <a:t> visibility</a:t>
            </a:r>
            <a:endParaRPr dirty="0"/>
          </a:p>
          <a:p>
            <a:pPr marL="647700" marR="0" lvl="0" indent="-654050" algn="l">
              <a:lnSpc>
                <a:spcPct val="90000"/>
              </a:lnSpc>
              <a:spcBef>
                <a:spcPts val="600"/>
              </a:spcBef>
              <a:spcAft>
                <a:spcPts val="0"/>
              </a:spcAft>
              <a:buClr>
                <a:srgbClr val="3A3838"/>
              </a:buClr>
              <a:buSzPts val="4100"/>
              <a:buFont typeface="Arial"/>
              <a:buChar char="•"/>
              <a:defRPr sz="1725">
                <a:solidFill>
                  <a:srgbClr val="3A3838"/>
                </a:solidFill>
                <a:latin typeface="Roboto"/>
                <a:ea typeface="Roboto"/>
                <a:cs typeface="Roboto"/>
              </a:defRPr>
            </a:pPr>
            <a:r>
              <a:rPr sz="1725" b="0" i="0" u="none" cap="none" dirty="0">
                <a:solidFill>
                  <a:srgbClr val="3A3838"/>
                </a:solidFill>
                <a:latin typeface="Roboto"/>
                <a:ea typeface="Roboto"/>
                <a:cs typeface="Roboto"/>
              </a:rPr>
              <a:t>Alerts and access depend on configuration and mode</a:t>
            </a:r>
            <a:endParaRPr dirty="0"/>
          </a:p>
        </p:txBody>
      </p:sp>
      <p:sp>
        <p:nvSpPr>
          <p:cNvPr id="1229" name="brand-top-rule">
            <a:extLst>
              <a:ext uri="{FF2B5EF4-FFF2-40B4-BE49-F238E27FC236}">
                <a16:creationId xmlns:a16="http://schemas.microsoft.com/office/drawing/2014/main" id="{3BF0CCFF-C7A9-4FBF-9F37-B2B4C9B11B2E}"/>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8DCDD38-1D16-44E7-BF40-5DE2323254E4}"/>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F9AE818F-4802-425F-9595-33E8330F1484}"/>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FD2D5074-02A6-4332-9D8F-E7C7ADDEB581}"/>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3" name="Picture 2">
            <a:extLst>
              <a:ext uri="{FF2B5EF4-FFF2-40B4-BE49-F238E27FC236}">
                <a16:creationId xmlns:a16="http://schemas.microsoft.com/office/drawing/2014/main" id="{73465C11-CC70-0928-B492-18E6F89255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8841" y="2439195"/>
            <a:ext cx="4488873" cy="2018426"/>
          </a:xfrm>
          <a:prstGeom prst="rect">
            <a:avLst/>
          </a:prstGeom>
        </p:spPr>
      </p:pic>
    </p:spTree>
    <p:extLst>
      <p:ext uri="{BB962C8B-B14F-4D97-AF65-F5344CB8AC3E}">
        <p14:creationId xmlns:p14="http://schemas.microsoft.com/office/powerpoint/2010/main" val="1168914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C157E6-915E-119C-8DBB-DC7913F05C4B}"/>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C29AAE55-F311-ED70-FEA8-C0DB3C45E09F}"/>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a:solidFill>
                  <a:srgbClr val="041E42"/>
                </a:solidFill>
                <a:latin typeface="Roboto"/>
                <a:ea typeface="Roboto"/>
                <a:cs typeface="Roboto"/>
              </a:rPr>
              <a:t>Control Center provides a Kafka-focused operator view</a:t>
            </a:r>
            <a:endParaRPr sz="3300" b="0" i="0" u="none" cap="none">
              <a:solidFill>
                <a:srgbClr val="3A3838"/>
              </a:solidFill>
              <a:latin typeface="Roboto Light"/>
              <a:ea typeface="Roboto Light"/>
              <a:cs typeface="Roboto Light"/>
            </a:endParaRPr>
          </a:p>
        </p:txBody>
      </p:sp>
      <p:sp>
        <p:nvSpPr>
          <p:cNvPr id="1229" name="brand-top-rule">
            <a:extLst>
              <a:ext uri="{FF2B5EF4-FFF2-40B4-BE49-F238E27FC236}">
                <a16:creationId xmlns:a16="http://schemas.microsoft.com/office/drawing/2014/main" id="{75E3B474-FDC8-58A0-65CE-9AABDD194F7C}"/>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5B8454C6-7E96-A56E-4106-F28099281760}"/>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072F206A-E9F5-0C9B-DA83-14E354BA8082}"/>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0B178ED1-012B-CD6D-EFBC-938AB5951C19}"/>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9D19BDCE-55C4-A4BD-0016-98B030044EDD}"/>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pic>
        <p:nvPicPr>
          <p:cNvPr id="2" name="Picture 1">
            <a:extLst>
              <a:ext uri="{FF2B5EF4-FFF2-40B4-BE49-F238E27FC236}">
                <a16:creationId xmlns:a16="http://schemas.microsoft.com/office/drawing/2014/main" id="{673A8449-C225-AC63-5760-DF3E3FD1A822}"/>
              </a:ext>
            </a:extLst>
          </p:cNvPr>
          <p:cNvPicPr>
            <a:picLocks noChangeAspect="1"/>
          </p:cNvPicPr>
          <p:nvPr/>
        </p:nvPicPr>
        <p:blipFill>
          <a:blip r:embed="rId4"/>
          <a:stretch>
            <a:fillRect/>
          </a:stretch>
        </p:blipFill>
        <p:spPr>
          <a:xfrm>
            <a:off x="944088" y="841816"/>
            <a:ext cx="6878782" cy="3867258"/>
          </a:xfrm>
          <a:prstGeom prst="rect">
            <a:avLst/>
          </a:prstGeom>
        </p:spPr>
      </p:pic>
    </p:spTree>
    <p:extLst>
      <p:ext uri="{BB962C8B-B14F-4D97-AF65-F5344CB8AC3E}">
        <p14:creationId xmlns:p14="http://schemas.microsoft.com/office/powerpoint/2010/main" val="32399798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2736" name="Google Shape;2736;p275">
            <a:extLst>
              <a:ext uri="{FF2B5EF4-FFF2-40B4-BE49-F238E27FC236}">
                <a16:creationId xmlns:a16="http://schemas.microsoft.com/office/drawing/2014/main" id="{94E91456-2230-4F8C-B682-F14C421FB909}"/>
              </a:ext>
            </a:extLst>
          </p:cNvPr>
          <p:cNvSpPr>
            <a:spLocks noGrp="1"/>
          </p:cNvSpPr>
          <p:nvPr>
            <p:ph type="title"/>
          </p:nvPr>
        </p:nvSpPr>
        <p:spPr>
          <a:xfrm>
            <a:off x="342900" y="1557450"/>
            <a:ext cx="8455800" cy="2028600"/>
          </a:xfrm>
          <a:prstGeom prst="rect">
            <a:avLst/>
          </a:prstGeom>
        </p:spPr>
        <p:txBody>
          <a:bodyPr spcFirstLastPara="1" wrap="square" lIns="0" tIns="45700" rIns="91425" bIns="45700" anchor="ctr">
            <a:noAutofit/>
          </a:bodyPr>
          <a:lstStyle/>
          <a:p>
            <a:pPr marL="0" lvl="0" indent="0" algn="l">
              <a:spcBef>
                <a:spcPts val="0"/>
              </a:spcBef>
              <a:spcAft>
                <a:spcPts val="0"/>
              </a:spcAft>
              <a:buNone/>
              <a:defRPr sz="3150" b="1">
                <a:solidFill>
                  <a:srgbClr val="FFFFFF"/>
                </a:solidFill>
                <a:latin typeface="Roboto"/>
                <a:ea typeface="Roboto"/>
                <a:cs typeface="Roboto"/>
              </a:defRPr>
            </a:pPr>
            <a:r>
              <a:rPr sz="3150" b="1">
                <a:solidFill>
                  <a:srgbClr val="FFFFFF"/>
                </a:solidFill>
                <a:latin typeface="Roboto"/>
                <a:ea typeface="Roboto"/>
                <a:cs typeface="Roboto"/>
              </a:rPr>
              <a:t>One platform, distinct responsibilities</a:t>
            </a:r>
            <a:endParaRPr/>
          </a:p>
        </p:txBody>
      </p:sp>
      <p:sp>
        <p:nvSpPr>
          <p:cNvPr id="2738" name="closing-orange-rail">
            <a:extLst>
              <a:ext uri="{FF2B5EF4-FFF2-40B4-BE49-F238E27FC236}">
                <a16:creationId xmlns:a16="http://schemas.microsoft.com/office/drawing/2014/main" id="{B02A8CE4-8CE1-48A8-8FB7-3BAB3F11BA11}"/>
              </a:ext>
            </a:extLst>
          </p:cNvPr>
          <p:cNvSpPr>
            <a:spLocks noGrp="1"/>
          </p:cNvSpPr>
          <p:nvPr/>
        </p:nvSpPr>
        <p:spPr>
          <a:xfrm>
            <a:off x="0" y="0"/>
            <a:ext cx="133350" cy="5143500"/>
          </a:xfrm>
          <a:prstGeom prst="rect">
            <a:avLst/>
          </a:prstGeom>
          <a:solidFill>
            <a:srgbClr val="BF5700"/>
          </a:solidFill>
          <a:ln w="0">
            <a:solidFill>
              <a:srgbClr val="BF5700"/>
            </a:solidFill>
            <a:prstDash val="solid"/>
          </a:ln>
        </p:spPr>
        <p:txBody>
          <a:bodyPr/>
          <a:lstStyle/>
          <a:p>
            <a:endParaRPr lang="en-US"/>
          </a:p>
        </p:txBody>
      </p:sp>
      <p:pic>
        <p:nvPicPr>
          <p:cNvPr id="2745" name="Picture 2744"/>
          <p:cNvPicPr>
            <a:picLocks noChangeAspect="1"/>
          </p:cNvPicPr>
          <p:nvPr/>
        </p:nvPicPr>
        <p:blipFill>
          <a:blip r:embed="rId3"/>
          <a:stretch/>
        </p:blipFill>
        <p:spPr>
          <a:xfrm>
            <a:off x="183271" y="4848225"/>
            <a:ext cx="852659" cy="266700"/>
          </a:xfrm>
          <a:prstGeom prst="rect">
            <a:avLst/>
          </a:prstGeom>
        </p:spPr>
      </p:pic>
      <p:sp>
        <p:nvSpPr>
          <p:cNvPr id="2740" name="confidential-footer">
            <a:extLst>
              <a:ext uri="{FF2B5EF4-FFF2-40B4-BE49-F238E27FC236}">
                <a16:creationId xmlns:a16="http://schemas.microsoft.com/office/drawing/2014/main" id="{F731932C-B93C-413A-9DBE-C4C9B7EF7050}"/>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C7CFDB"/>
                </a:solidFill>
                <a:latin typeface="Roboto"/>
                <a:ea typeface="Roboto"/>
                <a:cs typeface="Roboto"/>
              </a:defRPr>
            </a:pPr>
            <a:r>
              <a:rPr sz="563">
                <a:solidFill>
                  <a:srgbClr val="C7CFDB"/>
                </a:solidFill>
                <a:latin typeface="Roboto"/>
                <a:ea typeface="Roboto"/>
                <a:cs typeface="Roboto"/>
              </a:rPr>
              <a:t>Psyncopate Confidential</a:t>
            </a:r>
          </a:p>
        </p:txBody>
      </p:sp>
    </p:spTree>
    <p:extLst>
      <p:ext uri="{BB962C8B-B14F-4D97-AF65-F5344CB8AC3E}">
        <p14:creationId xmlns:p14="http://schemas.microsoft.com/office/powerpoint/2010/main" val="228551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43203-CE73-0381-4368-F7887AD5EB62}"/>
            </a:ext>
          </a:extLst>
        </p:cNvPr>
        <p:cNvGrpSpPr/>
        <p:nvPr/>
      </p:nvGrpSpPr>
      <p:grpSpPr>
        <a:xfrm>
          <a:off x="0" y="0"/>
          <a:ext cx="0" cy="0"/>
          <a:chOff x="0" y="0"/>
          <a:chExt cx="0" cy="0"/>
        </a:xfrm>
      </p:grpSpPr>
      <p:sp>
        <p:nvSpPr>
          <p:cNvPr id="1227" name="Google Shape;1227;p225">
            <a:extLst>
              <a:ext uri="{FF2B5EF4-FFF2-40B4-BE49-F238E27FC236}">
                <a16:creationId xmlns:a16="http://schemas.microsoft.com/office/drawing/2014/main" id="{9CC5B67E-DC72-2808-E608-50598BE90F22}"/>
              </a:ext>
            </a:extLst>
          </p:cNvPr>
          <p:cNvSpPr>
            <a:spLocks noGrp="1"/>
          </p:cNvSpPr>
          <p:nvPr>
            <p:ph type="title"/>
          </p:nvPr>
        </p:nvSpPr>
        <p:spPr>
          <a:xfrm>
            <a:off x="228600" y="6"/>
            <a:ext cx="8686800" cy="585300"/>
          </a:xfrm>
          <a:prstGeom prst="rect">
            <a:avLst/>
          </a:prstGeom>
          <a:noFill/>
          <a:ln>
            <a:noFill/>
          </a:ln>
        </p:spPr>
        <p:txBody>
          <a:bodyPr spcFirstLastPara="1" wrap="square" lIns="0" tIns="34275" rIns="0" bIns="34275" anchor="b">
            <a:noAutofit/>
          </a:bodyPr>
          <a:lstStyle/>
          <a:p>
            <a:pPr marL="0" marR="0" lvl="0" indent="0" algn="l">
              <a:lnSpc>
                <a:spcPct val="90000"/>
              </a:lnSpc>
              <a:spcBef>
                <a:spcPts val="0"/>
              </a:spcBef>
              <a:spcAft>
                <a:spcPts val="0"/>
              </a:spcAft>
              <a:buClr>
                <a:srgbClr val="3A3838"/>
              </a:buClr>
              <a:buSzPts val="3300"/>
              <a:buFont typeface="Roboto Light"/>
              <a:buNone/>
              <a:defRPr sz="2250" b="1">
                <a:solidFill>
                  <a:srgbClr val="041E42"/>
                </a:solidFill>
                <a:latin typeface="Roboto"/>
                <a:ea typeface="Roboto"/>
                <a:cs typeface="Roboto"/>
              </a:defRPr>
            </a:pPr>
            <a:r>
              <a:rPr sz="2250" b="1" i="0" u="none" cap="none" dirty="0">
                <a:solidFill>
                  <a:srgbClr val="041E42"/>
                </a:solidFill>
                <a:latin typeface="Roboto"/>
                <a:ea typeface="Roboto"/>
                <a:cs typeface="Roboto"/>
              </a:rPr>
              <a:t>What we </a:t>
            </a:r>
            <a:r>
              <a:rPr lang="en-US" sz="2250" b="1" i="0" u="none" cap="none" dirty="0">
                <a:solidFill>
                  <a:srgbClr val="041E42"/>
                </a:solidFill>
                <a:latin typeface="Roboto"/>
                <a:ea typeface="Roboto"/>
                <a:cs typeface="Roboto"/>
              </a:rPr>
              <a:t>covered … </a:t>
            </a:r>
            <a:endParaRPr sz="3300" b="0" i="0" u="none" cap="none" dirty="0">
              <a:solidFill>
                <a:srgbClr val="3A3838"/>
              </a:solidFill>
              <a:latin typeface="Roboto Light"/>
              <a:ea typeface="Roboto Light"/>
              <a:cs typeface="Roboto Light"/>
            </a:endParaRPr>
          </a:p>
        </p:txBody>
      </p:sp>
      <p:sp>
        <p:nvSpPr>
          <p:cNvPr id="1228" name="Google Shape;1228;p225">
            <a:extLst>
              <a:ext uri="{FF2B5EF4-FFF2-40B4-BE49-F238E27FC236}">
                <a16:creationId xmlns:a16="http://schemas.microsoft.com/office/drawing/2014/main" id="{A981B110-FBE0-4D6E-38DC-DC8F009A1863}"/>
              </a:ext>
            </a:extLst>
          </p:cNvPr>
          <p:cNvSpPr>
            <a:spLocks noGrp="1"/>
          </p:cNvSpPr>
          <p:nvPr>
            <p:ph type="body" idx="1"/>
          </p:nvPr>
        </p:nvSpPr>
        <p:spPr>
          <a:xfrm>
            <a:off x="183271" y="769611"/>
            <a:ext cx="8686800" cy="3983363"/>
          </a:xfrm>
          <a:prstGeom prst="rect">
            <a:avLst/>
          </a:prstGeom>
          <a:noFill/>
          <a:ln>
            <a:noFill/>
          </a:ln>
        </p:spPr>
        <p:txBody>
          <a:bodyPr spcFirstLastPara="1" wrap="square" lIns="68575" tIns="34275" rIns="68575" bIns="34275" anchor="t">
            <a:noAutofit/>
          </a:bodyPr>
          <a:lstStyle/>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The role each Confluent Platform service plays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Kafka brokers provide the durable event-streaming foundation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Schema Registry governs data contracts and schema evolution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Kafka Connect integrates Kafka with external systems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REST Proxy enables controlled HTTP-based Kafka access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err="1">
                <a:latin typeface="Roboto"/>
                <a:ea typeface="Roboto"/>
                <a:cs typeface="Roboto"/>
              </a:rPr>
              <a:t>ksqlDB</a:t>
            </a:r>
            <a:r>
              <a:rPr lang="en-US" sz="1730" dirty="0">
                <a:latin typeface="Roboto"/>
                <a:ea typeface="Roboto"/>
                <a:cs typeface="Roboto"/>
              </a:rPr>
              <a:t> and Flink process and transform streaming data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Control Center provides Kafka-focused operational visibility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Together, these services form an integrated enterprise streaming platform </a:t>
            </a:r>
          </a:p>
          <a:p>
            <a:pPr marL="285750" marR="0" lvl="0" indent="-285750" algn="l">
              <a:lnSpc>
                <a:spcPct val="150000"/>
              </a:lnSpc>
              <a:spcBef>
                <a:spcPts val="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r>
              <a:rPr lang="en-US" sz="1730" dirty="0">
                <a:latin typeface="Roboto"/>
                <a:ea typeface="Roboto"/>
                <a:cs typeface="Roboto"/>
              </a:rPr>
              <a:t>The right service depends on the use case, scale, governance, and operational requirements</a:t>
            </a:r>
          </a:p>
          <a:p>
            <a:pPr marL="285750" marR="0" lvl="0" indent="-285750" algn="l">
              <a:lnSpc>
                <a:spcPct val="150000"/>
              </a:lnSpc>
              <a:spcBef>
                <a:spcPts val="600"/>
              </a:spcBef>
              <a:spcAft>
                <a:spcPts val="0"/>
              </a:spcAft>
              <a:buClr>
                <a:srgbClr val="3A3838"/>
              </a:buClr>
              <a:buSzPts val="4100"/>
              <a:buFont typeface="Arial" panose="020B0604020202020204" pitchFamily="34" charset="0"/>
              <a:buChar char="•"/>
              <a:defRPr sz="1725">
                <a:solidFill>
                  <a:srgbClr val="3A3838"/>
                </a:solidFill>
                <a:latin typeface="Roboto"/>
                <a:ea typeface="Roboto"/>
                <a:cs typeface="Roboto"/>
              </a:defRPr>
            </a:pPr>
            <a:endParaRPr sz="1730" dirty="0"/>
          </a:p>
        </p:txBody>
      </p:sp>
      <p:sp>
        <p:nvSpPr>
          <p:cNvPr id="1229" name="brand-top-rule">
            <a:extLst>
              <a:ext uri="{FF2B5EF4-FFF2-40B4-BE49-F238E27FC236}">
                <a16:creationId xmlns:a16="http://schemas.microsoft.com/office/drawing/2014/main" id="{9C23F19D-6F32-FD7B-EA19-4389EFC4BE38}"/>
              </a:ext>
            </a:extLst>
          </p:cNvPr>
          <p:cNvSpPr>
            <a:spLocks noGrp="1"/>
          </p:cNvSpPr>
          <p:nvPr/>
        </p:nvSpPr>
        <p:spPr>
          <a:xfrm>
            <a:off x="0" y="0"/>
            <a:ext cx="9144000" cy="57150"/>
          </a:xfrm>
          <a:prstGeom prst="rect">
            <a:avLst/>
          </a:prstGeom>
          <a:solidFill>
            <a:srgbClr val="BF5700"/>
          </a:solidFill>
          <a:ln w="0">
            <a:solidFill>
              <a:srgbClr val="BF5700"/>
            </a:solidFill>
            <a:prstDash val="solid"/>
          </a:ln>
        </p:spPr>
        <p:txBody>
          <a:bodyPr/>
          <a:lstStyle/>
          <a:p>
            <a:endParaRPr lang="en-US"/>
          </a:p>
        </p:txBody>
      </p:sp>
      <p:sp>
        <p:nvSpPr>
          <p:cNvPr id="1230" name="brand-footer-rule">
            <a:extLst>
              <a:ext uri="{FF2B5EF4-FFF2-40B4-BE49-F238E27FC236}">
                <a16:creationId xmlns:a16="http://schemas.microsoft.com/office/drawing/2014/main" id="{CBF52932-57ED-E3CA-4C2E-5441ECA0C808}"/>
              </a:ext>
            </a:extLst>
          </p:cNvPr>
          <p:cNvSpPr>
            <a:spLocks noGrp="1"/>
          </p:cNvSpPr>
          <p:nvPr/>
        </p:nvSpPr>
        <p:spPr>
          <a:xfrm>
            <a:off x="171450" y="4829175"/>
            <a:ext cx="8801100" cy="9525"/>
          </a:xfrm>
          <a:prstGeom prst="rect">
            <a:avLst/>
          </a:prstGeom>
          <a:solidFill>
            <a:srgbClr val="DDE4E8"/>
          </a:solidFill>
          <a:ln w="0">
            <a:solidFill>
              <a:srgbClr val="DDE4E8"/>
            </a:solidFill>
            <a:prstDash val="solid"/>
          </a:ln>
        </p:spPr>
        <p:txBody>
          <a:bodyPr/>
          <a:lstStyle/>
          <a:p>
            <a:endParaRPr lang="en-US"/>
          </a:p>
        </p:txBody>
      </p:sp>
      <p:pic>
        <p:nvPicPr>
          <p:cNvPr id="1239" name="Picture 1238">
            <a:extLst>
              <a:ext uri="{FF2B5EF4-FFF2-40B4-BE49-F238E27FC236}">
                <a16:creationId xmlns:a16="http://schemas.microsoft.com/office/drawing/2014/main" id="{7CDC887A-3C5F-082F-A6A0-8375354C1F2A}"/>
              </a:ext>
            </a:extLst>
          </p:cNvPr>
          <p:cNvPicPr>
            <a:picLocks noChangeAspect="1"/>
          </p:cNvPicPr>
          <p:nvPr/>
        </p:nvPicPr>
        <p:blipFill>
          <a:blip r:embed="rId3"/>
          <a:stretch/>
        </p:blipFill>
        <p:spPr>
          <a:xfrm>
            <a:off x="183271" y="4848225"/>
            <a:ext cx="852659" cy="266700"/>
          </a:xfrm>
          <a:prstGeom prst="rect">
            <a:avLst/>
          </a:prstGeom>
        </p:spPr>
      </p:pic>
      <p:sp>
        <p:nvSpPr>
          <p:cNvPr id="1232" name="confidential-footer">
            <a:extLst>
              <a:ext uri="{FF2B5EF4-FFF2-40B4-BE49-F238E27FC236}">
                <a16:creationId xmlns:a16="http://schemas.microsoft.com/office/drawing/2014/main" id="{4812B192-DFF2-99C8-BBA7-2A944999E262}"/>
              </a:ext>
            </a:extLst>
          </p:cNvPr>
          <p:cNvSpPr>
            <a:spLocks noGrp="1"/>
          </p:cNvSpPr>
          <p:nvPr/>
        </p:nvSpPr>
        <p:spPr>
          <a:xfrm>
            <a:off x="3714750" y="4914900"/>
            <a:ext cx="1714500" cy="133350"/>
          </a:xfrm>
          <a:prstGeom prst="rect">
            <a:avLst/>
          </a:prstGeom>
          <a:noFill/>
          <a:ln w="0">
            <a:noFill/>
            <a:prstDash val="solid"/>
          </a:ln>
        </p:spPr>
        <p:txBody>
          <a:bodyPr/>
          <a:lstStyle/>
          <a:p>
            <a:pPr algn="ctr">
              <a:buNone/>
              <a:defRPr sz="563">
                <a:solidFill>
                  <a:srgbClr val="667085"/>
                </a:solidFill>
                <a:latin typeface="Roboto"/>
                <a:ea typeface="Roboto"/>
                <a:cs typeface="Roboto"/>
              </a:defRPr>
            </a:pPr>
            <a:r>
              <a:rPr sz="563">
                <a:solidFill>
                  <a:srgbClr val="667085"/>
                </a:solidFill>
                <a:latin typeface="Roboto"/>
                <a:ea typeface="Roboto"/>
                <a:cs typeface="Roboto"/>
              </a:rPr>
              <a:t>Psyncopate Confidential</a:t>
            </a:r>
          </a:p>
        </p:txBody>
      </p:sp>
      <p:sp>
        <p:nvSpPr>
          <p:cNvPr id="1233" name="slide-number">
            <a:extLst>
              <a:ext uri="{FF2B5EF4-FFF2-40B4-BE49-F238E27FC236}">
                <a16:creationId xmlns:a16="http://schemas.microsoft.com/office/drawing/2014/main" id="{114C081D-AC56-5315-5A88-766BB3FD7526}"/>
              </a:ext>
            </a:extLst>
          </p:cNvPr>
          <p:cNvSpPr>
            <a:spLocks noGrp="1"/>
          </p:cNvSpPr>
          <p:nvPr/>
        </p:nvSpPr>
        <p:spPr>
          <a:xfrm>
            <a:off x="8705850" y="4905375"/>
            <a:ext cx="266700" cy="133350"/>
          </a:xfrm>
          <a:prstGeom prst="rect">
            <a:avLst/>
          </a:prstGeom>
          <a:noFill/>
          <a:ln w="0">
            <a:noFill/>
            <a:prstDash val="solid"/>
          </a:ln>
        </p:spPr>
        <p:txBody>
          <a:bodyPr/>
          <a:lstStyle/>
          <a:p>
            <a:pPr algn="r">
              <a:buNone/>
              <a:defRPr sz="600">
                <a:solidFill>
                  <a:srgbClr val="667085"/>
                </a:solidFill>
                <a:latin typeface="Roboto"/>
                <a:ea typeface="Roboto"/>
                <a:cs typeface="Roboto"/>
              </a:defRPr>
            </a:pPr>
            <a:endParaRPr/>
          </a:p>
        </p:txBody>
      </p:sp>
    </p:spTree>
    <p:extLst>
      <p:ext uri="{BB962C8B-B14F-4D97-AF65-F5344CB8AC3E}">
        <p14:creationId xmlns:p14="http://schemas.microsoft.com/office/powerpoint/2010/main" val="3586317539"/>
      </p:ext>
    </p:extLst>
  </p:cSld>
  <p:clrMapOvr>
    <a:masterClrMapping/>
  </p:clrMapOvr>
</p:sld>
</file>

<file path=ppt/theme/theme1.xml><?xml version="1.0" encoding="utf-8"?>
<a:theme xmlns:a="http://schemas.openxmlformats.org/drawingml/2006/main" name="Confluent Template 20200305">
  <a:themeElements>
    <a:clrScheme name="Confluent">
      <a:dk1>
        <a:srgbClr val="000000"/>
      </a:dk1>
      <a:lt1>
        <a:srgbClr val="FFFFFF"/>
      </a:lt1>
      <a:dk2>
        <a:srgbClr val="173361"/>
      </a:dk2>
      <a:lt2>
        <a:srgbClr val="81CFE2"/>
      </a:lt2>
      <a:accent1>
        <a:srgbClr val="0074A2"/>
      </a:accent1>
      <a:accent2>
        <a:srgbClr val="00AFBA"/>
      </a:accent2>
      <a:accent3>
        <a:srgbClr val="38CCED"/>
      </a:accent3>
      <a:accent4>
        <a:srgbClr val="B3E1E3"/>
      </a:accent4>
      <a:accent5>
        <a:srgbClr val="FFC30C"/>
      </a:accent5>
      <a:accent6>
        <a:srgbClr val="F26134"/>
      </a:accent6>
      <a:hlink>
        <a:srgbClr val="38CCED"/>
      </a:hlink>
      <a:folHlink>
        <a:srgbClr val="FFC30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flu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fluent Template_Dec2018">
  <a:themeElements>
    <a:clrScheme name="Confluent_Oct2018">
      <a:dk1>
        <a:srgbClr val="000000"/>
      </a:dk1>
      <a:lt1>
        <a:srgbClr val="FFFFFF"/>
      </a:lt1>
      <a:dk2>
        <a:srgbClr val="666666"/>
      </a:dk2>
      <a:lt2>
        <a:srgbClr val="C8C8C8"/>
      </a:lt2>
      <a:accent1>
        <a:srgbClr val="FF671F"/>
      </a:accent1>
      <a:accent2>
        <a:srgbClr val="4597CB"/>
      </a:accent2>
      <a:accent3>
        <a:srgbClr val="ADC9E8"/>
      </a:accent3>
      <a:accent4>
        <a:srgbClr val="3AB0C8"/>
      </a:accent4>
      <a:accent5>
        <a:srgbClr val="5133B2"/>
      </a:accent5>
      <a:accent6>
        <a:srgbClr val="FB5660"/>
      </a:accent6>
      <a:hlink>
        <a:srgbClr val="FB6517"/>
      </a:hlink>
      <a:folHlink>
        <a:srgbClr val="6564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fluent_Oct201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nfluent Template 20200305">
  <a:themeElements>
    <a:clrScheme name="Confluent">
      <a:dk1>
        <a:srgbClr val="000000"/>
      </a:dk1>
      <a:lt1>
        <a:srgbClr val="FFFFFF"/>
      </a:lt1>
      <a:dk2>
        <a:srgbClr val="173361"/>
      </a:dk2>
      <a:lt2>
        <a:srgbClr val="81CFE2"/>
      </a:lt2>
      <a:accent1>
        <a:srgbClr val="0074A2"/>
      </a:accent1>
      <a:accent2>
        <a:srgbClr val="00AFBA"/>
      </a:accent2>
      <a:accent3>
        <a:srgbClr val="38CCED"/>
      </a:accent3>
      <a:accent4>
        <a:srgbClr val="B3E1E3"/>
      </a:accent4>
      <a:accent5>
        <a:srgbClr val="FFC30C"/>
      </a:accent5>
      <a:accent6>
        <a:srgbClr val="F26134"/>
      </a:accent6>
      <a:hlink>
        <a:srgbClr val="38CCED"/>
      </a:hlink>
      <a:folHlink>
        <a:srgbClr val="FFC30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flu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onfluent Template 20200305">
  <a:themeElements>
    <a:clrScheme name="Confluent">
      <a:dk1>
        <a:srgbClr val="000000"/>
      </a:dk1>
      <a:lt1>
        <a:srgbClr val="FFFFFF"/>
      </a:lt1>
      <a:dk2>
        <a:srgbClr val="173361"/>
      </a:dk2>
      <a:lt2>
        <a:srgbClr val="81CFE2"/>
      </a:lt2>
      <a:accent1>
        <a:srgbClr val="0074A2"/>
      </a:accent1>
      <a:accent2>
        <a:srgbClr val="00AFBA"/>
      </a:accent2>
      <a:accent3>
        <a:srgbClr val="38CCED"/>
      </a:accent3>
      <a:accent4>
        <a:srgbClr val="B3E1E3"/>
      </a:accent4>
      <a:accent5>
        <a:srgbClr val="FFC30C"/>
      </a:accent5>
      <a:accent6>
        <a:srgbClr val="F26134"/>
      </a:accent6>
      <a:hlink>
        <a:srgbClr val="38CCED"/>
      </a:hlink>
      <a:folHlink>
        <a:srgbClr val="FFC30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flu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onfluent Template 20200305">
  <a:themeElements>
    <a:clrScheme name="Confluent">
      <a:dk1>
        <a:srgbClr val="000000"/>
      </a:dk1>
      <a:lt1>
        <a:srgbClr val="FFFFFF"/>
      </a:lt1>
      <a:dk2>
        <a:srgbClr val="173361"/>
      </a:dk2>
      <a:lt2>
        <a:srgbClr val="81CFE2"/>
      </a:lt2>
      <a:accent1>
        <a:srgbClr val="0074A2"/>
      </a:accent1>
      <a:accent2>
        <a:srgbClr val="00AFBA"/>
      </a:accent2>
      <a:accent3>
        <a:srgbClr val="38CCED"/>
      </a:accent3>
      <a:accent4>
        <a:srgbClr val="B3E1E3"/>
      </a:accent4>
      <a:accent5>
        <a:srgbClr val="FFC30C"/>
      </a:accent5>
      <a:accent6>
        <a:srgbClr val="F26134"/>
      </a:accent6>
      <a:hlink>
        <a:srgbClr val="38CCED"/>
      </a:hlink>
      <a:folHlink>
        <a:srgbClr val="FFC30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flu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4697</Words>
  <Application>Microsoft Macintosh PowerPoint</Application>
  <DocSecurity>0</DocSecurity>
  <PresentationFormat>On-screen Show (16:9)</PresentationFormat>
  <Paragraphs>343</Paragraphs>
  <Slides>37</Slides>
  <Notes>37</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37</vt:i4>
      </vt:variant>
    </vt:vector>
  </HeadingPairs>
  <TitlesOfParts>
    <vt:vector size="49" baseType="lpstr">
      <vt:lpstr>Montserrat</vt:lpstr>
      <vt:lpstr>Roboto</vt:lpstr>
      <vt:lpstr>Arial</vt:lpstr>
      <vt:lpstr>Calibri</vt:lpstr>
      <vt:lpstr>Montserrat SemiBold</vt:lpstr>
      <vt:lpstr>Montserrat Light</vt:lpstr>
      <vt:lpstr>Roboto Light</vt:lpstr>
      <vt:lpstr>Confluent Template 20200305</vt:lpstr>
      <vt:lpstr>Confluent Template_Dec2018</vt:lpstr>
      <vt:lpstr>Office Theme</vt:lpstr>
      <vt:lpstr>Confluent Template 20200305</vt:lpstr>
      <vt:lpstr>Confluent Template 20200305</vt:lpstr>
      <vt:lpstr>Confluent Platform Services Basics</vt:lpstr>
      <vt:lpstr>What we should understand by the end</vt:lpstr>
      <vt:lpstr>One event can use several platform services</vt:lpstr>
      <vt:lpstr>Kafka Brokers</vt:lpstr>
      <vt:lpstr>Kafka is a durable distributed event log</vt:lpstr>
      <vt:lpstr>Kafka  Broker and Listeners</vt:lpstr>
      <vt:lpstr>Confluent Platform Cluster Internal Network Communication</vt:lpstr>
      <vt:lpstr>Partitions provide scale; replicas provide resilience</vt:lpstr>
      <vt:lpstr>PowerPoint Presentation</vt:lpstr>
      <vt:lpstr>PowerPoint Presentation</vt:lpstr>
      <vt:lpstr>Producers and consumers control different behaviors</vt:lpstr>
      <vt:lpstr>Schema Registry</vt:lpstr>
      <vt:lpstr>Schemas turn events into governed contracts</vt:lpstr>
      <vt:lpstr>PowerPoint Presentation</vt:lpstr>
      <vt:lpstr>Schemas Compatibility</vt:lpstr>
      <vt:lpstr>Schemas Registry Best Practices</vt:lpstr>
      <vt:lpstr>Kafka Connect</vt:lpstr>
      <vt:lpstr>Connect standardizes movement into and out of Kafka</vt:lpstr>
      <vt:lpstr>Connect standardizes movement into and out of Kafka</vt:lpstr>
      <vt:lpstr>Connect standardizes movement into and out of Kafka</vt:lpstr>
      <vt:lpstr>Reliability must be designed into each connector</vt:lpstr>
      <vt:lpstr>Workers, connectors and tasks scale independently</vt:lpstr>
      <vt:lpstr>Kafka REST Proxy</vt:lpstr>
      <vt:lpstr>REST Proxy brings Kafka access to HTTP clients</vt:lpstr>
      <vt:lpstr>Use REST Proxy selectively</vt:lpstr>
      <vt:lpstr>REST Consumer Instance Limitations</vt:lpstr>
      <vt:lpstr>REST Producer/Consumer Instance</vt:lpstr>
      <vt:lpstr>Stream Processing</vt:lpstr>
      <vt:lpstr>ksqlDB makes common stream processing approachable</vt:lpstr>
      <vt:lpstr>Flink supports advanced stateful processing</vt:lpstr>
      <vt:lpstr>Flink supports advanced stateful processing</vt:lpstr>
      <vt:lpstr>Choose the simplest engine that meets the requirement</vt:lpstr>
      <vt:lpstr>Control Center</vt:lpstr>
      <vt:lpstr>Control Center provides a Kafka-focused operator view</vt:lpstr>
      <vt:lpstr>Control Center provides a Kafka-focused operator view</vt:lpstr>
      <vt:lpstr>One platform, distinct responsibilities</vt:lpstr>
      <vt:lpstr>What we covered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Ayu Admassu</cp:lastModifiedBy>
  <cp:revision>5</cp:revision>
  <dcterms:created xsi:type="dcterms:W3CDTF">2026-08-26T12:43:25Z</dcterms:created>
  <dcterms:modified xsi:type="dcterms:W3CDTF">2026-08-26T16:14:41Z</dcterms:modified>
</cp:coreProperties>
</file>